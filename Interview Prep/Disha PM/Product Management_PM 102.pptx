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88" r:id="rId3"/>
    <p:sldId id="314" r:id="rId4"/>
    <p:sldId id="312" r:id="rId5"/>
    <p:sldId id="294" r:id="rId6"/>
    <p:sldId id="313" r:id="rId7"/>
    <p:sldId id="295" r:id="rId8"/>
    <p:sldId id="310" r:id="rId9"/>
    <p:sldId id="300" r:id="rId10"/>
    <p:sldId id="303" r:id="rId11"/>
    <p:sldId id="304" r:id="rId12"/>
    <p:sldId id="296" r:id="rId13"/>
    <p:sldId id="297" r:id="rId14"/>
    <p:sldId id="298" r:id="rId15"/>
    <p:sldId id="299" r:id="rId16"/>
    <p:sldId id="301" r:id="rId17"/>
    <p:sldId id="302" r:id="rId18"/>
    <p:sldId id="305" r:id="rId19"/>
    <p:sldId id="308" r:id="rId20"/>
    <p:sldId id="309" r:id="rId21"/>
    <p:sldId id="293" r:id="rId22"/>
    <p:sldId id="311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A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83690B-2A56-4F4B-9B3C-5318C853FCFE}">
  <a:tblStyle styleId="{6C83690B-2A56-4F4B-9B3C-5318C853FC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991E68-66B5-4359-A33B-465DEA15109E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C8D51548-BF9D-4E79-A70F-C8092D847938}">
      <dgm:prSet phldrT="[Text]"/>
      <dgm:spPr/>
      <dgm:t>
        <a:bodyPr/>
        <a:lstStyle/>
        <a:p>
          <a:r>
            <a:rPr lang="en-IN" dirty="0"/>
            <a:t>Application on Superset</a:t>
          </a:r>
        </a:p>
      </dgm:t>
    </dgm:pt>
    <dgm:pt modelId="{53CE562E-8C4C-4FC6-AEE8-1BD4A29FDE21}" type="parTrans" cxnId="{3AF8752F-9425-4A62-8444-BD2E8CA45549}">
      <dgm:prSet/>
      <dgm:spPr/>
      <dgm:t>
        <a:bodyPr/>
        <a:lstStyle/>
        <a:p>
          <a:endParaRPr lang="en-IN"/>
        </a:p>
      </dgm:t>
    </dgm:pt>
    <dgm:pt modelId="{343C4482-FCEE-4900-BCD7-05DAF67F3D59}" type="sibTrans" cxnId="{3AF8752F-9425-4A62-8444-BD2E8CA45549}">
      <dgm:prSet/>
      <dgm:spPr/>
      <dgm:t>
        <a:bodyPr/>
        <a:lstStyle/>
        <a:p>
          <a:endParaRPr lang="en-IN"/>
        </a:p>
      </dgm:t>
    </dgm:pt>
    <dgm:pt modelId="{1ECFB35E-9196-4D92-A42C-523CBDC4EC1B}">
      <dgm:prSet phldrT="[Text]"/>
      <dgm:spPr/>
      <dgm:t>
        <a:bodyPr/>
        <a:lstStyle/>
        <a:p>
          <a:r>
            <a:rPr lang="en-IN" dirty="0"/>
            <a:t>Case Submission</a:t>
          </a:r>
        </a:p>
      </dgm:t>
    </dgm:pt>
    <dgm:pt modelId="{DE4CC193-ACA4-45C5-B216-E27E459F8D74}" type="parTrans" cxnId="{DB2D511F-048C-4E74-B549-BB5EAD96CBC2}">
      <dgm:prSet/>
      <dgm:spPr/>
      <dgm:t>
        <a:bodyPr/>
        <a:lstStyle/>
        <a:p>
          <a:endParaRPr lang="en-IN"/>
        </a:p>
      </dgm:t>
    </dgm:pt>
    <dgm:pt modelId="{3E945B95-557E-48CC-897D-3B255714C4D3}" type="sibTrans" cxnId="{DB2D511F-048C-4E74-B549-BB5EAD96CBC2}">
      <dgm:prSet/>
      <dgm:spPr/>
      <dgm:t>
        <a:bodyPr/>
        <a:lstStyle/>
        <a:p>
          <a:endParaRPr lang="en-IN"/>
        </a:p>
      </dgm:t>
    </dgm:pt>
    <dgm:pt modelId="{D8945A99-AE72-493E-8893-7161B0281AEE}">
      <dgm:prSet phldrT="[Text]"/>
      <dgm:spPr/>
      <dgm:t>
        <a:bodyPr/>
        <a:lstStyle/>
        <a:p>
          <a:r>
            <a:rPr lang="en-IN" dirty="0"/>
            <a:t>Shortlists Released</a:t>
          </a:r>
        </a:p>
      </dgm:t>
    </dgm:pt>
    <dgm:pt modelId="{EF9735CA-4E2E-42A7-8CF6-65A4A91EEA80}" type="parTrans" cxnId="{85ACC931-401B-42EA-BCA1-9F4075B9986F}">
      <dgm:prSet/>
      <dgm:spPr/>
      <dgm:t>
        <a:bodyPr/>
        <a:lstStyle/>
        <a:p>
          <a:endParaRPr lang="en-IN"/>
        </a:p>
      </dgm:t>
    </dgm:pt>
    <dgm:pt modelId="{0DFAB59F-DBA9-4DE7-A301-130C49B1150B}" type="sibTrans" cxnId="{85ACC931-401B-42EA-BCA1-9F4075B9986F}">
      <dgm:prSet/>
      <dgm:spPr/>
      <dgm:t>
        <a:bodyPr/>
        <a:lstStyle/>
        <a:p>
          <a:endParaRPr lang="en-IN"/>
        </a:p>
      </dgm:t>
    </dgm:pt>
    <dgm:pt modelId="{BD27E3A7-4D5A-42DC-B610-771CF38CEA13}">
      <dgm:prSet custT="1"/>
      <dgm:spPr/>
      <dgm:t>
        <a:bodyPr/>
        <a:lstStyle/>
        <a:p>
          <a:r>
            <a:rPr lang="en-IN" sz="1100" dirty="0"/>
            <a:t>Interview</a:t>
          </a:r>
        </a:p>
        <a:p>
          <a:r>
            <a:rPr lang="en-IN" sz="700" dirty="0"/>
            <a:t>(Submission based, Technical, Product Cases)</a:t>
          </a:r>
        </a:p>
      </dgm:t>
    </dgm:pt>
    <dgm:pt modelId="{B93D17DE-7994-462B-BA7C-A0AE18F62F5C}" type="parTrans" cxnId="{86C7DB32-F6D1-48A3-A8CD-A5F6920D6A3A}">
      <dgm:prSet/>
      <dgm:spPr/>
      <dgm:t>
        <a:bodyPr/>
        <a:lstStyle/>
        <a:p>
          <a:endParaRPr lang="en-IN"/>
        </a:p>
      </dgm:t>
    </dgm:pt>
    <dgm:pt modelId="{F379E42C-C981-48DB-9B5E-4BC567D90E69}" type="sibTrans" cxnId="{86C7DB32-F6D1-48A3-A8CD-A5F6920D6A3A}">
      <dgm:prSet/>
      <dgm:spPr/>
      <dgm:t>
        <a:bodyPr/>
        <a:lstStyle/>
        <a:p>
          <a:endParaRPr lang="en-IN"/>
        </a:p>
      </dgm:t>
    </dgm:pt>
    <dgm:pt modelId="{A313ED1F-04B1-462C-A936-2C32E9E748D9}">
      <dgm:prSet/>
      <dgm:spPr/>
      <dgm:t>
        <a:bodyPr/>
        <a:lstStyle/>
        <a:p>
          <a:r>
            <a:rPr lang="en-IN" dirty="0"/>
            <a:t>HR Interview</a:t>
          </a:r>
        </a:p>
      </dgm:t>
    </dgm:pt>
    <dgm:pt modelId="{D66E6327-3EEE-470A-B34C-4DCB9F03058B}" type="parTrans" cxnId="{F6F01CA7-994C-4D22-BD44-D6EC40DF01B8}">
      <dgm:prSet/>
      <dgm:spPr/>
      <dgm:t>
        <a:bodyPr/>
        <a:lstStyle/>
        <a:p>
          <a:endParaRPr lang="en-IN"/>
        </a:p>
      </dgm:t>
    </dgm:pt>
    <dgm:pt modelId="{2AD107D4-0DE4-40FB-9E11-8C670170D2AE}" type="sibTrans" cxnId="{F6F01CA7-994C-4D22-BD44-D6EC40DF01B8}">
      <dgm:prSet/>
      <dgm:spPr/>
      <dgm:t>
        <a:bodyPr/>
        <a:lstStyle/>
        <a:p>
          <a:endParaRPr lang="en-IN"/>
        </a:p>
      </dgm:t>
    </dgm:pt>
    <dgm:pt modelId="{7E1DC7A2-5CEA-41E2-9198-1EDF52428253}" type="pres">
      <dgm:prSet presAssocID="{B3991E68-66B5-4359-A33B-465DEA15109E}" presName="Name0" presStyleCnt="0">
        <dgm:presLayoutVars>
          <dgm:dir/>
          <dgm:animLvl val="lvl"/>
          <dgm:resizeHandles val="exact"/>
        </dgm:presLayoutVars>
      </dgm:prSet>
      <dgm:spPr/>
    </dgm:pt>
    <dgm:pt modelId="{3B796DBA-D081-411C-A292-07091908581C}" type="pres">
      <dgm:prSet presAssocID="{C8D51548-BF9D-4E79-A70F-C8092D847938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EBC955D8-B1F4-4B30-8CFA-E0C491410AD9}" type="pres">
      <dgm:prSet presAssocID="{343C4482-FCEE-4900-BCD7-05DAF67F3D59}" presName="parTxOnlySpace" presStyleCnt="0"/>
      <dgm:spPr/>
    </dgm:pt>
    <dgm:pt modelId="{A3F5A1BA-55CF-48DD-B5AF-3181E8222A2C}" type="pres">
      <dgm:prSet presAssocID="{1ECFB35E-9196-4D92-A42C-523CBDC4EC1B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9AEFAA2-6D8A-462F-8BAE-BCB6A227229C}" type="pres">
      <dgm:prSet presAssocID="{3E945B95-557E-48CC-897D-3B255714C4D3}" presName="parTxOnlySpace" presStyleCnt="0"/>
      <dgm:spPr/>
    </dgm:pt>
    <dgm:pt modelId="{93A4626F-E90D-431D-AC6C-9C1B4F27748A}" type="pres">
      <dgm:prSet presAssocID="{D8945A99-AE72-493E-8893-7161B0281AEE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F9D2DCC5-D0BF-4327-9E70-CFEBE952D929}" type="pres">
      <dgm:prSet presAssocID="{0DFAB59F-DBA9-4DE7-A301-130C49B1150B}" presName="parTxOnlySpace" presStyleCnt="0"/>
      <dgm:spPr/>
    </dgm:pt>
    <dgm:pt modelId="{7975A678-8E89-4E2B-BBCC-E487EAE19850}" type="pres">
      <dgm:prSet presAssocID="{BD27E3A7-4D5A-42DC-B610-771CF38CEA13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045B5E5F-FC75-4D42-ACAE-47847791D427}" type="pres">
      <dgm:prSet presAssocID="{F379E42C-C981-48DB-9B5E-4BC567D90E69}" presName="parTxOnlySpace" presStyleCnt="0"/>
      <dgm:spPr/>
    </dgm:pt>
    <dgm:pt modelId="{FCA0CC4E-650A-42D2-8901-CB29615D18A5}" type="pres">
      <dgm:prSet presAssocID="{A313ED1F-04B1-462C-A936-2C32E9E748D9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B2D511F-048C-4E74-B549-BB5EAD96CBC2}" srcId="{B3991E68-66B5-4359-A33B-465DEA15109E}" destId="{1ECFB35E-9196-4D92-A42C-523CBDC4EC1B}" srcOrd="1" destOrd="0" parTransId="{DE4CC193-ACA4-45C5-B216-E27E459F8D74}" sibTransId="{3E945B95-557E-48CC-897D-3B255714C4D3}"/>
    <dgm:cxn modelId="{3AF8752F-9425-4A62-8444-BD2E8CA45549}" srcId="{B3991E68-66B5-4359-A33B-465DEA15109E}" destId="{C8D51548-BF9D-4E79-A70F-C8092D847938}" srcOrd="0" destOrd="0" parTransId="{53CE562E-8C4C-4FC6-AEE8-1BD4A29FDE21}" sibTransId="{343C4482-FCEE-4900-BCD7-05DAF67F3D59}"/>
    <dgm:cxn modelId="{85ACC931-401B-42EA-BCA1-9F4075B9986F}" srcId="{B3991E68-66B5-4359-A33B-465DEA15109E}" destId="{D8945A99-AE72-493E-8893-7161B0281AEE}" srcOrd="2" destOrd="0" parTransId="{EF9735CA-4E2E-42A7-8CF6-65A4A91EEA80}" sibTransId="{0DFAB59F-DBA9-4DE7-A301-130C49B1150B}"/>
    <dgm:cxn modelId="{86C7DB32-F6D1-48A3-A8CD-A5F6920D6A3A}" srcId="{B3991E68-66B5-4359-A33B-465DEA15109E}" destId="{BD27E3A7-4D5A-42DC-B610-771CF38CEA13}" srcOrd="3" destOrd="0" parTransId="{B93D17DE-7994-462B-BA7C-A0AE18F62F5C}" sibTransId="{F379E42C-C981-48DB-9B5E-4BC567D90E69}"/>
    <dgm:cxn modelId="{9238E944-2D6E-473A-9435-3894C57C7252}" type="presOf" srcId="{BD27E3A7-4D5A-42DC-B610-771CF38CEA13}" destId="{7975A678-8E89-4E2B-BBCC-E487EAE19850}" srcOrd="0" destOrd="0" presId="urn:microsoft.com/office/officeart/2005/8/layout/chevron1"/>
    <dgm:cxn modelId="{CBA9D274-E775-4424-B45C-DF8642C19263}" type="presOf" srcId="{A313ED1F-04B1-462C-A936-2C32E9E748D9}" destId="{FCA0CC4E-650A-42D2-8901-CB29615D18A5}" srcOrd="0" destOrd="0" presId="urn:microsoft.com/office/officeart/2005/8/layout/chevron1"/>
    <dgm:cxn modelId="{FFA0AE78-87A7-4DBE-AE76-9EBCD1C729CB}" type="presOf" srcId="{1ECFB35E-9196-4D92-A42C-523CBDC4EC1B}" destId="{A3F5A1BA-55CF-48DD-B5AF-3181E8222A2C}" srcOrd="0" destOrd="0" presId="urn:microsoft.com/office/officeart/2005/8/layout/chevron1"/>
    <dgm:cxn modelId="{F6F01CA7-994C-4D22-BD44-D6EC40DF01B8}" srcId="{B3991E68-66B5-4359-A33B-465DEA15109E}" destId="{A313ED1F-04B1-462C-A936-2C32E9E748D9}" srcOrd="4" destOrd="0" parTransId="{D66E6327-3EEE-470A-B34C-4DCB9F03058B}" sibTransId="{2AD107D4-0DE4-40FB-9E11-8C670170D2AE}"/>
    <dgm:cxn modelId="{904288CE-1D04-4F04-BF8A-499018F6D26E}" type="presOf" srcId="{C8D51548-BF9D-4E79-A70F-C8092D847938}" destId="{3B796DBA-D081-411C-A292-07091908581C}" srcOrd="0" destOrd="0" presId="urn:microsoft.com/office/officeart/2005/8/layout/chevron1"/>
    <dgm:cxn modelId="{131575DA-C087-4B46-A2B3-94CA0904CE38}" type="presOf" srcId="{B3991E68-66B5-4359-A33B-465DEA15109E}" destId="{7E1DC7A2-5CEA-41E2-9198-1EDF52428253}" srcOrd="0" destOrd="0" presId="urn:microsoft.com/office/officeart/2005/8/layout/chevron1"/>
    <dgm:cxn modelId="{B2ABDAFB-1AE4-4B9D-9832-87BB67D411B8}" type="presOf" srcId="{D8945A99-AE72-493E-8893-7161B0281AEE}" destId="{93A4626F-E90D-431D-AC6C-9C1B4F27748A}" srcOrd="0" destOrd="0" presId="urn:microsoft.com/office/officeart/2005/8/layout/chevron1"/>
    <dgm:cxn modelId="{CEA0D7B4-F6B2-4C5C-BBB5-3B215254D683}" type="presParOf" srcId="{7E1DC7A2-5CEA-41E2-9198-1EDF52428253}" destId="{3B796DBA-D081-411C-A292-07091908581C}" srcOrd="0" destOrd="0" presId="urn:microsoft.com/office/officeart/2005/8/layout/chevron1"/>
    <dgm:cxn modelId="{25BAE84E-3A04-402C-BB1D-DD7D63B64AEB}" type="presParOf" srcId="{7E1DC7A2-5CEA-41E2-9198-1EDF52428253}" destId="{EBC955D8-B1F4-4B30-8CFA-E0C491410AD9}" srcOrd="1" destOrd="0" presId="urn:microsoft.com/office/officeart/2005/8/layout/chevron1"/>
    <dgm:cxn modelId="{0C7B350F-BCBC-4B00-BC54-6DE306C5266B}" type="presParOf" srcId="{7E1DC7A2-5CEA-41E2-9198-1EDF52428253}" destId="{A3F5A1BA-55CF-48DD-B5AF-3181E8222A2C}" srcOrd="2" destOrd="0" presId="urn:microsoft.com/office/officeart/2005/8/layout/chevron1"/>
    <dgm:cxn modelId="{AC1C8460-6758-4B5B-93CE-56B029F5F5AC}" type="presParOf" srcId="{7E1DC7A2-5CEA-41E2-9198-1EDF52428253}" destId="{F9AEFAA2-6D8A-462F-8BAE-BCB6A227229C}" srcOrd="3" destOrd="0" presId="urn:microsoft.com/office/officeart/2005/8/layout/chevron1"/>
    <dgm:cxn modelId="{FD7F4B39-8282-45EF-BF01-9C1F5248BC54}" type="presParOf" srcId="{7E1DC7A2-5CEA-41E2-9198-1EDF52428253}" destId="{93A4626F-E90D-431D-AC6C-9C1B4F27748A}" srcOrd="4" destOrd="0" presId="urn:microsoft.com/office/officeart/2005/8/layout/chevron1"/>
    <dgm:cxn modelId="{D99DA92A-EDE2-41CD-8069-38AA59738D8A}" type="presParOf" srcId="{7E1DC7A2-5CEA-41E2-9198-1EDF52428253}" destId="{F9D2DCC5-D0BF-4327-9E70-CFEBE952D929}" srcOrd="5" destOrd="0" presId="urn:microsoft.com/office/officeart/2005/8/layout/chevron1"/>
    <dgm:cxn modelId="{4FA092BA-4BA2-4426-8123-ECF0C77483BD}" type="presParOf" srcId="{7E1DC7A2-5CEA-41E2-9198-1EDF52428253}" destId="{7975A678-8E89-4E2B-BBCC-E487EAE19850}" srcOrd="6" destOrd="0" presId="urn:microsoft.com/office/officeart/2005/8/layout/chevron1"/>
    <dgm:cxn modelId="{88F563F4-7AC5-44F1-8205-AB26F9FDF109}" type="presParOf" srcId="{7E1DC7A2-5CEA-41E2-9198-1EDF52428253}" destId="{045B5E5F-FC75-4D42-ACAE-47847791D427}" srcOrd="7" destOrd="0" presId="urn:microsoft.com/office/officeart/2005/8/layout/chevron1"/>
    <dgm:cxn modelId="{DF02B769-13CF-4138-B850-D207E579E018}" type="presParOf" srcId="{7E1DC7A2-5CEA-41E2-9198-1EDF52428253}" destId="{FCA0CC4E-650A-42D2-8901-CB29615D18A5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DB062E-CB4D-4B42-A2E0-E890AA33B6A9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CD929FC3-7200-4D44-AC75-79DE5DD9379A}">
      <dgm:prSet phldrT="[Text]" custT="1"/>
      <dgm:spPr/>
      <dgm:t>
        <a:bodyPr/>
        <a:lstStyle/>
        <a:p>
          <a:r>
            <a:rPr lang="en-US" sz="900" dirty="0"/>
            <a:t>Login</a:t>
          </a:r>
        </a:p>
      </dgm:t>
    </dgm:pt>
    <dgm:pt modelId="{C9D41F55-DF8B-4287-A935-4D22A89F0DCC}" type="parTrans" cxnId="{6DE33775-1074-4CD4-92B0-D12A1962C85C}">
      <dgm:prSet/>
      <dgm:spPr/>
      <dgm:t>
        <a:bodyPr/>
        <a:lstStyle/>
        <a:p>
          <a:endParaRPr lang="en-US"/>
        </a:p>
      </dgm:t>
    </dgm:pt>
    <dgm:pt modelId="{882A5397-3943-4837-B6D9-C253E4F0B802}" type="sibTrans" cxnId="{6DE33775-1074-4CD4-92B0-D12A1962C85C}">
      <dgm:prSet/>
      <dgm:spPr/>
      <dgm:t>
        <a:bodyPr/>
        <a:lstStyle/>
        <a:p>
          <a:endParaRPr lang="en-US"/>
        </a:p>
      </dgm:t>
    </dgm:pt>
    <dgm:pt modelId="{F015CBD1-EBB4-4A18-AA99-BB4EFCDF6D62}">
      <dgm:prSet custT="1"/>
      <dgm:spPr/>
      <dgm:t>
        <a:bodyPr/>
        <a:lstStyle/>
        <a:p>
          <a:r>
            <a:rPr lang="en-US" sz="900" dirty="0"/>
            <a:t>Home Page</a:t>
          </a:r>
        </a:p>
      </dgm:t>
    </dgm:pt>
    <dgm:pt modelId="{52712211-8C25-4AA1-A057-A47390D808E2}" type="parTrans" cxnId="{3D402C23-334C-4CE7-9C47-5CC2316A623D}">
      <dgm:prSet/>
      <dgm:spPr/>
      <dgm:t>
        <a:bodyPr/>
        <a:lstStyle/>
        <a:p>
          <a:endParaRPr lang="en-US"/>
        </a:p>
      </dgm:t>
    </dgm:pt>
    <dgm:pt modelId="{F1A26851-4471-4E58-BAAA-E7C36BE69790}" type="sibTrans" cxnId="{3D402C23-334C-4CE7-9C47-5CC2316A623D}">
      <dgm:prSet/>
      <dgm:spPr/>
      <dgm:t>
        <a:bodyPr/>
        <a:lstStyle/>
        <a:p>
          <a:endParaRPr lang="en-US"/>
        </a:p>
      </dgm:t>
    </dgm:pt>
    <dgm:pt modelId="{C1BE427A-C62E-48F3-8BD3-103C7854CEC8}">
      <dgm:prSet custT="1"/>
      <dgm:spPr/>
      <dgm:t>
        <a:bodyPr/>
        <a:lstStyle/>
        <a:p>
          <a:r>
            <a:rPr lang="en-US" sz="1000" dirty="0"/>
            <a:t>Select Payment Method</a:t>
          </a:r>
        </a:p>
      </dgm:t>
    </dgm:pt>
    <dgm:pt modelId="{366FF999-958E-4181-8B0E-54C3BBEECB8F}" type="parTrans" cxnId="{54B225DD-7A10-46FA-870A-EEDB2A849880}">
      <dgm:prSet/>
      <dgm:spPr/>
      <dgm:t>
        <a:bodyPr/>
        <a:lstStyle/>
        <a:p>
          <a:endParaRPr lang="en-US"/>
        </a:p>
      </dgm:t>
    </dgm:pt>
    <dgm:pt modelId="{355B77C2-989E-4502-BF12-B9AFEF1A5C0A}" type="sibTrans" cxnId="{54B225DD-7A10-46FA-870A-EEDB2A849880}">
      <dgm:prSet/>
      <dgm:spPr/>
      <dgm:t>
        <a:bodyPr/>
        <a:lstStyle/>
        <a:p>
          <a:endParaRPr lang="en-US"/>
        </a:p>
      </dgm:t>
    </dgm:pt>
    <dgm:pt modelId="{2F37152E-7E75-4DB1-9452-D62617965EB9}">
      <dgm:prSet custT="1"/>
      <dgm:spPr/>
      <dgm:t>
        <a:bodyPr/>
        <a:lstStyle/>
        <a:p>
          <a:r>
            <a:rPr lang="en-US" sz="900" dirty="0"/>
            <a:t> Input Destination</a:t>
          </a:r>
        </a:p>
      </dgm:t>
    </dgm:pt>
    <dgm:pt modelId="{61EAC16F-43B7-40A1-9F33-30C2DA42EDE4}" type="parTrans" cxnId="{C7A04DF1-6E21-4E63-8C59-D08FAD8E9593}">
      <dgm:prSet/>
      <dgm:spPr/>
      <dgm:t>
        <a:bodyPr/>
        <a:lstStyle/>
        <a:p>
          <a:endParaRPr lang="en-US"/>
        </a:p>
      </dgm:t>
    </dgm:pt>
    <dgm:pt modelId="{D92C7A4E-BBA1-4070-B775-2C4A8D652FCE}" type="sibTrans" cxnId="{C7A04DF1-6E21-4E63-8C59-D08FAD8E9593}">
      <dgm:prSet/>
      <dgm:spPr/>
      <dgm:t>
        <a:bodyPr/>
        <a:lstStyle/>
        <a:p>
          <a:endParaRPr lang="en-US"/>
        </a:p>
      </dgm:t>
    </dgm:pt>
    <dgm:pt modelId="{C62C3668-2945-4B71-B6BB-9C124CEB8A65}">
      <dgm:prSet custT="1"/>
      <dgm:spPr/>
      <dgm:t>
        <a:bodyPr/>
        <a:lstStyle/>
        <a:p>
          <a:r>
            <a:rPr lang="en-US" sz="900" dirty="0"/>
            <a:t>Select Cab type</a:t>
          </a:r>
        </a:p>
      </dgm:t>
    </dgm:pt>
    <dgm:pt modelId="{F31BACF2-E0DA-4A38-8C4C-23E952A78034}" type="parTrans" cxnId="{0848B33D-FE60-457F-B7A1-02CF496FC8A9}">
      <dgm:prSet/>
      <dgm:spPr/>
      <dgm:t>
        <a:bodyPr/>
        <a:lstStyle/>
        <a:p>
          <a:endParaRPr lang="en-US"/>
        </a:p>
      </dgm:t>
    </dgm:pt>
    <dgm:pt modelId="{41E1638F-9864-43DA-A5F0-C91B320B7FB6}" type="sibTrans" cxnId="{0848B33D-FE60-457F-B7A1-02CF496FC8A9}">
      <dgm:prSet/>
      <dgm:spPr/>
      <dgm:t>
        <a:bodyPr/>
        <a:lstStyle/>
        <a:p>
          <a:endParaRPr lang="en-US"/>
        </a:p>
      </dgm:t>
    </dgm:pt>
    <dgm:pt modelId="{642D8D92-A51B-4E71-A799-DABB02AD038F}">
      <dgm:prSet custT="1"/>
      <dgm:spPr/>
      <dgm:t>
        <a:bodyPr/>
        <a:lstStyle/>
        <a:p>
          <a:r>
            <a:rPr lang="en-US" sz="840" dirty="0"/>
            <a:t>Confirmation &amp;  Tracking</a:t>
          </a:r>
        </a:p>
      </dgm:t>
    </dgm:pt>
    <dgm:pt modelId="{68DF4FA4-838F-44CE-AB37-91ABDDABB0BA}" type="parTrans" cxnId="{14A2BBEB-99FC-4654-88D0-07276CF5EC6B}">
      <dgm:prSet/>
      <dgm:spPr/>
      <dgm:t>
        <a:bodyPr/>
        <a:lstStyle/>
        <a:p>
          <a:endParaRPr lang="en-US"/>
        </a:p>
      </dgm:t>
    </dgm:pt>
    <dgm:pt modelId="{BDF7A5B4-068C-4E85-A3E2-F0A62CA8CB96}" type="sibTrans" cxnId="{14A2BBEB-99FC-4654-88D0-07276CF5EC6B}">
      <dgm:prSet/>
      <dgm:spPr/>
      <dgm:t>
        <a:bodyPr/>
        <a:lstStyle/>
        <a:p>
          <a:endParaRPr lang="en-US"/>
        </a:p>
      </dgm:t>
    </dgm:pt>
    <dgm:pt modelId="{BA33BDF8-C7EA-4416-A73C-6EE1B70F61D8}">
      <dgm:prSet phldrT="[Text]" custT="1"/>
      <dgm:spPr/>
      <dgm:t>
        <a:bodyPr/>
        <a:lstStyle/>
        <a:p>
          <a:r>
            <a:rPr lang="en-US" sz="900" dirty="0"/>
            <a:t>Cab journey -Tracking</a:t>
          </a:r>
        </a:p>
      </dgm:t>
    </dgm:pt>
    <dgm:pt modelId="{7D101E20-A510-43B2-9C38-2C6F50445829}" type="sibTrans" cxnId="{BD30E787-CA51-4304-9B02-6F436DF79D12}">
      <dgm:prSet/>
      <dgm:spPr/>
      <dgm:t>
        <a:bodyPr/>
        <a:lstStyle/>
        <a:p>
          <a:endParaRPr lang="en-US"/>
        </a:p>
      </dgm:t>
    </dgm:pt>
    <dgm:pt modelId="{81598B03-97DF-4B8A-BFD3-8500635A3A53}" type="parTrans" cxnId="{BD30E787-CA51-4304-9B02-6F436DF79D12}">
      <dgm:prSet/>
      <dgm:spPr/>
      <dgm:t>
        <a:bodyPr/>
        <a:lstStyle/>
        <a:p>
          <a:endParaRPr lang="en-US"/>
        </a:p>
      </dgm:t>
    </dgm:pt>
    <dgm:pt modelId="{51980316-1FE5-4C34-8683-857C9F516421}">
      <dgm:prSet phldrT="[Text]" custT="1"/>
      <dgm:spPr/>
      <dgm:t>
        <a:bodyPr/>
        <a:lstStyle/>
        <a:p>
          <a:r>
            <a:rPr lang="en-US" sz="900" dirty="0"/>
            <a:t>Pickup</a:t>
          </a:r>
        </a:p>
      </dgm:t>
    </dgm:pt>
    <dgm:pt modelId="{1A2F59C3-CFBD-4434-9141-CF811CF72419}" type="sibTrans" cxnId="{C1A90EFE-A8DA-481C-88A4-48A01C6E141C}">
      <dgm:prSet/>
      <dgm:spPr/>
      <dgm:t>
        <a:bodyPr/>
        <a:lstStyle/>
        <a:p>
          <a:endParaRPr lang="en-US"/>
        </a:p>
      </dgm:t>
    </dgm:pt>
    <dgm:pt modelId="{9096D67D-B631-43FE-B21E-22D247AAE723}" type="parTrans" cxnId="{C1A90EFE-A8DA-481C-88A4-48A01C6E141C}">
      <dgm:prSet/>
      <dgm:spPr/>
      <dgm:t>
        <a:bodyPr/>
        <a:lstStyle/>
        <a:p>
          <a:endParaRPr lang="en-US"/>
        </a:p>
      </dgm:t>
    </dgm:pt>
    <dgm:pt modelId="{D3D869C2-ECA5-4DDF-AFAE-FFD695436FD6}" type="pres">
      <dgm:prSet presAssocID="{0BDB062E-CB4D-4B42-A2E0-E890AA33B6A9}" presName="Name0" presStyleCnt="0">
        <dgm:presLayoutVars>
          <dgm:dir/>
          <dgm:animLvl val="lvl"/>
          <dgm:resizeHandles val="exact"/>
        </dgm:presLayoutVars>
      </dgm:prSet>
      <dgm:spPr/>
    </dgm:pt>
    <dgm:pt modelId="{DADCF4DA-8913-473D-B801-478E212E3A55}" type="pres">
      <dgm:prSet presAssocID="{CD929FC3-7200-4D44-AC75-79DE5DD9379A}" presName="parTxOnly" presStyleLbl="node1" presStyleIdx="0" presStyleCnt="8" custLinFactY="-28381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4FC26662-AF23-4BE0-8767-A6FF72AD9765}" type="pres">
      <dgm:prSet presAssocID="{882A5397-3943-4837-B6D9-C253E4F0B802}" presName="parTxOnlySpace" presStyleCnt="0"/>
      <dgm:spPr/>
    </dgm:pt>
    <dgm:pt modelId="{AD264F6C-6C22-4700-9E20-41172A525ABF}" type="pres">
      <dgm:prSet presAssocID="{F015CBD1-EBB4-4A18-AA99-BB4EFCDF6D62}" presName="parTxOnly" presStyleLbl="node1" presStyleIdx="1" presStyleCnt="8" custLinFactY="-30865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9D736DBB-FDB3-43F1-B1E7-F72B4C8A809C}" type="pres">
      <dgm:prSet presAssocID="{F1A26851-4471-4E58-BAAA-E7C36BE69790}" presName="parTxOnlySpace" presStyleCnt="0"/>
      <dgm:spPr/>
    </dgm:pt>
    <dgm:pt modelId="{5C418D79-7886-4CB1-BF45-D92D071BADDB}" type="pres">
      <dgm:prSet presAssocID="{2F37152E-7E75-4DB1-9452-D62617965EB9}" presName="parTxOnly" presStyleLbl="node1" presStyleIdx="2" presStyleCnt="8" custLinFactY="-30865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D0FF6301-A202-48F4-9991-0646351D14FA}" type="pres">
      <dgm:prSet presAssocID="{D92C7A4E-BBA1-4070-B775-2C4A8D652FCE}" presName="parTxOnlySpace" presStyleCnt="0"/>
      <dgm:spPr/>
    </dgm:pt>
    <dgm:pt modelId="{767C13C8-0B0A-4534-869B-D7B70F15EBA3}" type="pres">
      <dgm:prSet presAssocID="{C62C3668-2945-4B71-B6BB-9C124CEB8A65}" presName="parTxOnly" presStyleLbl="node1" presStyleIdx="3" presStyleCnt="8" custLinFactY="-30865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89AB90BC-A0B9-46D4-B650-6517A5E3D434}" type="pres">
      <dgm:prSet presAssocID="{41E1638F-9864-43DA-A5F0-C91B320B7FB6}" presName="parTxOnlySpace" presStyleCnt="0"/>
      <dgm:spPr/>
    </dgm:pt>
    <dgm:pt modelId="{CC32F0BB-7836-45AB-868F-1AD3D7BD8E15}" type="pres">
      <dgm:prSet presAssocID="{C1BE427A-C62E-48F3-8BD3-103C7854CEC8}" presName="parTxOnly" presStyleLbl="node1" presStyleIdx="4" presStyleCnt="8" custLinFactY="-30865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B808CF63-2268-4750-92E7-0FE38445C4A2}" type="pres">
      <dgm:prSet presAssocID="{355B77C2-989E-4502-BF12-B9AFEF1A5C0A}" presName="parTxOnlySpace" presStyleCnt="0"/>
      <dgm:spPr/>
    </dgm:pt>
    <dgm:pt modelId="{A02E4877-E655-481B-8C7C-986D50EFD12F}" type="pres">
      <dgm:prSet presAssocID="{51980316-1FE5-4C34-8683-857C9F516421}" presName="parTxOnly" presStyleLbl="node1" presStyleIdx="5" presStyleCnt="8" custLinFactY="-30865" custLinFactNeighborX="1" custLinFactNeighborY="-100000">
        <dgm:presLayoutVars>
          <dgm:chMax val="0"/>
          <dgm:chPref val="0"/>
          <dgm:bulletEnabled val="1"/>
        </dgm:presLayoutVars>
      </dgm:prSet>
      <dgm:spPr/>
    </dgm:pt>
    <dgm:pt modelId="{F57AEC1D-FEA4-458A-AA8D-AE875F34A210}" type="pres">
      <dgm:prSet presAssocID="{1A2F59C3-CFBD-4434-9141-CF811CF72419}" presName="parTxOnlySpace" presStyleCnt="0"/>
      <dgm:spPr/>
    </dgm:pt>
    <dgm:pt modelId="{4DDBAE83-F11E-4A7F-AC3D-A9F7A9792CB4}" type="pres">
      <dgm:prSet presAssocID="{BA33BDF8-C7EA-4416-A73C-6EE1B70F61D8}" presName="parTxOnly" presStyleLbl="node1" presStyleIdx="6" presStyleCnt="8" custLinFactY="-30865" custLinFactNeighborY="-100000">
        <dgm:presLayoutVars>
          <dgm:chMax val="0"/>
          <dgm:chPref val="0"/>
          <dgm:bulletEnabled val="1"/>
        </dgm:presLayoutVars>
      </dgm:prSet>
      <dgm:spPr/>
    </dgm:pt>
    <dgm:pt modelId="{80EFB154-E07E-4213-BFE5-2690545AAFB3}" type="pres">
      <dgm:prSet presAssocID="{7D101E20-A510-43B2-9C38-2C6F50445829}" presName="parTxOnlySpace" presStyleCnt="0"/>
      <dgm:spPr/>
    </dgm:pt>
    <dgm:pt modelId="{10D293C0-39F4-474D-A709-DFB3AE52C23F}" type="pres">
      <dgm:prSet presAssocID="{642D8D92-A51B-4E71-A799-DABB02AD038F}" presName="parTxOnly" presStyleLbl="node1" presStyleIdx="7" presStyleCnt="8" custScaleX="92209" custLinFactNeighborX="625" custLinFactNeighborY="-20654">
        <dgm:presLayoutVars>
          <dgm:chMax val="0"/>
          <dgm:chPref val="0"/>
          <dgm:bulletEnabled val="1"/>
        </dgm:presLayoutVars>
      </dgm:prSet>
      <dgm:spPr/>
    </dgm:pt>
  </dgm:ptLst>
  <dgm:cxnLst>
    <dgm:cxn modelId="{3D402C23-334C-4CE7-9C47-5CC2316A623D}" srcId="{0BDB062E-CB4D-4B42-A2E0-E890AA33B6A9}" destId="{F015CBD1-EBB4-4A18-AA99-BB4EFCDF6D62}" srcOrd="1" destOrd="0" parTransId="{52712211-8C25-4AA1-A057-A47390D808E2}" sibTransId="{F1A26851-4471-4E58-BAAA-E7C36BE69790}"/>
    <dgm:cxn modelId="{F5C78D34-89C7-4237-8317-E47E7C6C25C5}" type="presOf" srcId="{CD929FC3-7200-4D44-AC75-79DE5DD9379A}" destId="{DADCF4DA-8913-473D-B801-478E212E3A55}" srcOrd="0" destOrd="0" presId="urn:microsoft.com/office/officeart/2005/8/layout/chevron1"/>
    <dgm:cxn modelId="{2DD9C33C-DD7C-4C7C-AB71-FA7FD36382DE}" type="presOf" srcId="{C1BE427A-C62E-48F3-8BD3-103C7854CEC8}" destId="{CC32F0BB-7836-45AB-868F-1AD3D7BD8E15}" srcOrd="0" destOrd="0" presId="urn:microsoft.com/office/officeart/2005/8/layout/chevron1"/>
    <dgm:cxn modelId="{0848B33D-FE60-457F-B7A1-02CF496FC8A9}" srcId="{0BDB062E-CB4D-4B42-A2E0-E890AA33B6A9}" destId="{C62C3668-2945-4B71-B6BB-9C124CEB8A65}" srcOrd="3" destOrd="0" parTransId="{F31BACF2-E0DA-4A38-8C4C-23E952A78034}" sibTransId="{41E1638F-9864-43DA-A5F0-C91B320B7FB6}"/>
    <dgm:cxn modelId="{BAD66562-CBEF-429F-8F05-FF5B44ECCADC}" type="presOf" srcId="{2F37152E-7E75-4DB1-9452-D62617965EB9}" destId="{5C418D79-7886-4CB1-BF45-D92D071BADDB}" srcOrd="0" destOrd="0" presId="urn:microsoft.com/office/officeart/2005/8/layout/chevron1"/>
    <dgm:cxn modelId="{6DE33775-1074-4CD4-92B0-D12A1962C85C}" srcId="{0BDB062E-CB4D-4B42-A2E0-E890AA33B6A9}" destId="{CD929FC3-7200-4D44-AC75-79DE5DD9379A}" srcOrd="0" destOrd="0" parTransId="{C9D41F55-DF8B-4287-A935-4D22A89F0DCC}" sibTransId="{882A5397-3943-4837-B6D9-C253E4F0B802}"/>
    <dgm:cxn modelId="{B7954F78-81ED-4E11-903E-0D5EEB944A9E}" type="presOf" srcId="{51980316-1FE5-4C34-8683-857C9F516421}" destId="{A02E4877-E655-481B-8C7C-986D50EFD12F}" srcOrd="0" destOrd="0" presId="urn:microsoft.com/office/officeart/2005/8/layout/chevron1"/>
    <dgm:cxn modelId="{BD30E787-CA51-4304-9B02-6F436DF79D12}" srcId="{0BDB062E-CB4D-4B42-A2E0-E890AA33B6A9}" destId="{BA33BDF8-C7EA-4416-A73C-6EE1B70F61D8}" srcOrd="6" destOrd="0" parTransId="{81598B03-97DF-4B8A-BFD3-8500635A3A53}" sibTransId="{7D101E20-A510-43B2-9C38-2C6F50445829}"/>
    <dgm:cxn modelId="{7AAC089C-3D6A-4703-8CDB-3F749B101064}" type="presOf" srcId="{BA33BDF8-C7EA-4416-A73C-6EE1B70F61D8}" destId="{4DDBAE83-F11E-4A7F-AC3D-A9F7A9792CB4}" srcOrd="0" destOrd="0" presId="urn:microsoft.com/office/officeart/2005/8/layout/chevron1"/>
    <dgm:cxn modelId="{7CEF129C-5726-468D-8E8D-32FEEE49FEB8}" type="presOf" srcId="{0BDB062E-CB4D-4B42-A2E0-E890AA33B6A9}" destId="{D3D869C2-ECA5-4DDF-AFAE-FFD695436FD6}" srcOrd="0" destOrd="0" presId="urn:microsoft.com/office/officeart/2005/8/layout/chevron1"/>
    <dgm:cxn modelId="{41793CAF-A481-4161-BBEA-99DE971D2439}" type="presOf" srcId="{F015CBD1-EBB4-4A18-AA99-BB4EFCDF6D62}" destId="{AD264F6C-6C22-4700-9E20-41172A525ABF}" srcOrd="0" destOrd="0" presId="urn:microsoft.com/office/officeart/2005/8/layout/chevron1"/>
    <dgm:cxn modelId="{3E49E7C8-7A57-42BD-B2F1-E3A8FAB8873F}" type="presOf" srcId="{C62C3668-2945-4B71-B6BB-9C124CEB8A65}" destId="{767C13C8-0B0A-4534-869B-D7B70F15EBA3}" srcOrd="0" destOrd="0" presId="urn:microsoft.com/office/officeart/2005/8/layout/chevron1"/>
    <dgm:cxn modelId="{2C3680D5-D79D-45B3-A612-B38B55A1EC35}" type="presOf" srcId="{642D8D92-A51B-4E71-A799-DABB02AD038F}" destId="{10D293C0-39F4-474D-A709-DFB3AE52C23F}" srcOrd="0" destOrd="0" presId="urn:microsoft.com/office/officeart/2005/8/layout/chevron1"/>
    <dgm:cxn modelId="{54B225DD-7A10-46FA-870A-EEDB2A849880}" srcId="{0BDB062E-CB4D-4B42-A2E0-E890AA33B6A9}" destId="{C1BE427A-C62E-48F3-8BD3-103C7854CEC8}" srcOrd="4" destOrd="0" parTransId="{366FF999-958E-4181-8B0E-54C3BBEECB8F}" sibTransId="{355B77C2-989E-4502-BF12-B9AFEF1A5C0A}"/>
    <dgm:cxn modelId="{14A2BBEB-99FC-4654-88D0-07276CF5EC6B}" srcId="{0BDB062E-CB4D-4B42-A2E0-E890AA33B6A9}" destId="{642D8D92-A51B-4E71-A799-DABB02AD038F}" srcOrd="7" destOrd="0" parTransId="{68DF4FA4-838F-44CE-AB37-91ABDDABB0BA}" sibTransId="{BDF7A5B4-068C-4E85-A3E2-F0A62CA8CB96}"/>
    <dgm:cxn modelId="{C7A04DF1-6E21-4E63-8C59-D08FAD8E9593}" srcId="{0BDB062E-CB4D-4B42-A2E0-E890AA33B6A9}" destId="{2F37152E-7E75-4DB1-9452-D62617965EB9}" srcOrd="2" destOrd="0" parTransId="{61EAC16F-43B7-40A1-9F33-30C2DA42EDE4}" sibTransId="{D92C7A4E-BBA1-4070-B775-2C4A8D652FCE}"/>
    <dgm:cxn modelId="{C1A90EFE-A8DA-481C-88A4-48A01C6E141C}" srcId="{0BDB062E-CB4D-4B42-A2E0-E890AA33B6A9}" destId="{51980316-1FE5-4C34-8683-857C9F516421}" srcOrd="5" destOrd="0" parTransId="{9096D67D-B631-43FE-B21E-22D247AAE723}" sibTransId="{1A2F59C3-CFBD-4434-9141-CF811CF72419}"/>
    <dgm:cxn modelId="{BEF8CB8E-2495-4CCC-BEF6-A39698BC3B1E}" type="presParOf" srcId="{D3D869C2-ECA5-4DDF-AFAE-FFD695436FD6}" destId="{DADCF4DA-8913-473D-B801-478E212E3A55}" srcOrd="0" destOrd="0" presId="urn:microsoft.com/office/officeart/2005/8/layout/chevron1"/>
    <dgm:cxn modelId="{1B24F007-8CF6-4C2D-AB4E-EA568885320A}" type="presParOf" srcId="{D3D869C2-ECA5-4DDF-AFAE-FFD695436FD6}" destId="{4FC26662-AF23-4BE0-8767-A6FF72AD9765}" srcOrd="1" destOrd="0" presId="urn:microsoft.com/office/officeart/2005/8/layout/chevron1"/>
    <dgm:cxn modelId="{92D54341-905E-4470-84A5-FEFFFD54D60F}" type="presParOf" srcId="{D3D869C2-ECA5-4DDF-AFAE-FFD695436FD6}" destId="{AD264F6C-6C22-4700-9E20-41172A525ABF}" srcOrd="2" destOrd="0" presId="urn:microsoft.com/office/officeart/2005/8/layout/chevron1"/>
    <dgm:cxn modelId="{3D5FC52E-311F-4A93-AA3A-31784A0D951A}" type="presParOf" srcId="{D3D869C2-ECA5-4DDF-AFAE-FFD695436FD6}" destId="{9D736DBB-FDB3-43F1-B1E7-F72B4C8A809C}" srcOrd="3" destOrd="0" presId="urn:microsoft.com/office/officeart/2005/8/layout/chevron1"/>
    <dgm:cxn modelId="{A777502A-F365-4550-B271-841D867DA65F}" type="presParOf" srcId="{D3D869C2-ECA5-4DDF-AFAE-FFD695436FD6}" destId="{5C418D79-7886-4CB1-BF45-D92D071BADDB}" srcOrd="4" destOrd="0" presId="urn:microsoft.com/office/officeart/2005/8/layout/chevron1"/>
    <dgm:cxn modelId="{80CD396E-3AA0-4DD4-9A27-2C3F68AE1C77}" type="presParOf" srcId="{D3D869C2-ECA5-4DDF-AFAE-FFD695436FD6}" destId="{D0FF6301-A202-48F4-9991-0646351D14FA}" srcOrd="5" destOrd="0" presId="urn:microsoft.com/office/officeart/2005/8/layout/chevron1"/>
    <dgm:cxn modelId="{872BF01C-C3F0-4BB0-899E-2D7D9285F22B}" type="presParOf" srcId="{D3D869C2-ECA5-4DDF-AFAE-FFD695436FD6}" destId="{767C13C8-0B0A-4534-869B-D7B70F15EBA3}" srcOrd="6" destOrd="0" presId="urn:microsoft.com/office/officeart/2005/8/layout/chevron1"/>
    <dgm:cxn modelId="{D82C0018-6994-4BA5-ADCB-D2A82DD87EB1}" type="presParOf" srcId="{D3D869C2-ECA5-4DDF-AFAE-FFD695436FD6}" destId="{89AB90BC-A0B9-46D4-B650-6517A5E3D434}" srcOrd="7" destOrd="0" presId="urn:microsoft.com/office/officeart/2005/8/layout/chevron1"/>
    <dgm:cxn modelId="{18FF9CFF-C77C-42A0-92A7-8F24AFDC63A5}" type="presParOf" srcId="{D3D869C2-ECA5-4DDF-AFAE-FFD695436FD6}" destId="{CC32F0BB-7836-45AB-868F-1AD3D7BD8E15}" srcOrd="8" destOrd="0" presId="urn:microsoft.com/office/officeart/2005/8/layout/chevron1"/>
    <dgm:cxn modelId="{5F53637A-213D-4E7A-863D-40C6E6E5C199}" type="presParOf" srcId="{D3D869C2-ECA5-4DDF-AFAE-FFD695436FD6}" destId="{B808CF63-2268-4750-92E7-0FE38445C4A2}" srcOrd="9" destOrd="0" presId="urn:microsoft.com/office/officeart/2005/8/layout/chevron1"/>
    <dgm:cxn modelId="{0B132863-E617-4E50-BACB-B6F2FA987CE4}" type="presParOf" srcId="{D3D869C2-ECA5-4DDF-AFAE-FFD695436FD6}" destId="{A02E4877-E655-481B-8C7C-986D50EFD12F}" srcOrd="10" destOrd="0" presId="urn:microsoft.com/office/officeart/2005/8/layout/chevron1"/>
    <dgm:cxn modelId="{558D72D5-51D5-4AFE-9061-0AEE771A7631}" type="presParOf" srcId="{D3D869C2-ECA5-4DDF-AFAE-FFD695436FD6}" destId="{F57AEC1D-FEA4-458A-AA8D-AE875F34A210}" srcOrd="11" destOrd="0" presId="urn:microsoft.com/office/officeart/2005/8/layout/chevron1"/>
    <dgm:cxn modelId="{FE12E1E6-16B3-45B2-BDA8-4CAC926F465D}" type="presParOf" srcId="{D3D869C2-ECA5-4DDF-AFAE-FFD695436FD6}" destId="{4DDBAE83-F11E-4A7F-AC3D-A9F7A9792CB4}" srcOrd="12" destOrd="0" presId="urn:microsoft.com/office/officeart/2005/8/layout/chevron1"/>
    <dgm:cxn modelId="{4FA9C6C9-267B-4CB6-97A2-591B73B0B41A}" type="presParOf" srcId="{D3D869C2-ECA5-4DDF-AFAE-FFD695436FD6}" destId="{80EFB154-E07E-4213-BFE5-2690545AAFB3}" srcOrd="13" destOrd="0" presId="urn:microsoft.com/office/officeart/2005/8/layout/chevron1"/>
    <dgm:cxn modelId="{9E008E75-9DDF-4F50-962D-0AE37E5AA4BE}" type="presParOf" srcId="{D3D869C2-ECA5-4DDF-AFAE-FFD695436FD6}" destId="{10D293C0-39F4-474D-A709-DFB3AE52C23F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6D4DDB-E530-432C-89FF-F59DD28EE37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C599F3-95F9-414D-BD5A-492FF6F1C28F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400" b="0"/>
            <a:t>App</a:t>
          </a:r>
        </a:p>
      </dgm:t>
    </dgm:pt>
    <dgm:pt modelId="{0A01F48F-0220-4A91-9EAE-9F598B0ED15E}" type="parTrans" cxnId="{A82F405B-4B97-458E-9BAC-1631F4A6F4F9}">
      <dgm:prSet/>
      <dgm:spPr/>
      <dgm:t>
        <a:bodyPr/>
        <a:lstStyle/>
        <a:p>
          <a:endParaRPr lang="en-US"/>
        </a:p>
      </dgm:t>
    </dgm:pt>
    <dgm:pt modelId="{ABF59385-73B6-4DAC-A49A-92ADB191FA81}" type="sibTrans" cxnId="{A82F405B-4B97-458E-9BAC-1631F4A6F4F9}">
      <dgm:prSet/>
      <dgm:spPr/>
      <dgm:t>
        <a:bodyPr/>
        <a:lstStyle/>
        <a:p>
          <a:endParaRPr lang="en-US"/>
        </a:p>
      </dgm:t>
    </dgm:pt>
    <dgm:pt modelId="{CD46F9A0-1E3F-4743-8E7C-B16CD4FDCF83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/>
            <a:t>User Acquisition</a:t>
          </a:r>
        </a:p>
      </dgm:t>
    </dgm:pt>
    <dgm:pt modelId="{0CEB3C78-E074-482A-B221-C30063BDA0F6}" type="parTrans" cxnId="{C2B1844D-5BFD-4BA6-90F5-F551DB6B00BF}">
      <dgm:prSet/>
      <dgm:spPr/>
      <dgm:t>
        <a:bodyPr/>
        <a:lstStyle/>
        <a:p>
          <a:endParaRPr lang="en-US"/>
        </a:p>
      </dgm:t>
    </dgm:pt>
    <dgm:pt modelId="{E3743352-DBA1-49AF-8C0B-F363642545F5}" type="sibTrans" cxnId="{C2B1844D-5BFD-4BA6-90F5-F551DB6B00BF}">
      <dgm:prSet/>
      <dgm:spPr/>
      <dgm:t>
        <a:bodyPr/>
        <a:lstStyle/>
        <a:p>
          <a:endParaRPr lang="en-US"/>
        </a:p>
      </dgm:t>
    </dgm:pt>
    <dgm:pt modelId="{06105497-1C2C-4CC2-915E-3681958DFC02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dirty="0"/>
            <a:t>User Activation</a:t>
          </a:r>
        </a:p>
      </dgm:t>
    </dgm:pt>
    <dgm:pt modelId="{16C91F96-8ED2-41BF-8ABE-76EEA8797CB4}" type="parTrans" cxnId="{B11068E2-D7F4-4DD7-8B9C-463EA9199AEF}">
      <dgm:prSet/>
      <dgm:spPr/>
      <dgm:t>
        <a:bodyPr/>
        <a:lstStyle/>
        <a:p>
          <a:endParaRPr lang="en-US"/>
        </a:p>
      </dgm:t>
    </dgm:pt>
    <dgm:pt modelId="{D45A0650-199B-4FE4-815A-84752BCE5951}" type="sibTrans" cxnId="{B11068E2-D7F4-4DD7-8B9C-463EA9199AEF}">
      <dgm:prSet/>
      <dgm:spPr/>
      <dgm:t>
        <a:bodyPr/>
        <a:lstStyle/>
        <a:p>
          <a:endParaRPr lang="en-US"/>
        </a:p>
      </dgm:t>
    </dgm:pt>
    <dgm:pt modelId="{585A70EF-05FA-4801-833B-0C35F107A7F3}">
      <dgm:prSet phldrT="[Text]"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/>
            <a:t>User Retention</a:t>
          </a:r>
        </a:p>
      </dgm:t>
    </dgm:pt>
    <dgm:pt modelId="{B56459B1-734E-4C9E-AB62-8E949D250AB0}" type="parTrans" cxnId="{F90579E8-C397-4A14-B264-976E0D398028}">
      <dgm:prSet/>
      <dgm:spPr/>
      <dgm:t>
        <a:bodyPr/>
        <a:lstStyle/>
        <a:p>
          <a:endParaRPr lang="en-US"/>
        </a:p>
      </dgm:t>
    </dgm:pt>
    <dgm:pt modelId="{FAAAC640-11C8-436F-8C14-CC24AFBD0187}" type="sibTrans" cxnId="{F90579E8-C397-4A14-B264-976E0D398028}">
      <dgm:prSet/>
      <dgm:spPr/>
      <dgm:t>
        <a:bodyPr/>
        <a:lstStyle/>
        <a:p>
          <a:endParaRPr lang="en-US"/>
        </a:p>
      </dgm:t>
    </dgm:pt>
    <dgm:pt modelId="{23C55F74-674B-421A-ADFF-BD54CE6BD422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/>
            <a:t>Revenue</a:t>
          </a:r>
        </a:p>
      </dgm:t>
    </dgm:pt>
    <dgm:pt modelId="{7E9C2E98-0B7A-4F93-899F-CB4355F124CC}" type="parTrans" cxnId="{E2B8446E-4B42-44BA-9CB6-49E0171041B0}">
      <dgm:prSet/>
      <dgm:spPr/>
      <dgm:t>
        <a:bodyPr/>
        <a:lstStyle/>
        <a:p>
          <a:endParaRPr lang="en-US"/>
        </a:p>
      </dgm:t>
    </dgm:pt>
    <dgm:pt modelId="{534F6011-75BC-4655-A8C5-1FF314082505}" type="sibTrans" cxnId="{E2B8446E-4B42-44BA-9CB6-49E0171041B0}">
      <dgm:prSet/>
      <dgm:spPr/>
      <dgm:t>
        <a:bodyPr/>
        <a:lstStyle/>
        <a:p>
          <a:endParaRPr lang="en-US"/>
        </a:p>
      </dgm:t>
    </dgm:pt>
    <dgm:pt modelId="{200DB486-CD28-48C6-A6E7-444997D2BC99}">
      <dgm:prSet custT="1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1200" dirty="0"/>
            <a:t>Referral</a:t>
          </a:r>
        </a:p>
      </dgm:t>
    </dgm:pt>
    <dgm:pt modelId="{461D9E2C-FAE3-4D28-8A7B-52A7FD3FD6FE}" type="parTrans" cxnId="{BDFE0C26-2A40-40F2-A241-FC7527718D3A}">
      <dgm:prSet/>
      <dgm:spPr/>
      <dgm:t>
        <a:bodyPr/>
        <a:lstStyle/>
        <a:p>
          <a:endParaRPr lang="en-US"/>
        </a:p>
      </dgm:t>
    </dgm:pt>
    <dgm:pt modelId="{62145EF5-D52F-46BD-A18A-08B2D3429BB9}" type="sibTrans" cxnId="{BDFE0C26-2A40-40F2-A241-FC7527718D3A}">
      <dgm:prSet/>
      <dgm:spPr/>
      <dgm:t>
        <a:bodyPr/>
        <a:lstStyle/>
        <a:p>
          <a:endParaRPr lang="en-US"/>
        </a:p>
      </dgm:t>
    </dgm:pt>
    <dgm:pt modelId="{8357268F-3008-4C4B-9EBD-2547A957599D}" type="pres">
      <dgm:prSet presAssocID="{8B6D4DDB-E530-432C-89FF-F59DD28EE37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8041200-4C0E-4F74-8B6A-19733F92D6F6}" type="pres">
      <dgm:prSet presAssocID="{75C599F3-95F9-414D-BD5A-492FF6F1C28F}" presName="hierRoot1" presStyleCnt="0">
        <dgm:presLayoutVars>
          <dgm:hierBranch val="init"/>
        </dgm:presLayoutVars>
      </dgm:prSet>
      <dgm:spPr/>
    </dgm:pt>
    <dgm:pt modelId="{8D429119-1AF3-40B9-90E7-C94CCF0A20C4}" type="pres">
      <dgm:prSet presAssocID="{75C599F3-95F9-414D-BD5A-492FF6F1C28F}" presName="rootComposite1" presStyleCnt="0"/>
      <dgm:spPr/>
    </dgm:pt>
    <dgm:pt modelId="{9DFD9176-6A17-4554-8DF0-8B66709A2854}" type="pres">
      <dgm:prSet presAssocID="{75C599F3-95F9-414D-BD5A-492FF6F1C28F}" presName="rootText1" presStyleLbl="node0" presStyleIdx="0" presStyleCnt="1" custScaleX="79859" custScaleY="60052" custLinFactNeighborX="-2171" custLinFactNeighborY="4545">
        <dgm:presLayoutVars>
          <dgm:chPref val="3"/>
        </dgm:presLayoutVars>
      </dgm:prSet>
      <dgm:spPr/>
    </dgm:pt>
    <dgm:pt modelId="{601F83FA-C1BA-47BF-ABFC-C55D5E417E6B}" type="pres">
      <dgm:prSet presAssocID="{75C599F3-95F9-414D-BD5A-492FF6F1C28F}" presName="rootConnector1" presStyleLbl="node1" presStyleIdx="0" presStyleCnt="0"/>
      <dgm:spPr/>
    </dgm:pt>
    <dgm:pt modelId="{B0977F12-80A0-44C0-9997-24397833E271}" type="pres">
      <dgm:prSet presAssocID="{75C599F3-95F9-414D-BD5A-492FF6F1C28F}" presName="hierChild2" presStyleCnt="0"/>
      <dgm:spPr/>
    </dgm:pt>
    <dgm:pt modelId="{F39757D6-DBDF-4B06-B6DF-B27A926C61DB}" type="pres">
      <dgm:prSet presAssocID="{0CEB3C78-E074-482A-B221-C30063BDA0F6}" presName="Name37" presStyleLbl="parChTrans1D2" presStyleIdx="0" presStyleCnt="5"/>
      <dgm:spPr/>
    </dgm:pt>
    <dgm:pt modelId="{4509B29A-122C-4C36-A231-0441E0551588}" type="pres">
      <dgm:prSet presAssocID="{CD46F9A0-1E3F-4743-8E7C-B16CD4FDCF83}" presName="hierRoot2" presStyleCnt="0">
        <dgm:presLayoutVars>
          <dgm:hierBranch val="init"/>
        </dgm:presLayoutVars>
      </dgm:prSet>
      <dgm:spPr/>
    </dgm:pt>
    <dgm:pt modelId="{FC4693B4-CD61-43B0-B95C-56847065AF38}" type="pres">
      <dgm:prSet presAssocID="{CD46F9A0-1E3F-4743-8E7C-B16CD4FDCF83}" presName="rootComposite" presStyleCnt="0"/>
      <dgm:spPr/>
    </dgm:pt>
    <dgm:pt modelId="{A912B6EC-31E8-4421-890C-4F8D56695338}" type="pres">
      <dgm:prSet presAssocID="{CD46F9A0-1E3F-4743-8E7C-B16CD4FDCF83}" presName="rootText" presStyleLbl="node2" presStyleIdx="0" presStyleCnt="5" custScaleX="91033" custScaleY="48776">
        <dgm:presLayoutVars>
          <dgm:chPref val="3"/>
        </dgm:presLayoutVars>
      </dgm:prSet>
      <dgm:spPr/>
    </dgm:pt>
    <dgm:pt modelId="{F6E24234-C988-4916-BA3A-A4B2B3E90365}" type="pres">
      <dgm:prSet presAssocID="{CD46F9A0-1E3F-4743-8E7C-B16CD4FDCF83}" presName="rootConnector" presStyleLbl="node2" presStyleIdx="0" presStyleCnt="5"/>
      <dgm:spPr/>
    </dgm:pt>
    <dgm:pt modelId="{75F1710E-96C0-4CEB-9186-E0A0D3FC927B}" type="pres">
      <dgm:prSet presAssocID="{CD46F9A0-1E3F-4743-8E7C-B16CD4FDCF83}" presName="hierChild4" presStyleCnt="0"/>
      <dgm:spPr/>
    </dgm:pt>
    <dgm:pt modelId="{3D35220F-3958-451B-B989-745F1EE05EC6}" type="pres">
      <dgm:prSet presAssocID="{CD46F9A0-1E3F-4743-8E7C-B16CD4FDCF83}" presName="hierChild5" presStyleCnt="0"/>
      <dgm:spPr/>
    </dgm:pt>
    <dgm:pt modelId="{AEDD9341-918A-42BB-836E-B2EA522D2426}" type="pres">
      <dgm:prSet presAssocID="{16C91F96-8ED2-41BF-8ABE-76EEA8797CB4}" presName="Name37" presStyleLbl="parChTrans1D2" presStyleIdx="1" presStyleCnt="5"/>
      <dgm:spPr/>
    </dgm:pt>
    <dgm:pt modelId="{E73CFF01-C833-447B-A3D7-4A45C275B4D4}" type="pres">
      <dgm:prSet presAssocID="{06105497-1C2C-4CC2-915E-3681958DFC02}" presName="hierRoot2" presStyleCnt="0">
        <dgm:presLayoutVars>
          <dgm:hierBranch val="init"/>
        </dgm:presLayoutVars>
      </dgm:prSet>
      <dgm:spPr/>
    </dgm:pt>
    <dgm:pt modelId="{5764629A-8102-4B24-B790-B2ACDEA537C7}" type="pres">
      <dgm:prSet presAssocID="{06105497-1C2C-4CC2-915E-3681958DFC02}" presName="rootComposite" presStyleCnt="0"/>
      <dgm:spPr/>
    </dgm:pt>
    <dgm:pt modelId="{DF3CA172-2C06-4717-8AA1-EA088E60B2A0}" type="pres">
      <dgm:prSet presAssocID="{06105497-1C2C-4CC2-915E-3681958DFC02}" presName="rootText" presStyleLbl="node2" presStyleIdx="1" presStyleCnt="5" custScaleX="104326" custScaleY="49582">
        <dgm:presLayoutVars>
          <dgm:chPref val="3"/>
        </dgm:presLayoutVars>
      </dgm:prSet>
      <dgm:spPr/>
    </dgm:pt>
    <dgm:pt modelId="{A5C1AA87-A2E2-40B6-B229-2F5209EA3495}" type="pres">
      <dgm:prSet presAssocID="{06105497-1C2C-4CC2-915E-3681958DFC02}" presName="rootConnector" presStyleLbl="node2" presStyleIdx="1" presStyleCnt="5"/>
      <dgm:spPr/>
    </dgm:pt>
    <dgm:pt modelId="{85DA23F2-9E2E-4DC9-8F48-4BAED60AFFD3}" type="pres">
      <dgm:prSet presAssocID="{06105497-1C2C-4CC2-915E-3681958DFC02}" presName="hierChild4" presStyleCnt="0"/>
      <dgm:spPr/>
    </dgm:pt>
    <dgm:pt modelId="{5C803A81-4D72-4477-B07C-AAF9AB338769}" type="pres">
      <dgm:prSet presAssocID="{06105497-1C2C-4CC2-915E-3681958DFC02}" presName="hierChild5" presStyleCnt="0"/>
      <dgm:spPr/>
    </dgm:pt>
    <dgm:pt modelId="{3270B7A2-7EF3-49B0-BFA1-EC501A1A6878}" type="pres">
      <dgm:prSet presAssocID="{B56459B1-734E-4C9E-AB62-8E949D250AB0}" presName="Name37" presStyleLbl="parChTrans1D2" presStyleIdx="2" presStyleCnt="5"/>
      <dgm:spPr/>
    </dgm:pt>
    <dgm:pt modelId="{0592E9E8-246B-41D6-B80A-1C7325FB011D}" type="pres">
      <dgm:prSet presAssocID="{585A70EF-05FA-4801-833B-0C35F107A7F3}" presName="hierRoot2" presStyleCnt="0">
        <dgm:presLayoutVars>
          <dgm:hierBranch val="init"/>
        </dgm:presLayoutVars>
      </dgm:prSet>
      <dgm:spPr/>
    </dgm:pt>
    <dgm:pt modelId="{EC24103B-FBCA-4C95-95C7-909B14C7CFF7}" type="pres">
      <dgm:prSet presAssocID="{585A70EF-05FA-4801-833B-0C35F107A7F3}" presName="rootComposite" presStyleCnt="0"/>
      <dgm:spPr/>
    </dgm:pt>
    <dgm:pt modelId="{5EA65DD0-854E-4FC4-8927-1DA9D8BD58C8}" type="pres">
      <dgm:prSet presAssocID="{585A70EF-05FA-4801-833B-0C35F107A7F3}" presName="rootText" presStyleLbl="node2" presStyleIdx="2" presStyleCnt="5" custScaleX="101286" custScaleY="50226">
        <dgm:presLayoutVars>
          <dgm:chPref val="3"/>
        </dgm:presLayoutVars>
      </dgm:prSet>
      <dgm:spPr/>
    </dgm:pt>
    <dgm:pt modelId="{779161EC-CA42-4599-B293-AC018684CC57}" type="pres">
      <dgm:prSet presAssocID="{585A70EF-05FA-4801-833B-0C35F107A7F3}" presName="rootConnector" presStyleLbl="node2" presStyleIdx="2" presStyleCnt="5"/>
      <dgm:spPr/>
    </dgm:pt>
    <dgm:pt modelId="{48013FDB-49B3-488C-8CB3-DA56D088E327}" type="pres">
      <dgm:prSet presAssocID="{585A70EF-05FA-4801-833B-0C35F107A7F3}" presName="hierChild4" presStyleCnt="0"/>
      <dgm:spPr/>
    </dgm:pt>
    <dgm:pt modelId="{0D7695B3-F0E8-42E2-B642-533BAB3575DD}" type="pres">
      <dgm:prSet presAssocID="{585A70EF-05FA-4801-833B-0C35F107A7F3}" presName="hierChild5" presStyleCnt="0"/>
      <dgm:spPr/>
    </dgm:pt>
    <dgm:pt modelId="{DC32FF7D-CAA6-4E45-9DAC-3DA24C2077B4}" type="pres">
      <dgm:prSet presAssocID="{7E9C2E98-0B7A-4F93-899F-CB4355F124CC}" presName="Name37" presStyleLbl="parChTrans1D2" presStyleIdx="3" presStyleCnt="5"/>
      <dgm:spPr/>
    </dgm:pt>
    <dgm:pt modelId="{FBC0D122-5214-439D-A825-E2B0C3B71663}" type="pres">
      <dgm:prSet presAssocID="{23C55F74-674B-421A-ADFF-BD54CE6BD422}" presName="hierRoot2" presStyleCnt="0">
        <dgm:presLayoutVars>
          <dgm:hierBranch val="init"/>
        </dgm:presLayoutVars>
      </dgm:prSet>
      <dgm:spPr/>
    </dgm:pt>
    <dgm:pt modelId="{F3AABF39-4BFC-46B9-AC69-CB8A066136B9}" type="pres">
      <dgm:prSet presAssocID="{23C55F74-674B-421A-ADFF-BD54CE6BD422}" presName="rootComposite" presStyleCnt="0"/>
      <dgm:spPr/>
    </dgm:pt>
    <dgm:pt modelId="{3DD46E59-80E9-44B6-9E7A-2D023E633668}" type="pres">
      <dgm:prSet presAssocID="{23C55F74-674B-421A-ADFF-BD54CE6BD422}" presName="rootText" presStyleLbl="node2" presStyleIdx="3" presStyleCnt="5" custScaleX="84751" custScaleY="48949">
        <dgm:presLayoutVars>
          <dgm:chPref val="3"/>
        </dgm:presLayoutVars>
      </dgm:prSet>
      <dgm:spPr/>
    </dgm:pt>
    <dgm:pt modelId="{AC3B1061-68C5-4637-A17E-8720BCC7EAE7}" type="pres">
      <dgm:prSet presAssocID="{23C55F74-674B-421A-ADFF-BD54CE6BD422}" presName="rootConnector" presStyleLbl="node2" presStyleIdx="3" presStyleCnt="5"/>
      <dgm:spPr/>
    </dgm:pt>
    <dgm:pt modelId="{CFC77478-C512-49E0-AB96-ADF8B2922842}" type="pres">
      <dgm:prSet presAssocID="{23C55F74-674B-421A-ADFF-BD54CE6BD422}" presName="hierChild4" presStyleCnt="0"/>
      <dgm:spPr/>
    </dgm:pt>
    <dgm:pt modelId="{B6635058-31E2-4038-82BB-C69517D1BC5A}" type="pres">
      <dgm:prSet presAssocID="{23C55F74-674B-421A-ADFF-BD54CE6BD422}" presName="hierChild5" presStyleCnt="0"/>
      <dgm:spPr/>
    </dgm:pt>
    <dgm:pt modelId="{E481EAE5-DE2D-4DD2-8B9A-D6D19CCF3D8A}" type="pres">
      <dgm:prSet presAssocID="{461D9E2C-FAE3-4D28-8A7B-52A7FD3FD6FE}" presName="Name37" presStyleLbl="parChTrans1D2" presStyleIdx="4" presStyleCnt="5"/>
      <dgm:spPr/>
    </dgm:pt>
    <dgm:pt modelId="{FFC58DEE-A08E-4A9E-9A2F-750EAB1B8CD9}" type="pres">
      <dgm:prSet presAssocID="{200DB486-CD28-48C6-A6E7-444997D2BC99}" presName="hierRoot2" presStyleCnt="0">
        <dgm:presLayoutVars>
          <dgm:hierBranch val="init"/>
        </dgm:presLayoutVars>
      </dgm:prSet>
      <dgm:spPr/>
    </dgm:pt>
    <dgm:pt modelId="{7E01F8F9-E6DE-4968-BBAB-EC4201643403}" type="pres">
      <dgm:prSet presAssocID="{200DB486-CD28-48C6-A6E7-444997D2BC99}" presName="rootComposite" presStyleCnt="0"/>
      <dgm:spPr/>
    </dgm:pt>
    <dgm:pt modelId="{8DA3EE08-6271-4DC3-92BF-B7560BE81381}" type="pres">
      <dgm:prSet presAssocID="{200DB486-CD28-48C6-A6E7-444997D2BC99}" presName="rootText" presStyleLbl="node2" presStyleIdx="4" presStyleCnt="5" custScaleX="84966" custScaleY="52139">
        <dgm:presLayoutVars>
          <dgm:chPref val="3"/>
        </dgm:presLayoutVars>
      </dgm:prSet>
      <dgm:spPr/>
    </dgm:pt>
    <dgm:pt modelId="{F5B44452-A6C1-41C1-89F5-91479554FF46}" type="pres">
      <dgm:prSet presAssocID="{200DB486-CD28-48C6-A6E7-444997D2BC99}" presName="rootConnector" presStyleLbl="node2" presStyleIdx="4" presStyleCnt="5"/>
      <dgm:spPr/>
    </dgm:pt>
    <dgm:pt modelId="{86AC2514-FEFB-4163-968A-E08E698DCC15}" type="pres">
      <dgm:prSet presAssocID="{200DB486-CD28-48C6-A6E7-444997D2BC99}" presName="hierChild4" presStyleCnt="0"/>
      <dgm:spPr/>
    </dgm:pt>
    <dgm:pt modelId="{6D89C27E-1D98-4297-BAE9-4A4C6468546A}" type="pres">
      <dgm:prSet presAssocID="{200DB486-CD28-48C6-A6E7-444997D2BC99}" presName="hierChild5" presStyleCnt="0"/>
      <dgm:spPr/>
    </dgm:pt>
    <dgm:pt modelId="{2B674B74-DFEE-493F-A900-D6CE969DAC95}" type="pres">
      <dgm:prSet presAssocID="{75C599F3-95F9-414D-BD5A-492FF6F1C28F}" presName="hierChild3" presStyleCnt="0"/>
      <dgm:spPr/>
    </dgm:pt>
  </dgm:ptLst>
  <dgm:cxnLst>
    <dgm:cxn modelId="{DD6D4D02-A635-41DF-90E7-43CF29D9DF7A}" type="presOf" srcId="{8B6D4DDB-E530-432C-89FF-F59DD28EE37F}" destId="{8357268F-3008-4C4B-9EBD-2547A957599D}" srcOrd="0" destOrd="0" presId="urn:microsoft.com/office/officeart/2005/8/layout/orgChart1"/>
    <dgm:cxn modelId="{C6FDB00C-E5CA-4CC6-8BB3-33725C9DCA92}" type="presOf" srcId="{585A70EF-05FA-4801-833B-0C35F107A7F3}" destId="{5EA65DD0-854E-4FC4-8927-1DA9D8BD58C8}" srcOrd="0" destOrd="0" presId="urn:microsoft.com/office/officeart/2005/8/layout/orgChart1"/>
    <dgm:cxn modelId="{4E52AF13-4FF9-4BA2-B25D-80C6041D347F}" type="presOf" srcId="{CD46F9A0-1E3F-4743-8E7C-B16CD4FDCF83}" destId="{F6E24234-C988-4916-BA3A-A4B2B3E90365}" srcOrd="1" destOrd="0" presId="urn:microsoft.com/office/officeart/2005/8/layout/orgChart1"/>
    <dgm:cxn modelId="{BDFE0C26-2A40-40F2-A241-FC7527718D3A}" srcId="{75C599F3-95F9-414D-BD5A-492FF6F1C28F}" destId="{200DB486-CD28-48C6-A6E7-444997D2BC99}" srcOrd="4" destOrd="0" parTransId="{461D9E2C-FAE3-4D28-8A7B-52A7FD3FD6FE}" sibTransId="{62145EF5-D52F-46BD-A18A-08B2D3429BB9}"/>
    <dgm:cxn modelId="{A82F405B-4B97-458E-9BAC-1631F4A6F4F9}" srcId="{8B6D4DDB-E530-432C-89FF-F59DD28EE37F}" destId="{75C599F3-95F9-414D-BD5A-492FF6F1C28F}" srcOrd="0" destOrd="0" parTransId="{0A01F48F-0220-4A91-9EAE-9F598B0ED15E}" sibTransId="{ABF59385-73B6-4DAC-A49A-92ADB191FA81}"/>
    <dgm:cxn modelId="{1F73AF66-02A1-49E6-AD3E-6ACD450D1471}" type="presOf" srcId="{23C55F74-674B-421A-ADFF-BD54CE6BD422}" destId="{AC3B1061-68C5-4637-A17E-8720BCC7EAE7}" srcOrd="1" destOrd="0" presId="urn:microsoft.com/office/officeart/2005/8/layout/orgChart1"/>
    <dgm:cxn modelId="{C2B1844D-5BFD-4BA6-90F5-F551DB6B00BF}" srcId="{75C599F3-95F9-414D-BD5A-492FF6F1C28F}" destId="{CD46F9A0-1E3F-4743-8E7C-B16CD4FDCF83}" srcOrd="0" destOrd="0" parTransId="{0CEB3C78-E074-482A-B221-C30063BDA0F6}" sibTransId="{E3743352-DBA1-49AF-8C0B-F363642545F5}"/>
    <dgm:cxn modelId="{E2B8446E-4B42-44BA-9CB6-49E0171041B0}" srcId="{75C599F3-95F9-414D-BD5A-492FF6F1C28F}" destId="{23C55F74-674B-421A-ADFF-BD54CE6BD422}" srcOrd="3" destOrd="0" parTransId="{7E9C2E98-0B7A-4F93-899F-CB4355F124CC}" sibTransId="{534F6011-75BC-4655-A8C5-1FF314082505}"/>
    <dgm:cxn modelId="{89816E71-593E-43A1-BA84-2E5C2697D8AC}" type="presOf" srcId="{0CEB3C78-E074-482A-B221-C30063BDA0F6}" destId="{F39757D6-DBDF-4B06-B6DF-B27A926C61DB}" srcOrd="0" destOrd="0" presId="urn:microsoft.com/office/officeart/2005/8/layout/orgChart1"/>
    <dgm:cxn modelId="{FA646D52-302C-4210-B8EF-2AD3CE5069AB}" type="presOf" srcId="{461D9E2C-FAE3-4D28-8A7B-52A7FD3FD6FE}" destId="{E481EAE5-DE2D-4DD2-8B9A-D6D19CCF3D8A}" srcOrd="0" destOrd="0" presId="urn:microsoft.com/office/officeart/2005/8/layout/orgChart1"/>
    <dgm:cxn modelId="{1C962E73-69A2-4FC9-BE19-7F690196593E}" type="presOf" srcId="{75C599F3-95F9-414D-BD5A-492FF6F1C28F}" destId="{601F83FA-C1BA-47BF-ABFC-C55D5E417E6B}" srcOrd="1" destOrd="0" presId="urn:microsoft.com/office/officeart/2005/8/layout/orgChart1"/>
    <dgm:cxn modelId="{966D5A5A-B145-41E1-B5A2-CA09C5749F6C}" type="presOf" srcId="{75C599F3-95F9-414D-BD5A-492FF6F1C28F}" destId="{9DFD9176-6A17-4554-8DF0-8B66709A2854}" srcOrd="0" destOrd="0" presId="urn:microsoft.com/office/officeart/2005/8/layout/orgChart1"/>
    <dgm:cxn modelId="{175AC186-54B8-413F-888B-6E8B8F552AEF}" type="presOf" srcId="{CD46F9A0-1E3F-4743-8E7C-B16CD4FDCF83}" destId="{A912B6EC-31E8-4421-890C-4F8D56695338}" srcOrd="0" destOrd="0" presId="urn:microsoft.com/office/officeart/2005/8/layout/orgChart1"/>
    <dgm:cxn modelId="{DA7A938A-BCEF-452E-AB13-E52DBE634728}" type="presOf" srcId="{585A70EF-05FA-4801-833B-0C35F107A7F3}" destId="{779161EC-CA42-4599-B293-AC018684CC57}" srcOrd="1" destOrd="0" presId="urn:microsoft.com/office/officeart/2005/8/layout/orgChart1"/>
    <dgm:cxn modelId="{DD5FE98C-3835-4D8A-917A-11FFE5D2FD05}" type="presOf" srcId="{16C91F96-8ED2-41BF-8ABE-76EEA8797CB4}" destId="{AEDD9341-918A-42BB-836E-B2EA522D2426}" srcOrd="0" destOrd="0" presId="urn:microsoft.com/office/officeart/2005/8/layout/orgChart1"/>
    <dgm:cxn modelId="{6E0D0C8F-B6DA-441A-8066-C6D2805DE547}" type="presOf" srcId="{200DB486-CD28-48C6-A6E7-444997D2BC99}" destId="{F5B44452-A6C1-41C1-89F5-91479554FF46}" srcOrd="1" destOrd="0" presId="urn:microsoft.com/office/officeart/2005/8/layout/orgChart1"/>
    <dgm:cxn modelId="{22CAEFC3-5293-4F69-B4D5-5C2BADD11456}" type="presOf" srcId="{200DB486-CD28-48C6-A6E7-444997D2BC99}" destId="{8DA3EE08-6271-4DC3-92BF-B7560BE81381}" srcOrd="0" destOrd="0" presId="urn:microsoft.com/office/officeart/2005/8/layout/orgChart1"/>
    <dgm:cxn modelId="{5C0847C6-4390-4D72-97FF-F7D7C83C053E}" type="presOf" srcId="{23C55F74-674B-421A-ADFF-BD54CE6BD422}" destId="{3DD46E59-80E9-44B6-9E7A-2D023E633668}" srcOrd="0" destOrd="0" presId="urn:microsoft.com/office/officeart/2005/8/layout/orgChart1"/>
    <dgm:cxn modelId="{D5B757C8-7142-448C-B5C6-29709943C8B9}" type="presOf" srcId="{7E9C2E98-0B7A-4F93-899F-CB4355F124CC}" destId="{DC32FF7D-CAA6-4E45-9DAC-3DA24C2077B4}" srcOrd="0" destOrd="0" presId="urn:microsoft.com/office/officeart/2005/8/layout/orgChart1"/>
    <dgm:cxn modelId="{FEFEE8CC-E074-43EC-A083-987C6F182C73}" type="presOf" srcId="{06105497-1C2C-4CC2-915E-3681958DFC02}" destId="{A5C1AA87-A2E2-40B6-B229-2F5209EA3495}" srcOrd="1" destOrd="0" presId="urn:microsoft.com/office/officeart/2005/8/layout/orgChart1"/>
    <dgm:cxn modelId="{56E5C3D2-AEF6-4422-AB00-B370B732AE06}" type="presOf" srcId="{06105497-1C2C-4CC2-915E-3681958DFC02}" destId="{DF3CA172-2C06-4717-8AA1-EA088E60B2A0}" srcOrd="0" destOrd="0" presId="urn:microsoft.com/office/officeart/2005/8/layout/orgChart1"/>
    <dgm:cxn modelId="{E7E6C0DC-6AB4-4811-86A0-99635AF6BD70}" type="presOf" srcId="{B56459B1-734E-4C9E-AB62-8E949D250AB0}" destId="{3270B7A2-7EF3-49B0-BFA1-EC501A1A6878}" srcOrd="0" destOrd="0" presId="urn:microsoft.com/office/officeart/2005/8/layout/orgChart1"/>
    <dgm:cxn modelId="{B11068E2-D7F4-4DD7-8B9C-463EA9199AEF}" srcId="{75C599F3-95F9-414D-BD5A-492FF6F1C28F}" destId="{06105497-1C2C-4CC2-915E-3681958DFC02}" srcOrd="1" destOrd="0" parTransId="{16C91F96-8ED2-41BF-8ABE-76EEA8797CB4}" sibTransId="{D45A0650-199B-4FE4-815A-84752BCE5951}"/>
    <dgm:cxn modelId="{F90579E8-C397-4A14-B264-976E0D398028}" srcId="{75C599F3-95F9-414D-BD5A-492FF6F1C28F}" destId="{585A70EF-05FA-4801-833B-0C35F107A7F3}" srcOrd="2" destOrd="0" parTransId="{B56459B1-734E-4C9E-AB62-8E949D250AB0}" sibTransId="{FAAAC640-11C8-436F-8C14-CC24AFBD0187}"/>
    <dgm:cxn modelId="{5DA52CE7-E7C6-4115-ACB4-5530E8156244}" type="presParOf" srcId="{8357268F-3008-4C4B-9EBD-2547A957599D}" destId="{88041200-4C0E-4F74-8B6A-19733F92D6F6}" srcOrd="0" destOrd="0" presId="urn:microsoft.com/office/officeart/2005/8/layout/orgChart1"/>
    <dgm:cxn modelId="{C66D4DF1-BFFB-40C8-AA99-E24FC6E192EA}" type="presParOf" srcId="{88041200-4C0E-4F74-8B6A-19733F92D6F6}" destId="{8D429119-1AF3-40B9-90E7-C94CCF0A20C4}" srcOrd="0" destOrd="0" presId="urn:microsoft.com/office/officeart/2005/8/layout/orgChart1"/>
    <dgm:cxn modelId="{FDB4434E-73B1-427D-A616-82048891D9F0}" type="presParOf" srcId="{8D429119-1AF3-40B9-90E7-C94CCF0A20C4}" destId="{9DFD9176-6A17-4554-8DF0-8B66709A2854}" srcOrd="0" destOrd="0" presId="urn:microsoft.com/office/officeart/2005/8/layout/orgChart1"/>
    <dgm:cxn modelId="{3BABAED7-99D5-42E4-AD0C-302141E9867C}" type="presParOf" srcId="{8D429119-1AF3-40B9-90E7-C94CCF0A20C4}" destId="{601F83FA-C1BA-47BF-ABFC-C55D5E417E6B}" srcOrd="1" destOrd="0" presId="urn:microsoft.com/office/officeart/2005/8/layout/orgChart1"/>
    <dgm:cxn modelId="{7FA5B45A-B899-4794-A758-0FADC7E2A431}" type="presParOf" srcId="{88041200-4C0E-4F74-8B6A-19733F92D6F6}" destId="{B0977F12-80A0-44C0-9997-24397833E271}" srcOrd="1" destOrd="0" presId="urn:microsoft.com/office/officeart/2005/8/layout/orgChart1"/>
    <dgm:cxn modelId="{2C4AAB7D-45A7-4170-8D53-B5A31D46E3C4}" type="presParOf" srcId="{B0977F12-80A0-44C0-9997-24397833E271}" destId="{F39757D6-DBDF-4B06-B6DF-B27A926C61DB}" srcOrd="0" destOrd="0" presId="urn:microsoft.com/office/officeart/2005/8/layout/orgChart1"/>
    <dgm:cxn modelId="{E66A3AF5-5C0E-4D2F-850F-19B6DDB5B20E}" type="presParOf" srcId="{B0977F12-80A0-44C0-9997-24397833E271}" destId="{4509B29A-122C-4C36-A231-0441E0551588}" srcOrd="1" destOrd="0" presId="urn:microsoft.com/office/officeart/2005/8/layout/orgChart1"/>
    <dgm:cxn modelId="{4DF0FDD7-CF57-4F9D-96A1-99A88DD96FC7}" type="presParOf" srcId="{4509B29A-122C-4C36-A231-0441E0551588}" destId="{FC4693B4-CD61-43B0-B95C-56847065AF38}" srcOrd="0" destOrd="0" presId="urn:microsoft.com/office/officeart/2005/8/layout/orgChart1"/>
    <dgm:cxn modelId="{FEB6FA3B-09C9-489F-A411-9CAA51422B57}" type="presParOf" srcId="{FC4693B4-CD61-43B0-B95C-56847065AF38}" destId="{A912B6EC-31E8-4421-890C-4F8D56695338}" srcOrd="0" destOrd="0" presId="urn:microsoft.com/office/officeart/2005/8/layout/orgChart1"/>
    <dgm:cxn modelId="{0D5EABFA-B3D3-4BCA-A154-4F91C642FD88}" type="presParOf" srcId="{FC4693B4-CD61-43B0-B95C-56847065AF38}" destId="{F6E24234-C988-4916-BA3A-A4B2B3E90365}" srcOrd="1" destOrd="0" presId="urn:microsoft.com/office/officeart/2005/8/layout/orgChart1"/>
    <dgm:cxn modelId="{5ACF0101-12EA-41FF-90C4-92D7CFB7B8C8}" type="presParOf" srcId="{4509B29A-122C-4C36-A231-0441E0551588}" destId="{75F1710E-96C0-4CEB-9186-E0A0D3FC927B}" srcOrd="1" destOrd="0" presId="urn:microsoft.com/office/officeart/2005/8/layout/orgChart1"/>
    <dgm:cxn modelId="{F3D0EC11-FBC5-4C62-84A8-EF595950E054}" type="presParOf" srcId="{4509B29A-122C-4C36-A231-0441E0551588}" destId="{3D35220F-3958-451B-B989-745F1EE05EC6}" srcOrd="2" destOrd="0" presId="urn:microsoft.com/office/officeart/2005/8/layout/orgChart1"/>
    <dgm:cxn modelId="{4742DDDD-60A1-4BE9-99F7-1D11360E5D60}" type="presParOf" srcId="{B0977F12-80A0-44C0-9997-24397833E271}" destId="{AEDD9341-918A-42BB-836E-B2EA522D2426}" srcOrd="2" destOrd="0" presId="urn:microsoft.com/office/officeart/2005/8/layout/orgChart1"/>
    <dgm:cxn modelId="{8003E7AB-481D-4FEA-82DA-453EB249290B}" type="presParOf" srcId="{B0977F12-80A0-44C0-9997-24397833E271}" destId="{E73CFF01-C833-447B-A3D7-4A45C275B4D4}" srcOrd="3" destOrd="0" presId="urn:microsoft.com/office/officeart/2005/8/layout/orgChart1"/>
    <dgm:cxn modelId="{C38E2E44-B8F2-412C-9135-1F17B2F82773}" type="presParOf" srcId="{E73CFF01-C833-447B-A3D7-4A45C275B4D4}" destId="{5764629A-8102-4B24-B790-B2ACDEA537C7}" srcOrd="0" destOrd="0" presId="urn:microsoft.com/office/officeart/2005/8/layout/orgChart1"/>
    <dgm:cxn modelId="{893018C5-9B62-4385-AA63-B09CCB962BA8}" type="presParOf" srcId="{5764629A-8102-4B24-B790-B2ACDEA537C7}" destId="{DF3CA172-2C06-4717-8AA1-EA088E60B2A0}" srcOrd="0" destOrd="0" presId="urn:microsoft.com/office/officeart/2005/8/layout/orgChart1"/>
    <dgm:cxn modelId="{F0632F45-0015-4461-8276-C3C1FBF47775}" type="presParOf" srcId="{5764629A-8102-4B24-B790-B2ACDEA537C7}" destId="{A5C1AA87-A2E2-40B6-B229-2F5209EA3495}" srcOrd="1" destOrd="0" presId="urn:microsoft.com/office/officeart/2005/8/layout/orgChart1"/>
    <dgm:cxn modelId="{173314D2-0DD8-4BEB-9C80-BDAACD90DF74}" type="presParOf" srcId="{E73CFF01-C833-447B-A3D7-4A45C275B4D4}" destId="{85DA23F2-9E2E-4DC9-8F48-4BAED60AFFD3}" srcOrd="1" destOrd="0" presId="urn:microsoft.com/office/officeart/2005/8/layout/orgChart1"/>
    <dgm:cxn modelId="{C132DB3C-FB8E-4B78-A26E-B2FF38D5AA19}" type="presParOf" srcId="{E73CFF01-C833-447B-A3D7-4A45C275B4D4}" destId="{5C803A81-4D72-4477-B07C-AAF9AB338769}" srcOrd="2" destOrd="0" presId="urn:microsoft.com/office/officeart/2005/8/layout/orgChart1"/>
    <dgm:cxn modelId="{FACEAB0B-EF80-45ED-84D4-83C7510F2CFF}" type="presParOf" srcId="{B0977F12-80A0-44C0-9997-24397833E271}" destId="{3270B7A2-7EF3-49B0-BFA1-EC501A1A6878}" srcOrd="4" destOrd="0" presId="urn:microsoft.com/office/officeart/2005/8/layout/orgChart1"/>
    <dgm:cxn modelId="{E5A94DEB-069D-44CA-A9CC-682681C86304}" type="presParOf" srcId="{B0977F12-80A0-44C0-9997-24397833E271}" destId="{0592E9E8-246B-41D6-B80A-1C7325FB011D}" srcOrd="5" destOrd="0" presId="urn:microsoft.com/office/officeart/2005/8/layout/orgChart1"/>
    <dgm:cxn modelId="{56472D5C-B8FF-447C-BD21-4141D3FE227C}" type="presParOf" srcId="{0592E9E8-246B-41D6-B80A-1C7325FB011D}" destId="{EC24103B-FBCA-4C95-95C7-909B14C7CFF7}" srcOrd="0" destOrd="0" presId="urn:microsoft.com/office/officeart/2005/8/layout/orgChart1"/>
    <dgm:cxn modelId="{D265F4C9-F190-4D65-87EE-95A73E58A370}" type="presParOf" srcId="{EC24103B-FBCA-4C95-95C7-909B14C7CFF7}" destId="{5EA65DD0-854E-4FC4-8927-1DA9D8BD58C8}" srcOrd="0" destOrd="0" presId="urn:microsoft.com/office/officeart/2005/8/layout/orgChart1"/>
    <dgm:cxn modelId="{6633E6B2-5DD4-4355-B3DC-7A302497A4AF}" type="presParOf" srcId="{EC24103B-FBCA-4C95-95C7-909B14C7CFF7}" destId="{779161EC-CA42-4599-B293-AC018684CC57}" srcOrd="1" destOrd="0" presId="urn:microsoft.com/office/officeart/2005/8/layout/orgChart1"/>
    <dgm:cxn modelId="{BBEEB949-CE80-4425-BBBA-74B12565688D}" type="presParOf" srcId="{0592E9E8-246B-41D6-B80A-1C7325FB011D}" destId="{48013FDB-49B3-488C-8CB3-DA56D088E327}" srcOrd="1" destOrd="0" presId="urn:microsoft.com/office/officeart/2005/8/layout/orgChart1"/>
    <dgm:cxn modelId="{B3397347-7542-4E32-BA8F-F4D0FF437F20}" type="presParOf" srcId="{0592E9E8-246B-41D6-B80A-1C7325FB011D}" destId="{0D7695B3-F0E8-42E2-B642-533BAB3575DD}" srcOrd="2" destOrd="0" presId="urn:microsoft.com/office/officeart/2005/8/layout/orgChart1"/>
    <dgm:cxn modelId="{E073D4D2-EFE0-4389-B458-D07702569A3B}" type="presParOf" srcId="{B0977F12-80A0-44C0-9997-24397833E271}" destId="{DC32FF7D-CAA6-4E45-9DAC-3DA24C2077B4}" srcOrd="6" destOrd="0" presId="urn:microsoft.com/office/officeart/2005/8/layout/orgChart1"/>
    <dgm:cxn modelId="{8B8B7392-9E93-46BB-9415-36547B885E99}" type="presParOf" srcId="{B0977F12-80A0-44C0-9997-24397833E271}" destId="{FBC0D122-5214-439D-A825-E2B0C3B71663}" srcOrd="7" destOrd="0" presId="urn:microsoft.com/office/officeart/2005/8/layout/orgChart1"/>
    <dgm:cxn modelId="{02C50E79-8FA7-493F-8454-0FC804FF70C3}" type="presParOf" srcId="{FBC0D122-5214-439D-A825-E2B0C3B71663}" destId="{F3AABF39-4BFC-46B9-AC69-CB8A066136B9}" srcOrd="0" destOrd="0" presId="urn:microsoft.com/office/officeart/2005/8/layout/orgChart1"/>
    <dgm:cxn modelId="{29680277-6220-402B-9D6D-A2FAEF7291E5}" type="presParOf" srcId="{F3AABF39-4BFC-46B9-AC69-CB8A066136B9}" destId="{3DD46E59-80E9-44B6-9E7A-2D023E633668}" srcOrd="0" destOrd="0" presId="urn:microsoft.com/office/officeart/2005/8/layout/orgChart1"/>
    <dgm:cxn modelId="{8254E4CB-9FFB-46D2-97ED-0C0343571B7D}" type="presParOf" srcId="{F3AABF39-4BFC-46B9-AC69-CB8A066136B9}" destId="{AC3B1061-68C5-4637-A17E-8720BCC7EAE7}" srcOrd="1" destOrd="0" presId="urn:microsoft.com/office/officeart/2005/8/layout/orgChart1"/>
    <dgm:cxn modelId="{64678DDD-17C1-4926-B15A-355580E74070}" type="presParOf" srcId="{FBC0D122-5214-439D-A825-E2B0C3B71663}" destId="{CFC77478-C512-49E0-AB96-ADF8B2922842}" srcOrd="1" destOrd="0" presId="urn:microsoft.com/office/officeart/2005/8/layout/orgChart1"/>
    <dgm:cxn modelId="{0F1A8E97-09F0-4E9B-B5C7-882264D60DA2}" type="presParOf" srcId="{FBC0D122-5214-439D-A825-E2B0C3B71663}" destId="{B6635058-31E2-4038-82BB-C69517D1BC5A}" srcOrd="2" destOrd="0" presId="urn:microsoft.com/office/officeart/2005/8/layout/orgChart1"/>
    <dgm:cxn modelId="{235EEA9D-CAFE-4C58-9FD0-97CDEEC44784}" type="presParOf" srcId="{B0977F12-80A0-44C0-9997-24397833E271}" destId="{E481EAE5-DE2D-4DD2-8B9A-D6D19CCF3D8A}" srcOrd="8" destOrd="0" presId="urn:microsoft.com/office/officeart/2005/8/layout/orgChart1"/>
    <dgm:cxn modelId="{443DBD72-D754-4D02-8924-4175893B231D}" type="presParOf" srcId="{B0977F12-80A0-44C0-9997-24397833E271}" destId="{FFC58DEE-A08E-4A9E-9A2F-750EAB1B8CD9}" srcOrd="9" destOrd="0" presId="urn:microsoft.com/office/officeart/2005/8/layout/orgChart1"/>
    <dgm:cxn modelId="{0C2E5131-5FC7-49FE-9E48-D50EA784ED6E}" type="presParOf" srcId="{FFC58DEE-A08E-4A9E-9A2F-750EAB1B8CD9}" destId="{7E01F8F9-E6DE-4968-BBAB-EC4201643403}" srcOrd="0" destOrd="0" presId="urn:microsoft.com/office/officeart/2005/8/layout/orgChart1"/>
    <dgm:cxn modelId="{EED1E5DC-4419-4E5D-8782-B25BFCA90FFF}" type="presParOf" srcId="{7E01F8F9-E6DE-4968-BBAB-EC4201643403}" destId="{8DA3EE08-6271-4DC3-92BF-B7560BE81381}" srcOrd="0" destOrd="0" presId="urn:microsoft.com/office/officeart/2005/8/layout/orgChart1"/>
    <dgm:cxn modelId="{ACDE6CFB-2AD0-4026-9A4B-CD9565072C80}" type="presParOf" srcId="{7E01F8F9-E6DE-4968-BBAB-EC4201643403}" destId="{F5B44452-A6C1-41C1-89F5-91479554FF46}" srcOrd="1" destOrd="0" presId="urn:microsoft.com/office/officeart/2005/8/layout/orgChart1"/>
    <dgm:cxn modelId="{E04EA678-BA36-4A36-9A7A-3D781C193F04}" type="presParOf" srcId="{FFC58DEE-A08E-4A9E-9A2F-750EAB1B8CD9}" destId="{86AC2514-FEFB-4163-968A-E08E698DCC15}" srcOrd="1" destOrd="0" presId="urn:microsoft.com/office/officeart/2005/8/layout/orgChart1"/>
    <dgm:cxn modelId="{FC95D764-941D-4510-AEE9-46E383D78516}" type="presParOf" srcId="{FFC58DEE-A08E-4A9E-9A2F-750EAB1B8CD9}" destId="{6D89C27E-1D98-4297-BAE9-4A4C6468546A}" srcOrd="2" destOrd="0" presId="urn:microsoft.com/office/officeart/2005/8/layout/orgChart1"/>
    <dgm:cxn modelId="{1617385D-EC9C-4141-8C23-99DEDD1A650B}" type="presParOf" srcId="{88041200-4C0E-4F74-8B6A-19733F92D6F6}" destId="{2B674B74-DFEE-493F-A900-D6CE969DAC9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96DBA-D081-411C-A292-07091908581C}">
      <dsp:nvSpPr>
        <dsp:cNvPr id="0" name=""/>
        <dsp:cNvSpPr/>
      </dsp:nvSpPr>
      <dsp:spPr>
        <a:xfrm>
          <a:off x="1744" y="1860876"/>
          <a:ext cx="1552621" cy="621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Application on Superset</a:t>
          </a:r>
        </a:p>
      </dsp:txBody>
      <dsp:txXfrm>
        <a:off x="312268" y="1860876"/>
        <a:ext cx="931573" cy="621048"/>
      </dsp:txXfrm>
    </dsp:sp>
    <dsp:sp modelId="{A3F5A1BA-55CF-48DD-B5AF-3181E8222A2C}">
      <dsp:nvSpPr>
        <dsp:cNvPr id="0" name=""/>
        <dsp:cNvSpPr/>
      </dsp:nvSpPr>
      <dsp:spPr>
        <a:xfrm>
          <a:off x="1399103" y="1860876"/>
          <a:ext cx="1552621" cy="621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Case Submission</a:t>
          </a:r>
        </a:p>
      </dsp:txBody>
      <dsp:txXfrm>
        <a:off x="1709627" y="1860876"/>
        <a:ext cx="931573" cy="621048"/>
      </dsp:txXfrm>
    </dsp:sp>
    <dsp:sp modelId="{93A4626F-E90D-431D-AC6C-9C1B4F27748A}">
      <dsp:nvSpPr>
        <dsp:cNvPr id="0" name=""/>
        <dsp:cNvSpPr/>
      </dsp:nvSpPr>
      <dsp:spPr>
        <a:xfrm>
          <a:off x="2796462" y="1860876"/>
          <a:ext cx="1552621" cy="621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Shortlists Released</a:t>
          </a:r>
        </a:p>
      </dsp:txBody>
      <dsp:txXfrm>
        <a:off x="3106986" y="1860876"/>
        <a:ext cx="931573" cy="621048"/>
      </dsp:txXfrm>
    </dsp:sp>
    <dsp:sp modelId="{7975A678-8E89-4E2B-BBCC-E487EAE19850}">
      <dsp:nvSpPr>
        <dsp:cNvPr id="0" name=""/>
        <dsp:cNvSpPr/>
      </dsp:nvSpPr>
      <dsp:spPr>
        <a:xfrm>
          <a:off x="4193822" y="1860876"/>
          <a:ext cx="1552621" cy="621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Interview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700" kern="1200" dirty="0"/>
            <a:t>(Submission based, Technical, Product Cases)</a:t>
          </a:r>
        </a:p>
      </dsp:txBody>
      <dsp:txXfrm>
        <a:off x="4504346" y="1860876"/>
        <a:ext cx="931573" cy="621048"/>
      </dsp:txXfrm>
    </dsp:sp>
    <dsp:sp modelId="{FCA0CC4E-650A-42D2-8901-CB29615D18A5}">
      <dsp:nvSpPr>
        <dsp:cNvPr id="0" name=""/>
        <dsp:cNvSpPr/>
      </dsp:nvSpPr>
      <dsp:spPr>
        <a:xfrm>
          <a:off x="5591181" y="1860876"/>
          <a:ext cx="1552621" cy="62104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HR Interview</a:t>
          </a:r>
        </a:p>
      </dsp:txBody>
      <dsp:txXfrm>
        <a:off x="5901705" y="1860876"/>
        <a:ext cx="931573" cy="6210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CF4DA-8913-473D-B801-478E212E3A55}">
      <dsp:nvSpPr>
        <dsp:cNvPr id="0" name=""/>
        <dsp:cNvSpPr/>
      </dsp:nvSpPr>
      <dsp:spPr>
        <a:xfrm>
          <a:off x="1126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Login</a:t>
          </a:r>
        </a:p>
      </dsp:txBody>
      <dsp:txXfrm>
        <a:off x="220201" y="0"/>
        <a:ext cx="748464" cy="438150"/>
      </dsp:txXfrm>
    </dsp:sp>
    <dsp:sp modelId="{AD264F6C-6C22-4700-9E20-41172A525ABF}">
      <dsp:nvSpPr>
        <dsp:cNvPr id="0" name=""/>
        <dsp:cNvSpPr/>
      </dsp:nvSpPr>
      <dsp:spPr>
        <a:xfrm>
          <a:off x="1069078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Home Page</a:t>
          </a:r>
        </a:p>
      </dsp:txBody>
      <dsp:txXfrm>
        <a:off x="1288153" y="0"/>
        <a:ext cx="748464" cy="438150"/>
      </dsp:txXfrm>
    </dsp:sp>
    <dsp:sp modelId="{5C418D79-7886-4CB1-BF45-D92D071BADDB}">
      <dsp:nvSpPr>
        <dsp:cNvPr id="0" name=""/>
        <dsp:cNvSpPr/>
      </dsp:nvSpPr>
      <dsp:spPr>
        <a:xfrm>
          <a:off x="2137031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Input Destination</a:t>
          </a:r>
        </a:p>
      </dsp:txBody>
      <dsp:txXfrm>
        <a:off x="2356106" y="0"/>
        <a:ext cx="748464" cy="438150"/>
      </dsp:txXfrm>
    </dsp:sp>
    <dsp:sp modelId="{767C13C8-0B0A-4534-869B-D7B70F15EBA3}">
      <dsp:nvSpPr>
        <dsp:cNvPr id="0" name=""/>
        <dsp:cNvSpPr/>
      </dsp:nvSpPr>
      <dsp:spPr>
        <a:xfrm>
          <a:off x="3204984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Select Cab type</a:t>
          </a:r>
        </a:p>
      </dsp:txBody>
      <dsp:txXfrm>
        <a:off x="3424059" y="0"/>
        <a:ext cx="748464" cy="438150"/>
      </dsp:txXfrm>
    </dsp:sp>
    <dsp:sp modelId="{CC32F0BB-7836-45AB-868F-1AD3D7BD8E15}">
      <dsp:nvSpPr>
        <dsp:cNvPr id="0" name=""/>
        <dsp:cNvSpPr/>
      </dsp:nvSpPr>
      <dsp:spPr>
        <a:xfrm>
          <a:off x="4272937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Select Payment Method</a:t>
          </a:r>
        </a:p>
      </dsp:txBody>
      <dsp:txXfrm>
        <a:off x="4492012" y="0"/>
        <a:ext cx="748464" cy="438150"/>
      </dsp:txXfrm>
    </dsp:sp>
    <dsp:sp modelId="{A02E4877-E655-481B-8C7C-986D50EFD12F}">
      <dsp:nvSpPr>
        <dsp:cNvPr id="0" name=""/>
        <dsp:cNvSpPr/>
      </dsp:nvSpPr>
      <dsp:spPr>
        <a:xfrm>
          <a:off x="5340889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Pickup</a:t>
          </a:r>
        </a:p>
      </dsp:txBody>
      <dsp:txXfrm>
        <a:off x="5559964" y="0"/>
        <a:ext cx="748464" cy="438150"/>
      </dsp:txXfrm>
    </dsp:sp>
    <dsp:sp modelId="{4DDBAE83-F11E-4A7F-AC3D-A9F7A9792CB4}">
      <dsp:nvSpPr>
        <dsp:cNvPr id="0" name=""/>
        <dsp:cNvSpPr/>
      </dsp:nvSpPr>
      <dsp:spPr>
        <a:xfrm>
          <a:off x="6408841" y="0"/>
          <a:ext cx="1186614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5" tIns="12002" rIns="12002" bIns="12002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Cab journey -Tracking</a:t>
          </a:r>
        </a:p>
      </dsp:txBody>
      <dsp:txXfrm>
        <a:off x="6627916" y="0"/>
        <a:ext cx="748464" cy="438150"/>
      </dsp:txXfrm>
    </dsp:sp>
    <dsp:sp modelId="{10D293C0-39F4-474D-A709-DFB3AE52C23F}">
      <dsp:nvSpPr>
        <dsp:cNvPr id="0" name=""/>
        <dsp:cNvSpPr/>
      </dsp:nvSpPr>
      <dsp:spPr>
        <a:xfrm>
          <a:off x="7477535" y="0"/>
          <a:ext cx="1094165" cy="438150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7338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40" kern="1200" dirty="0"/>
            <a:t>Confirmation &amp;  Tracking</a:t>
          </a:r>
        </a:p>
      </dsp:txBody>
      <dsp:txXfrm>
        <a:off x="7696610" y="0"/>
        <a:ext cx="656015" cy="4381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1EAE5-DE2D-4DD2-8B9A-D6D19CCF3D8A}">
      <dsp:nvSpPr>
        <dsp:cNvPr id="0" name=""/>
        <dsp:cNvSpPr/>
      </dsp:nvSpPr>
      <dsp:spPr>
        <a:xfrm>
          <a:off x="3241122" y="551438"/>
          <a:ext cx="2786478" cy="2221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610"/>
              </a:lnTo>
              <a:lnTo>
                <a:pt x="2786478" y="97610"/>
              </a:lnTo>
              <a:lnTo>
                <a:pt x="2786478" y="2221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2FF7D-CAA6-4E45-9DAC-3DA24C2077B4}">
      <dsp:nvSpPr>
        <dsp:cNvPr id="0" name=""/>
        <dsp:cNvSpPr/>
      </dsp:nvSpPr>
      <dsp:spPr>
        <a:xfrm>
          <a:off x="3241122" y="551438"/>
          <a:ext cx="1530576" cy="2221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610"/>
              </a:lnTo>
              <a:lnTo>
                <a:pt x="1530576" y="97610"/>
              </a:lnTo>
              <a:lnTo>
                <a:pt x="1530576" y="2221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70B7A2-7EF3-49B0-BFA1-EC501A1A6878}">
      <dsp:nvSpPr>
        <dsp:cNvPr id="0" name=""/>
        <dsp:cNvSpPr/>
      </dsp:nvSpPr>
      <dsp:spPr>
        <a:xfrm>
          <a:off x="3241122" y="551438"/>
          <a:ext cx="177864" cy="2221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7610"/>
              </a:lnTo>
              <a:lnTo>
                <a:pt x="177864" y="97610"/>
              </a:lnTo>
              <a:lnTo>
                <a:pt x="177864" y="2221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DD9341-918A-42BB-836E-B2EA522D2426}">
      <dsp:nvSpPr>
        <dsp:cNvPr id="0" name=""/>
        <dsp:cNvSpPr/>
      </dsp:nvSpPr>
      <dsp:spPr>
        <a:xfrm>
          <a:off x="1950156" y="551438"/>
          <a:ext cx="1290966" cy="222182"/>
        </a:xfrm>
        <a:custGeom>
          <a:avLst/>
          <a:gdLst/>
          <a:ahLst/>
          <a:cxnLst/>
          <a:rect l="0" t="0" r="0" b="0"/>
          <a:pathLst>
            <a:path>
              <a:moveTo>
                <a:pt x="1290966" y="0"/>
              </a:moveTo>
              <a:lnTo>
                <a:pt x="1290966" y="97610"/>
              </a:lnTo>
              <a:lnTo>
                <a:pt x="0" y="97610"/>
              </a:lnTo>
              <a:lnTo>
                <a:pt x="0" y="2221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9757D6-DBDF-4B06-B6DF-B27A926C61DB}">
      <dsp:nvSpPr>
        <dsp:cNvPr id="0" name=""/>
        <dsp:cNvSpPr/>
      </dsp:nvSpPr>
      <dsp:spPr>
        <a:xfrm>
          <a:off x="542146" y="551438"/>
          <a:ext cx="2698976" cy="222182"/>
        </a:xfrm>
        <a:custGeom>
          <a:avLst/>
          <a:gdLst/>
          <a:ahLst/>
          <a:cxnLst/>
          <a:rect l="0" t="0" r="0" b="0"/>
          <a:pathLst>
            <a:path>
              <a:moveTo>
                <a:pt x="2698976" y="0"/>
              </a:moveTo>
              <a:lnTo>
                <a:pt x="2698976" y="97610"/>
              </a:lnTo>
              <a:lnTo>
                <a:pt x="0" y="97610"/>
              </a:lnTo>
              <a:lnTo>
                <a:pt x="0" y="22218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FD9176-6A17-4554-8DF0-8B66709A2854}">
      <dsp:nvSpPr>
        <dsp:cNvPr id="0" name=""/>
        <dsp:cNvSpPr/>
      </dsp:nvSpPr>
      <dsp:spPr>
        <a:xfrm>
          <a:off x="2767399" y="195210"/>
          <a:ext cx="947444" cy="35622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/>
            <a:t>App</a:t>
          </a:r>
        </a:p>
      </dsp:txBody>
      <dsp:txXfrm>
        <a:off x="2767399" y="195210"/>
        <a:ext cx="947444" cy="356227"/>
      </dsp:txXfrm>
    </dsp:sp>
    <dsp:sp modelId="{A912B6EC-31E8-4421-890C-4F8D56695338}">
      <dsp:nvSpPr>
        <dsp:cNvPr id="0" name=""/>
        <dsp:cNvSpPr/>
      </dsp:nvSpPr>
      <dsp:spPr>
        <a:xfrm>
          <a:off x="2139" y="773620"/>
          <a:ext cx="1080012" cy="289338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Acquisition</a:t>
          </a:r>
        </a:p>
      </dsp:txBody>
      <dsp:txXfrm>
        <a:off x="2139" y="773620"/>
        <a:ext cx="1080012" cy="289338"/>
      </dsp:txXfrm>
    </dsp:sp>
    <dsp:sp modelId="{DF3CA172-2C06-4717-8AA1-EA088E60B2A0}">
      <dsp:nvSpPr>
        <dsp:cNvPr id="0" name=""/>
        <dsp:cNvSpPr/>
      </dsp:nvSpPr>
      <dsp:spPr>
        <a:xfrm>
          <a:off x="1331295" y="773620"/>
          <a:ext cx="1237720" cy="29411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User Activation</a:t>
          </a:r>
        </a:p>
      </dsp:txBody>
      <dsp:txXfrm>
        <a:off x="1331295" y="773620"/>
        <a:ext cx="1237720" cy="294119"/>
      </dsp:txXfrm>
    </dsp:sp>
    <dsp:sp modelId="{5EA65DD0-854E-4FC4-8927-1DA9D8BD58C8}">
      <dsp:nvSpPr>
        <dsp:cNvPr id="0" name=""/>
        <dsp:cNvSpPr/>
      </dsp:nvSpPr>
      <dsp:spPr>
        <a:xfrm>
          <a:off x="2818159" y="773620"/>
          <a:ext cx="1201654" cy="297939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User Retention</a:t>
          </a:r>
        </a:p>
      </dsp:txBody>
      <dsp:txXfrm>
        <a:off x="2818159" y="773620"/>
        <a:ext cx="1201654" cy="297939"/>
      </dsp:txXfrm>
    </dsp:sp>
    <dsp:sp modelId="{3DD46E59-80E9-44B6-9E7A-2D023E633668}">
      <dsp:nvSpPr>
        <dsp:cNvPr id="0" name=""/>
        <dsp:cNvSpPr/>
      </dsp:nvSpPr>
      <dsp:spPr>
        <a:xfrm>
          <a:off x="4268957" y="773620"/>
          <a:ext cx="1005483" cy="290364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Revenue</a:t>
          </a:r>
        </a:p>
      </dsp:txBody>
      <dsp:txXfrm>
        <a:off x="4268957" y="773620"/>
        <a:ext cx="1005483" cy="290364"/>
      </dsp:txXfrm>
    </dsp:sp>
    <dsp:sp modelId="{8DA3EE08-6271-4DC3-92BF-B7560BE81381}">
      <dsp:nvSpPr>
        <dsp:cNvPr id="0" name=""/>
        <dsp:cNvSpPr/>
      </dsp:nvSpPr>
      <dsp:spPr>
        <a:xfrm>
          <a:off x="5523584" y="773620"/>
          <a:ext cx="1008034" cy="309287"/>
        </a:xfrm>
        <a:prstGeom prst="rect">
          <a:avLst/>
        </a:prstGeom>
        <a:solidFill>
          <a:schemeClr val="lt1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Referral</a:t>
          </a:r>
        </a:p>
      </dsp:txBody>
      <dsp:txXfrm>
        <a:off x="5523584" y="773620"/>
        <a:ext cx="1008034" cy="309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260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293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309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0698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056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1150" y="1759800"/>
            <a:ext cx="4371926" cy="3210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685800" y="696425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latin typeface="Ubuntu" panose="020B0504030602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8204" y="2372421"/>
            <a:ext cx="3533400" cy="261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 preserve="1">
  <p:cSld name="1_Title + 2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457200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2"/>
          </p:nvPr>
        </p:nvSpPr>
        <p:spPr>
          <a:xfrm>
            <a:off x="2993928" y="2082325"/>
            <a:ext cx="2392500" cy="27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243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no illustration">
  <p:cSld name="TITLE_ONLY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no illustration">
  <p:cSld name="BLANK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044175"/>
            <a:ext cx="63003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038350"/>
            <a:ext cx="4929300" cy="18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●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○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683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uli"/>
              <a:buChar char="■"/>
              <a:defRPr sz="22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9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D0B69-0261-454D-BA00-B32FE5E75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/>
          <a:srcRect t="4253" r="12052"/>
          <a:stretch/>
        </p:blipFill>
        <p:spPr>
          <a:xfrm>
            <a:off x="8296181" y="85410"/>
            <a:ext cx="702733" cy="33929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BC44B9B-B207-4B29-8D6B-CF5DE7485316}"/>
              </a:ext>
            </a:extLst>
          </p:cNvPr>
          <p:cNvSpPr/>
          <p:nvPr userDrawn="1"/>
        </p:nvSpPr>
        <p:spPr>
          <a:xfrm>
            <a:off x="0" y="5081220"/>
            <a:ext cx="9144000" cy="62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61" r:id="rId3"/>
    <p:sldLayoutId id="2147483656" r:id="rId4"/>
    <p:sldLayoutId id="2147483659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Ubuntu" panose="020B0504030602030204" pitchFamily="34" charset="0"/>
          <a:ea typeface="Ubuntu" panose="020B050403060203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715944" y="761737"/>
            <a:ext cx="5391000" cy="293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"/>
              </a:rPr>
              <a:t>Domain Prep Session: PM</a:t>
            </a:r>
            <a:br>
              <a:rPr lang="en" dirty="0">
                <a:latin typeface="Poppins"/>
              </a:rPr>
            </a:br>
            <a:endParaRPr sz="2400" dirty="0">
              <a:latin typeface="Ubuntu" panose="020B0504030602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DEBC47-AB6A-4662-B6F2-E603774735B1}"/>
              </a:ext>
            </a:extLst>
          </p:cNvPr>
          <p:cNvSpPr txBox="1"/>
          <p:nvPr/>
        </p:nvSpPr>
        <p:spPr>
          <a:xfrm>
            <a:off x="738554" y="3943978"/>
            <a:ext cx="3833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Muli"/>
              </a:rPr>
              <a:t>Team Disha | Summers 2022</a:t>
            </a:r>
            <a:endParaRPr lang="en-US" b="1" dirty="0">
              <a:latin typeface="Mul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Suggestive Timeline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FD76528-1960-43E4-A0C2-A6A6262C6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11789"/>
              </p:ext>
            </p:extLst>
          </p:nvPr>
        </p:nvGraphicFramePr>
        <p:xfrm>
          <a:off x="0" y="1915001"/>
          <a:ext cx="9144000" cy="327270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361807">
                  <a:extLst>
                    <a:ext uri="{9D8B030D-6E8A-4147-A177-3AD203B41FA5}">
                      <a16:colId xmlns:a16="http://schemas.microsoft.com/office/drawing/2014/main" val="2520049685"/>
                    </a:ext>
                  </a:extLst>
                </a:gridCol>
                <a:gridCol w="1686193">
                  <a:extLst>
                    <a:ext uri="{9D8B030D-6E8A-4147-A177-3AD203B41FA5}">
                      <a16:colId xmlns:a16="http://schemas.microsoft.com/office/drawing/2014/main" val="420881193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1867198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3089878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1629293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025324984"/>
                    </a:ext>
                  </a:extLst>
                </a:gridCol>
              </a:tblGrid>
              <a:tr h="620944"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300" dirty="0">
                        <a:solidFill>
                          <a:schemeClr val="bg1"/>
                        </a:solidFill>
                        <a:latin typeface="Book Antiqua" panose="0204060205030503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133261"/>
                  </a:ext>
                </a:extLst>
              </a:tr>
              <a:tr h="2228887"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Prepare HR answers 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CV prep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Brush up technologies on CV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Case Slots &amp; Guesstimates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Practice General and ProdMan specific Guesstimates –TG channels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Start cases from Disha resources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Critically analyse applications 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Case Slots &amp; Guesstimates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Case slots &amp; Guesstimates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Continue to practice cases – ProdMan TG, Disha resources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Follow any technology related happenings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Refine HR answers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Extensive CV prep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Revise cases and app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Mock PIs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Mock GDs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Go through past experience from compendium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Company specific prep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Case Slots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JD &amp; Role specific details</a:t>
                      </a:r>
                    </a:p>
                    <a:p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  <a:p>
                      <a: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  <a:t>Company related latest news</a:t>
                      </a:r>
                      <a:br>
                        <a:rPr lang="en-IN" sz="1200" dirty="0">
                          <a:solidFill>
                            <a:schemeClr val="bg1"/>
                          </a:solidFill>
                          <a:latin typeface="Poppins"/>
                        </a:rPr>
                      </a:br>
                      <a:endParaRPr lang="en-IN" sz="1200" dirty="0">
                        <a:solidFill>
                          <a:schemeClr val="bg1"/>
                        </a:solidFill>
                        <a:latin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810922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BC17597-7514-475E-B3F0-56D24E08B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236980"/>
              </p:ext>
            </p:extLst>
          </p:nvPr>
        </p:nvGraphicFramePr>
        <p:xfrm>
          <a:off x="0" y="1915001"/>
          <a:ext cx="9144000" cy="509755"/>
        </p:xfrm>
        <a:graphic>
          <a:graphicData uri="http://schemas.openxmlformats.org/drawingml/2006/table">
            <a:tbl>
              <a:tblPr firstRow="1" bandRow="1">
                <a:tableStyleId>{6C83690B-2A56-4F4B-9B3C-5318C853FCFE}</a:tableStyleId>
              </a:tblPr>
              <a:tblGrid>
                <a:gridCol w="1368056">
                  <a:extLst>
                    <a:ext uri="{9D8B030D-6E8A-4147-A177-3AD203B41FA5}">
                      <a16:colId xmlns:a16="http://schemas.microsoft.com/office/drawing/2014/main" val="3645119407"/>
                    </a:ext>
                  </a:extLst>
                </a:gridCol>
                <a:gridCol w="1679944">
                  <a:extLst>
                    <a:ext uri="{9D8B030D-6E8A-4147-A177-3AD203B41FA5}">
                      <a16:colId xmlns:a16="http://schemas.microsoft.com/office/drawing/2014/main" val="72175079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5956376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758792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7229365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215744112"/>
                    </a:ext>
                  </a:extLst>
                </a:gridCol>
              </a:tblGrid>
              <a:tr h="509755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After PM 102 Session</a:t>
                      </a:r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PGP 2 exams and term break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Term 5 (PGP2) – Sep Week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PGP 1 exams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Term Break to Day 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Poppins"/>
                        </a:rPr>
                        <a:t>During placements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196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8520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AEB7B-06B7-9F38-EB41-712C051D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317" y="704510"/>
            <a:ext cx="7075279" cy="770607"/>
          </a:xfrm>
        </p:spPr>
        <p:txBody>
          <a:bodyPr/>
          <a:lstStyle/>
          <a:p>
            <a:r>
              <a:rPr lang="en-IN" dirty="0"/>
              <a:t>Company Processes at IIM-L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1BBDE9-96A4-338C-2629-A1D5FB5B48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325BF0D-C426-7C47-C231-BBFB2F0244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8866673"/>
              </p:ext>
            </p:extLst>
          </p:nvPr>
        </p:nvGraphicFramePr>
        <p:xfrm>
          <a:off x="474453" y="539749"/>
          <a:ext cx="7145547" cy="4342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390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Case Frameworks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C8D10C0-7AC5-4CC7-BC55-AC61C1330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474559"/>
            <a:ext cx="4068749" cy="248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Google Shape;70;p15">
            <a:extLst>
              <a:ext uri="{FF2B5EF4-FFF2-40B4-BE49-F238E27FC236}">
                <a16:creationId xmlns:a16="http://schemas.microsoft.com/office/drawing/2014/main" id="{A63FEEFA-FE50-4156-B6B4-06CC384872CD}"/>
              </a:ext>
            </a:extLst>
          </p:cNvPr>
          <p:cNvSpPr txBox="1">
            <a:spLocks/>
          </p:cNvSpPr>
          <p:nvPr/>
        </p:nvSpPr>
        <p:spPr>
          <a:xfrm>
            <a:off x="4989853" y="371668"/>
            <a:ext cx="4015740" cy="4457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r"/>
            <a:r>
              <a:rPr lang="en-GB" sz="2400" dirty="0"/>
              <a:t>Improve LinkedIn</a:t>
            </a:r>
          </a:p>
          <a:p>
            <a:pPr algn="r"/>
            <a:endParaRPr lang="en-GB" sz="1800" b="0" dirty="0"/>
          </a:p>
          <a:p>
            <a:pPr algn="r"/>
            <a:r>
              <a:rPr lang="en-GB" sz="1800" b="0" dirty="0"/>
              <a:t>Improve? LinkedIn?</a:t>
            </a:r>
          </a:p>
          <a:p>
            <a:pPr algn="r"/>
            <a:r>
              <a:rPr lang="en-GB" sz="2000" dirty="0"/>
              <a:t>CX for LinkedIn’s Profile Page</a:t>
            </a:r>
            <a:endParaRPr lang="en-GB" sz="2400" b="0" dirty="0"/>
          </a:p>
          <a:p>
            <a:pPr algn="r"/>
            <a:r>
              <a:rPr lang="en-GB" sz="1800" b="0" dirty="0"/>
              <a:t>Product? Need?</a:t>
            </a:r>
          </a:p>
          <a:p>
            <a:pPr algn="r"/>
            <a:endParaRPr lang="en-GB" sz="1800" b="0" dirty="0"/>
          </a:p>
          <a:p>
            <a:pPr algn="r"/>
            <a:r>
              <a:rPr lang="en-GB" sz="1800" b="0" dirty="0"/>
              <a:t>User Segment? Use Cases?</a:t>
            </a:r>
          </a:p>
          <a:p>
            <a:pPr algn="r"/>
            <a:r>
              <a:rPr lang="en-GB" sz="2000" dirty="0"/>
              <a:t>For job seekers</a:t>
            </a:r>
          </a:p>
          <a:p>
            <a:pPr algn="r"/>
            <a:endParaRPr lang="en-GB" sz="1800" b="0" dirty="0"/>
          </a:p>
          <a:p>
            <a:pPr algn="r"/>
            <a:r>
              <a:rPr lang="en-GB" sz="1800" b="0" dirty="0"/>
              <a:t>Wireframe! User Journey?  </a:t>
            </a:r>
          </a:p>
          <a:p>
            <a:pPr algn="r"/>
            <a:r>
              <a:rPr lang="en-GB" sz="1800" dirty="0"/>
              <a:t>Solution at touchpoints</a:t>
            </a:r>
          </a:p>
          <a:p>
            <a:pPr algn="r"/>
            <a:endParaRPr lang="en-GB" sz="1800" dirty="0"/>
          </a:p>
          <a:p>
            <a:pPr algn="r"/>
            <a:r>
              <a:rPr lang="en-GB" sz="1800" b="0" dirty="0"/>
              <a:t>AARRR? Metrics?</a:t>
            </a:r>
          </a:p>
          <a:p>
            <a:pPr algn="r"/>
            <a:r>
              <a:rPr lang="en-GB" sz="1200" b="0" dirty="0"/>
              <a:t>Acquisition, Activation, Retention, Revenue, Referral</a:t>
            </a:r>
            <a:r>
              <a:rPr lang="en-GB" sz="1400" b="0" dirty="0"/>
              <a:t> </a:t>
            </a:r>
            <a:endParaRPr lang="en-GB" sz="1800" b="0" dirty="0"/>
          </a:p>
        </p:txBody>
      </p:sp>
      <p:sp>
        <p:nvSpPr>
          <p:cNvPr id="14" name="Google Shape;70;p15">
            <a:extLst>
              <a:ext uri="{FF2B5EF4-FFF2-40B4-BE49-F238E27FC236}">
                <a16:creationId xmlns:a16="http://schemas.microsoft.com/office/drawing/2014/main" id="{7EC02384-CEFD-4BCC-962F-DAF6B1F6057B}"/>
              </a:ext>
            </a:extLst>
          </p:cNvPr>
          <p:cNvSpPr txBox="1">
            <a:spLocks/>
          </p:cNvSpPr>
          <p:nvPr/>
        </p:nvSpPr>
        <p:spPr>
          <a:xfrm>
            <a:off x="4361152" y="1078615"/>
            <a:ext cx="1745082" cy="3459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algn="ctr"/>
            <a:r>
              <a:rPr lang="en-GB" sz="2400" dirty="0"/>
              <a:t>WHAT?</a:t>
            </a:r>
          </a:p>
          <a:p>
            <a:pPr algn="ctr"/>
            <a:endParaRPr lang="en-GB" sz="2400" dirty="0"/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WHO?</a:t>
            </a:r>
          </a:p>
          <a:p>
            <a:pPr algn="ctr"/>
            <a:endParaRPr lang="en-GB" sz="2400" dirty="0"/>
          </a:p>
          <a:p>
            <a:pPr algn="ctr"/>
            <a:endParaRPr lang="en-GB" sz="900" dirty="0"/>
          </a:p>
          <a:p>
            <a:pPr algn="ctr"/>
            <a:r>
              <a:rPr lang="en-GB" sz="2400" dirty="0"/>
              <a:t>HOW?</a:t>
            </a:r>
          </a:p>
          <a:p>
            <a:pPr algn="ctr"/>
            <a:endParaRPr lang="en-GB" sz="2400" dirty="0"/>
          </a:p>
          <a:p>
            <a:pPr algn="ctr"/>
            <a:r>
              <a:rPr lang="en-GB" sz="2400" dirty="0"/>
              <a:t>WHICH?</a:t>
            </a:r>
          </a:p>
        </p:txBody>
      </p:sp>
    </p:spTree>
    <p:extLst>
      <p:ext uri="{BB962C8B-B14F-4D97-AF65-F5344CB8AC3E}">
        <p14:creationId xmlns:p14="http://schemas.microsoft.com/office/powerpoint/2010/main" val="824492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818954" y="2752996"/>
            <a:ext cx="504173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Type: </a:t>
            </a:r>
            <a:br>
              <a:rPr lang="en" sz="5400" dirty="0"/>
            </a:br>
            <a:r>
              <a:rPr lang="en" sz="5400" dirty="0"/>
              <a:t>Product Design/</a:t>
            </a:r>
            <a:br>
              <a:rPr lang="en" sz="5400" dirty="0"/>
            </a:br>
            <a:r>
              <a:rPr lang="en" sz="5400" dirty="0"/>
              <a:t>Improvement</a:t>
            </a:r>
            <a:endParaRPr sz="5400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3" name="Google Shape;327;p39">
            <a:extLst>
              <a:ext uri="{FF2B5EF4-FFF2-40B4-BE49-F238E27FC236}">
                <a16:creationId xmlns:a16="http://schemas.microsoft.com/office/drawing/2014/main" id="{57797E93-51EE-466F-8C8D-E99327A06A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60" y="1396402"/>
            <a:ext cx="2747206" cy="2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4913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88149"/>
            <a:ext cx="5702596" cy="2767200"/>
          </a:xfrm>
        </p:spPr>
        <p:txBody>
          <a:bodyPr/>
          <a:lstStyle/>
          <a:p>
            <a:r>
              <a:rPr lang="en-IN" dirty="0"/>
              <a:t>Open ended – clarify as much as possible</a:t>
            </a:r>
          </a:p>
          <a:p>
            <a:r>
              <a:rPr lang="en-IN" dirty="0"/>
              <a:t>Word your questions well</a:t>
            </a:r>
          </a:p>
          <a:p>
            <a:endParaRPr lang="en-IN" dirty="0"/>
          </a:p>
          <a:p>
            <a:r>
              <a:rPr lang="en-IN" dirty="0"/>
              <a:t>Clarifying Questions</a:t>
            </a:r>
          </a:p>
          <a:p>
            <a:pPr lvl="1"/>
            <a:r>
              <a:rPr lang="en-IN" dirty="0"/>
              <a:t>Objective to launch</a:t>
            </a:r>
          </a:p>
          <a:p>
            <a:pPr lvl="1"/>
            <a:r>
              <a:rPr lang="en-IN" dirty="0"/>
              <a:t>Software or hardware device or physical setup</a:t>
            </a:r>
          </a:p>
          <a:p>
            <a:pPr lvl="1"/>
            <a:r>
              <a:rPr lang="en-IN" dirty="0"/>
              <a:t>If physical setup – any specific geography</a:t>
            </a:r>
          </a:p>
          <a:p>
            <a:pPr lvl="1"/>
            <a:r>
              <a:rPr lang="en-IN" dirty="0"/>
              <a:t>Which business vertical? </a:t>
            </a:r>
          </a:p>
          <a:p>
            <a:r>
              <a:rPr lang="en-IN" dirty="0"/>
              <a:t>State your approach</a:t>
            </a:r>
          </a:p>
          <a:p>
            <a:r>
              <a:rPr lang="en-IN" dirty="0"/>
              <a:t>Good idea to constantly check back with interviewer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4000" dirty="0"/>
              <a:t>Design Uber for elderly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952480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88149"/>
            <a:ext cx="4531360" cy="2767200"/>
          </a:xfrm>
        </p:spPr>
        <p:txBody>
          <a:bodyPr/>
          <a:lstStyle/>
          <a:p>
            <a:r>
              <a:rPr lang="en-IN" dirty="0"/>
              <a:t>User segments – State Characteristics</a:t>
            </a:r>
            <a:endParaRPr lang="en-IN" sz="1100" dirty="0"/>
          </a:p>
          <a:p>
            <a:r>
              <a:rPr lang="en-IN" dirty="0"/>
              <a:t>Prioritise customer base based on objective</a:t>
            </a:r>
          </a:p>
          <a:p>
            <a:pPr lvl="1"/>
            <a:r>
              <a:rPr lang="en-IN" dirty="0"/>
              <a:t>Use objective - target market size etc.</a:t>
            </a:r>
          </a:p>
          <a:p>
            <a:pPr lvl="1"/>
            <a:r>
              <a:rPr lang="en-IN" dirty="0"/>
              <a:t>Other constraints – time, budget etc.</a:t>
            </a:r>
          </a:p>
          <a:p>
            <a:r>
              <a:rPr lang="en-IN" dirty="0"/>
              <a:t>Needs / pain-points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4000" dirty="0"/>
              <a:t>Design Uber for elderly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50203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3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Exploring User Journey</a:t>
            </a:r>
          </a:p>
        </p:txBody>
      </p:sp>
      <p:pic>
        <p:nvPicPr>
          <p:cNvPr id="7" name="Google Shape;329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01442" y="1505275"/>
            <a:ext cx="2663936" cy="17581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006952594"/>
              </p:ext>
            </p:extLst>
          </p:nvPr>
        </p:nvGraphicFramePr>
        <p:xfrm>
          <a:off x="293294" y="4311701"/>
          <a:ext cx="8572084" cy="438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57200" y="1505275"/>
            <a:ext cx="6099464" cy="1780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bg2"/>
              </a:buClr>
              <a:buSzPct val="111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Break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down user experience into the pages a user would traverse</a:t>
            </a:r>
          </a:p>
          <a:p>
            <a:pPr marL="285750" indent="-285750">
              <a:lnSpc>
                <a:spcPct val="150000"/>
              </a:lnSpc>
              <a:buClr>
                <a:schemeClr val="bg2"/>
              </a:buClr>
              <a:buSzPct val="111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Evaluate each page and its elements: 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			        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  <a:sym typeface="Wingdings" panose="05000000000000000000" pitchFamily="2" charset="2"/>
              </a:rPr>
              <a:t>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Feature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  <a:sym typeface="Wingdings" panose="05000000000000000000" pitchFamily="2" charset="2"/>
              </a:rPr>
              <a:t>			         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Layout 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  <a:sym typeface="Wingdings" panose="05000000000000000000" pitchFamily="2" charset="2"/>
              </a:rPr>
              <a:t>			         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  <a:latin typeface="Muli"/>
              </a:rPr>
              <a:t>performan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ce</a:t>
            </a:r>
            <a:endParaRPr lang="en-IN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5710" y="3915606"/>
            <a:ext cx="1735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</a:rPr>
              <a:t>User journey:</a:t>
            </a:r>
            <a:endParaRPr lang="en-IN" sz="1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Google Shape;70;p15">
            <a:extLst>
              <a:ext uri="{FF2B5EF4-FFF2-40B4-BE49-F238E27FC236}">
                <a16:creationId xmlns:a16="http://schemas.microsoft.com/office/drawing/2014/main" id="{E54BDBF0-0028-4FCC-8EE9-507639513819}"/>
              </a:ext>
            </a:extLst>
          </p:cNvPr>
          <p:cNvSpPr txBox="1">
            <a:spLocks/>
          </p:cNvSpPr>
          <p:nvPr/>
        </p:nvSpPr>
        <p:spPr>
          <a:xfrm>
            <a:off x="457200" y="260909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Exploring User Journey</a:t>
            </a:r>
          </a:p>
        </p:txBody>
      </p:sp>
    </p:spTree>
    <p:extLst>
      <p:ext uri="{BB962C8B-B14F-4D97-AF65-F5344CB8AC3E}">
        <p14:creationId xmlns:p14="http://schemas.microsoft.com/office/powerpoint/2010/main" val="2246995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88149"/>
            <a:ext cx="4531360" cy="2767200"/>
          </a:xfrm>
        </p:spPr>
        <p:txBody>
          <a:bodyPr/>
          <a:lstStyle/>
          <a:p>
            <a:r>
              <a:rPr lang="en-IN" dirty="0"/>
              <a:t>Solutions</a:t>
            </a:r>
          </a:p>
          <a:p>
            <a:endParaRPr lang="en-IN" dirty="0"/>
          </a:p>
          <a:p>
            <a:r>
              <a:rPr lang="en-IN" dirty="0"/>
              <a:t>Evaluate Trade-offs</a:t>
            </a:r>
          </a:p>
          <a:p>
            <a:pPr lvl="1"/>
            <a:r>
              <a:rPr lang="en-IN" dirty="0"/>
              <a:t>Target achievement</a:t>
            </a:r>
          </a:p>
          <a:p>
            <a:pPr lvl="1"/>
            <a:r>
              <a:rPr lang="en-IN" dirty="0"/>
              <a:t>Feasibility</a:t>
            </a:r>
          </a:p>
          <a:p>
            <a:pPr lvl="1"/>
            <a:r>
              <a:rPr lang="en-IN" dirty="0"/>
              <a:t>Cost/timeline constraint</a:t>
            </a:r>
          </a:p>
          <a:p>
            <a:pPr lvl="1"/>
            <a:endParaRPr lang="en-IN" dirty="0"/>
          </a:p>
          <a:p>
            <a:r>
              <a:rPr lang="en-IN" dirty="0"/>
              <a:t>Evaluation Metrics</a:t>
            </a:r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IN" sz="4000" dirty="0"/>
              <a:t>Video Platform for Facebook</a:t>
            </a:r>
            <a:endParaRPr lang="en-GB" sz="4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00EAC28-4B9E-48AA-8A74-B6CC41FD3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833" y="1878419"/>
            <a:ext cx="4893391" cy="2982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75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200" dirty="0"/>
              <a:t>Evaluation Metrics</a:t>
            </a:r>
          </a:p>
        </p:txBody>
      </p:sp>
      <p:grpSp>
        <p:nvGrpSpPr>
          <p:cNvPr id="7" name="Google Shape;817;p41">
            <a:extLst>
              <a:ext uri="{FF2B5EF4-FFF2-40B4-BE49-F238E27FC236}">
                <a16:creationId xmlns:a16="http://schemas.microsoft.com/office/drawing/2014/main" id="{60364600-CB9B-43ED-BB44-5E8FE3B0083A}"/>
              </a:ext>
            </a:extLst>
          </p:cNvPr>
          <p:cNvGrpSpPr/>
          <p:nvPr/>
        </p:nvGrpSpPr>
        <p:grpSpPr>
          <a:xfrm>
            <a:off x="457200" y="1223424"/>
            <a:ext cx="3543299" cy="3526427"/>
            <a:chOff x="2704878" y="4454698"/>
            <a:chExt cx="720000" cy="657216"/>
          </a:xfrm>
        </p:grpSpPr>
        <p:sp>
          <p:nvSpPr>
            <p:cNvPr id="9" name="Google Shape;818;p41">
              <a:extLst>
                <a:ext uri="{FF2B5EF4-FFF2-40B4-BE49-F238E27FC236}">
                  <a16:creationId xmlns:a16="http://schemas.microsoft.com/office/drawing/2014/main" id="{6183B10C-3D5D-42E5-9FE2-9ABC8DE45330}"/>
                </a:ext>
              </a:extLst>
            </p:cNvPr>
            <p:cNvSpPr/>
            <p:nvPr/>
          </p:nvSpPr>
          <p:spPr>
            <a:xfrm>
              <a:off x="2704878" y="4454698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819;p41">
              <a:extLst>
                <a:ext uri="{FF2B5EF4-FFF2-40B4-BE49-F238E27FC236}">
                  <a16:creationId xmlns:a16="http://schemas.microsoft.com/office/drawing/2014/main" id="{C9A2DC53-FD99-4B55-A327-0435C7E0D708}"/>
                </a:ext>
              </a:extLst>
            </p:cNvPr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n-US" sz="14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Retention</a:t>
              </a:r>
              <a:endParaRPr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820;p41">
              <a:extLst>
                <a:ext uri="{FF2B5EF4-FFF2-40B4-BE49-F238E27FC236}">
                  <a16:creationId xmlns:a16="http://schemas.microsoft.com/office/drawing/2014/main" id="{37613F44-F8C2-46DC-BFE8-6ACF3C4B7333}"/>
                </a:ext>
              </a:extLst>
            </p:cNvPr>
            <p:cNvSpPr/>
            <p:nvPr/>
          </p:nvSpPr>
          <p:spPr>
            <a:xfrm>
              <a:off x="2938068" y="4984487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n-US" sz="17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9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Referral</a:t>
              </a:r>
              <a:endParaRPr sz="19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821;p41">
              <a:extLst>
                <a:ext uri="{FF2B5EF4-FFF2-40B4-BE49-F238E27FC236}">
                  <a16:creationId xmlns:a16="http://schemas.microsoft.com/office/drawing/2014/main" id="{9A83BD09-5C36-4872-B6F6-5D286A46F530}"/>
                </a:ext>
              </a:extLst>
            </p:cNvPr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20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Revenue</a:t>
              </a:r>
              <a:endParaRPr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822;p41">
              <a:extLst>
                <a:ext uri="{FF2B5EF4-FFF2-40B4-BE49-F238E27FC236}">
                  <a16:creationId xmlns:a16="http://schemas.microsoft.com/office/drawing/2014/main" id="{ADBE079C-58FC-436F-A63B-A17941CCA869}"/>
                </a:ext>
              </a:extLst>
            </p:cNvPr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Acquisition</a:t>
              </a:r>
            </a:p>
          </p:txBody>
        </p:sp>
        <p:sp>
          <p:nvSpPr>
            <p:cNvPr id="14" name="Google Shape;823;p41">
              <a:extLst>
                <a:ext uri="{FF2B5EF4-FFF2-40B4-BE49-F238E27FC236}">
                  <a16:creationId xmlns:a16="http://schemas.microsoft.com/office/drawing/2014/main" id="{58C2CB86-9565-420B-927F-AAC3D6EE9C14}"/>
                </a:ext>
              </a:extLst>
            </p:cNvPr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lang="en-US"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Activation</a:t>
              </a:r>
              <a:endParaRPr sz="2000" b="1" i="0" u="none" strike="noStrike" cap="none" dirty="0">
                <a:solidFill>
                  <a:schemeClr val="accent6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FE171AE-768F-4543-93B0-9C63DBD9A3D5}"/>
              </a:ext>
            </a:extLst>
          </p:cNvPr>
          <p:cNvSpPr/>
          <p:nvPr/>
        </p:nvSpPr>
        <p:spPr>
          <a:xfrm>
            <a:off x="4208318" y="1555760"/>
            <a:ext cx="4546616" cy="532813"/>
          </a:xfrm>
          <a:prstGeom prst="rect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 coming to the site from various channels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000E00-5FFB-4273-85EB-DDC313E2B997}"/>
              </a:ext>
            </a:extLst>
          </p:cNvPr>
          <p:cNvSpPr/>
          <p:nvPr/>
        </p:nvSpPr>
        <p:spPr>
          <a:xfrm>
            <a:off x="4208318" y="2203807"/>
            <a:ext cx="4546616" cy="532813"/>
          </a:xfrm>
          <a:prstGeom prst="rect">
            <a:avLst/>
          </a:prstGeom>
          <a:solidFill>
            <a:srgbClr val="7CBE5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 actively engaging with the platform. “Ahaa experience”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377991-3275-4B5D-BC50-4724FC05BD08}"/>
              </a:ext>
            </a:extLst>
          </p:cNvPr>
          <p:cNvSpPr/>
          <p:nvPr/>
        </p:nvSpPr>
        <p:spPr>
          <a:xfrm>
            <a:off x="4208318" y="2851855"/>
            <a:ext cx="4546616" cy="532813"/>
          </a:xfrm>
          <a:prstGeom prst="rect">
            <a:avLst/>
          </a:prstGeom>
          <a:solidFill>
            <a:srgbClr val="52A551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 coming back multiple times – describes how well the business is doing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501D7E-6BA8-491B-89FA-C536F68A5144}"/>
              </a:ext>
            </a:extLst>
          </p:cNvPr>
          <p:cNvSpPr/>
          <p:nvPr/>
        </p:nvSpPr>
        <p:spPr>
          <a:xfrm>
            <a:off x="4208318" y="3533102"/>
            <a:ext cx="4546616" cy="532813"/>
          </a:xfrm>
          <a:prstGeom prst="rect">
            <a:avLst/>
          </a:prstGeom>
          <a:solidFill>
            <a:srgbClr val="D8D5E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Money generated against the acquisition costs incurred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12E1AE-224F-40FB-B63C-4B8A0A1AA07A}"/>
              </a:ext>
            </a:extLst>
          </p:cNvPr>
          <p:cNvSpPr/>
          <p:nvPr/>
        </p:nvSpPr>
        <p:spPr>
          <a:xfrm>
            <a:off x="4208318" y="4214349"/>
            <a:ext cx="4546616" cy="532813"/>
          </a:xfrm>
          <a:prstGeom prst="rect">
            <a:avLst/>
          </a:prstGeom>
          <a:solidFill>
            <a:srgbClr val="A7A4BC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Users are satisfied enough to recommend further 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9664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The Metrics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74706B-F76A-4372-8ED3-4AC6F535D1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9150736"/>
              </p:ext>
            </p:extLst>
          </p:nvPr>
        </p:nvGraphicFramePr>
        <p:xfrm>
          <a:off x="350910" y="1307178"/>
          <a:ext cx="6533758" cy="1251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EAA2509-0617-40EA-BF45-E184A898DA5C}"/>
              </a:ext>
            </a:extLst>
          </p:cNvPr>
          <p:cNvSpPr/>
          <p:nvPr/>
        </p:nvSpPr>
        <p:spPr>
          <a:xfrm>
            <a:off x="350910" y="2716524"/>
            <a:ext cx="1161367" cy="16046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How to get more users on boarded?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App downloads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Mail conversions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- Search engine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Geographical coverage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F2FB43-4619-413B-BB78-E871DD8BE9C8}"/>
              </a:ext>
            </a:extLst>
          </p:cNvPr>
          <p:cNvSpPr/>
          <p:nvPr/>
        </p:nvSpPr>
        <p:spPr>
          <a:xfrm>
            <a:off x="1705512" y="2726048"/>
            <a:ext cx="1201810" cy="16046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Are users actively using my app?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 No. of active sessions/user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No. of searches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New cart started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Tx/>
              <a:buChar char="-"/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No. of transaction</a:t>
            </a: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Tx/>
              <a:buChar char="-"/>
            </a:pPr>
            <a:r>
              <a:rPr lang="en-US" sz="900" dirty="0">
                <a:solidFill>
                  <a:srgbClr val="40404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Time spent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9A7D6C-0B80-4169-AE8E-1C1B4844CF38}"/>
              </a:ext>
            </a:extLst>
          </p:cNvPr>
          <p:cNvSpPr/>
          <p:nvPr/>
        </p:nvSpPr>
        <p:spPr>
          <a:xfrm>
            <a:off x="3100557" y="2726048"/>
            <a:ext cx="1190087" cy="158559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Are users retaining to my app?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No. of active usage per month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churn out rate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cart abandonment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- order frequency</a:t>
            </a:r>
            <a:endParaRPr lang="en-US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B4EDDD-442F-452A-B312-980E8B84FCCD}"/>
              </a:ext>
            </a:extLst>
          </p:cNvPr>
          <p:cNvSpPr/>
          <p:nvPr/>
        </p:nvSpPr>
        <p:spPr>
          <a:xfrm>
            <a:off x="4525885" y="2726048"/>
            <a:ext cx="1178367" cy="15754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How can I monitor/ increase my revenue? 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Purchase per customer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Revenue per customer or CLV*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cost of sale/ shipping or CAC</a:t>
            </a:r>
            <a:r>
              <a:rPr lang="en-US" sz="900" baseline="300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#</a:t>
            </a:r>
            <a:endParaRPr lang="en-IN" sz="900" baseline="300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E21547-F575-4717-945B-B96025A964FF}"/>
              </a:ext>
            </a:extLst>
          </p:cNvPr>
          <p:cNvSpPr/>
          <p:nvPr/>
        </p:nvSpPr>
        <p:spPr>
          <a:xfrm>
            <a:off x="5939493" y="2717716"/>
            <a:ext cx="1167130" cy="1562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b="1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Are my users bringing more people onboard?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Referral rate</a:t>
            </a:r>
            <a:endParaRPr lang="en-IN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- Net promoter score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- Viral coefficient</a:t>
            </a:r>
            <a:endParaRPr lang="en-IN" sz="900" dirty="0">
              <a:solidFill>
                <a:srgbClr val="404040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en-US" sz="900" dirty="0">
                <a:solidFill>
                  <a:srgbClr val="404040"/>
                </a:solidFill>
                <a:effectLst/>
                <a:ea typeface="Arial" panose="020B0604020202020204" pitchFamily="34" charset="0"/>
                <a:cs typeface="Times New Roman" panose="02020603050405020304" pitchFamily="18" charset="0"/>
              </a:rPr>
              <a:t>- Complain rate</a:t>
            </a:r>
            <a:endParaRPr lang="en-US" sz="900" dirty="0">
              <a:solidFill>
                <a:srgbClr val="404040"/>
              </a:solidFill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20000"/>
              </a:lnSpc>
              <a:spcAft>
                <a:spcPts val="200"/>
              </a:spcAft>
              <a:buFontTx/>
              <a:buChar char="-"/>
            </a:pPr>
            <a:endParaRPr lang="en-US" sz="900" dirty="0">
              <a:solidFill>
                <a:srgbClr val="404040"/>
              </a:solidFill>
              <a:effectLst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4D6056-FB9D-4087-9BCD-221A90EC3728}"/>
              </a:ext>
            </a:extLst>
          </p:cNvPr>
          <p:cNvSpPr txBox="1"/>
          <p:nvPr/>
        </p:nvSpPr>
        <p:spPr>
          <a:xfrm>
            <a:off x="109748" y="4766261"/>
            <a:ext cx="8832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*Customer Lifetime Value (CLV) = (Annual revenue per customer * Customer relationship in years) – Customer acquisition cost</a:t>
            </a:r>
          </a:p>
          <a:p>
            <a:r>
              <a:rPr lang="en-US" sz="900" dirty="0"/>
              <a:t>#Customer Acquisition Cost (CAC) = (Total Marketing + Sales Expenses) / Number of New Customers Acquired</a:t>
            </a:r>
            <a:endParaRPr lang="en-IN" sz="900" dirty="0"/>
          </a:p>
        </p:txBody>
      </p:sp>
      <p:pic>
        <p:nvPicPr>
          <p:cNvPr id="11" name="Google Shape;337;p39">
            <a:extLst>
              <a:ext uri="{FF2B5EF4-FFF2-40B4-BE49-F238E27FC236}">
                <a16:creationId xmlns:a16="http://schemas.microsoft.com/office/drawing/2014/main" id="{3F69EBB6-2A96-4C44-BE52-1E6BDFA7FE4E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01256" y="856796"/>
            <a:ext cx="2210081" cy="15945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4598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818954" y="2752996"/>
            <a:ext cx="504173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Type 2: </a:t>
            </a:r>
            <a:br>
              <a:rPr lang="en" sz="5400" dirty="0"/>
            </a:br>
            <a:r>
              <a:rPr lang="en" sz="5400" dirty="0"/>
              <a:t>New Product Launch</a:t>
            </a:r>
            <a:endParaRPr sz="5400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Google Shape;327;p39">
            <a:extLst>
              <a:ext uri="{FF2B5EF4-FFF2-40B4-BE49-F238E27FC236}">
                <a16:creationId xmlns:a16="http://schemas.microsoft.com/office/drawing/2014/main" id="{57797E93-51EE-466F-8C8D-E99327A06A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60" y="1396402"/>
            <a:ext cx="2747206" cy="2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27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New Product Launch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100578-3B86-4427-952F-9083ACAFF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410" y="1524000"/>
            <a:ext cx="4309850" cy="3422651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188149"/>
            <a:ext cx="4936603" cy="2767200"/>
          </a:xfrm>
        </p:spPr>
        <p:txBody>
          <a:bodyPr/>
          <a:lstStyle/>
          <a:p>
            <a:r>
              <a:rPr lang="en-IN" dirty="0"/>
              <a:t>Alarm for blind people</a:t>
            </a:r>
          </a:p>
          <a:p>
            <a:r>
              <a:rPr lang="en-IN" dirty="0"/>
              <a:t>Music application for blind</a:t>
            </a:r>
          </a:p>
          <a:p>
            <a:r>
              <a:rPr lang="en-IN" dirty="0"/>
              <a:t>Fire alarm for deaf</a:t>
            </a:r>
          </a:p>
          <a:p>
            <a:endParaRPr lang="en-IN" dirty="0"/>
          </a:p>
          <a:p>
            <a:r>
              <a:rPr lang="en-IN" dirty="0"/>
              <a:t>Key pointers</a:t>
            </a:r>
          </a:p>
          <a:p>
            <a:pPr lvl="1"/>
            <a:r>
              <a:rPr lang="en-IN" dirty="0"/>
              <a:t>Identify primary, secondary user segment</a:t>
            </a:r>
          </a:p>
          <a:p>
            <a:pPr lvl="1"/>
            <a:r>
              <a:rPr lang="en-IN" dirty="0"/>
              <a:t>Further segments in the user group</a:t>
            </a:r>
          </a:p>
          <a:p>
            <a:pPr lvl="1"/>
            <a:r>
              <a:rPr lang="en-IN" dirty="0"/>
              <a:t>Gap in current product</a:t>
            </a:r>
          </a:p>
          <a:p>
            <a:pPr lvl="1"/>
            <a:r>
              <a:rPr lang="en-IN" dirty="0"/>
              <a:t>Make no assumptions, clarify if any </a:t>
            </a:r>
          </a:p>
          <a:p>
            <a:pPr marL="584200" lvl="1" indent="0">
              <a:buNone/>
            </a:pPr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849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188149"/>
            <a:ext cx="4936603" cy="2767200"/>
          </a:xfrm>
        </p:spPr>
        <p:txBody>
          <a:bodyPr/>
          <a:lstStyle/>
          <a:p>
            <a:r>
              <a:rPr lang="en-IN" dirty="0"/>
              <a:t>Clarifying questions</a:t>
            </a:r>
          </a:p>
          <a:p>
            <a:pPr lvl="1"/>
            <a:r>
              <a:rPr lang="en-IN" dirty="0"/>
              <a:t>Any other disabilities, hearing aid?</a:t>
            </a:r>
          </a:p>
          <a:p>
            <a:pPr lvl="1"/>
            <a:r>
              <a:rPr lang="en-IN" dirty="0"/>
              <a:t>Residential or commercial establishment</a:t>
            </a:r>
          </a:p>
          <a:p>
            <a:pPr lvl="1"/>
            <a:r>
              <a:rPr lang="en-IN" dirty="0"/>
              <a:t>Any other characteristic of target segment – age/tech savvy etc.</a:t>
            </a:r>
          </a:p>
          <a:p>
            <a:pPr lvl="1"/>
            <a:endParaRPr lang="en-IN" dirty="0"/>
          </a:p>
          <a:p>
            <a:r>
              <a:rPr lang="en-IN" dirty="0"/>
              <a:t>Users</a:t>
            </a:r>
          </a:p>
          <a:p>
            <a:pPr lvl="1"/>
            <a:r>
              <a:rPr lang="en-IN" dirty="0"/>
              <a:t>Primary: Deaf person in the building</a:t>
            </a:r>
          </a:p>
          <a:p>
            <a:pPr lvl="1"/>
            <a:r>
              <a:rPr lang="en-IN" dirty="0"/>
              <a:t>Secondary</a:t>
            </a:r>
          </a:p>
          <a:p>
            <a:pPr lvl="2"/>
            <a:r>
              <a:rPr lang="en-IN" dirty="0"/>
              <a:t>Other users in building</a:t>
            </a:r>
          </a:p>
          <a:p>
            <a:pPr lvl="2"/>
            <a:r>
              <a:rPr lang="en-IN" dirty="0"/>
              <a:t>Fire department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Fire Alarm for Deaf</a:t>
            </a:r>
          </a:p>
        </p:txBody>
      </p:sp>
    </p:spTree>
    <p:extLst>
      <p:ext uri="{BB962C8B-B14F-4D97-AF65-F5344CB8AC3E}">
        <p14:creationId xmlns:p14="http://schemas.microsoft.com/office/powerpoint/2010/main" val="104680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818954" y="2752996"/>
            <a:ext cx="504173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Type 3: </a:t>
            </a:r>
            <a:br>
              <a:rPr lang="en" sz="5400" dirty="0"/>
            </a:br>
            <a:r>
              <a:rPr lang="en" sz="5400" dirty="0"/>
              <a:t>Product Improvement</a:t>
            </a:r>
            <a:endParaRPr sz="5400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3" name="Google Shape;327;p39">
            <a:extLst>
              <a:ext uri="{FF2B5EF4-FFF2-40B4-BE49-F238E27FC236}">
                <a16:creationId xmlns:a16="http://schemas.microsoft.com/office/drawing/2014/main" id="{57797E93-51EE-466F-8C8D-E99327A06A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60" y="1396402"/>
            <a:ext cx="2747206" cy="2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6817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C244DB6-805A-4FD6-ADE1-559460871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209414"/>
            <a:ext cx="4936603" cy="2767200"/>
          </a:xfrm>
        </p:spPr>
        <p:txBody>
          <a:bodyPr/>
          <a:lstStyle/>
          <a:p>
            <a:pPr marL="469900" indent="-342900">
              <a:buFont typeface="+mj-lt"/>
              <a:buAutoNum type="arabicPeriod"/>
            </a:pPr>
            <a:r>
              <a:rPr lang="en-IN" dirty="0"/>
              <a:t>Software</a:t>
            </a:r>
          </a:p>
          <a:p>
            <a:pPr lvl="1"/>
            <a:r>
              <a:rPr lang="en-IN" dirty="0"/>
              <a:t>Any application</a:t>
            </a:r>
          </a:p>
          <a:p>
            <a:pPr marL="927100" lvl="1" indent="-342900">
              <a:buFont typeface="+mj-lt"/>
              <a:buAutoNum type="arabicPeriod"/>
            </a:pPr>
            <a:endParaRPr lang="en-IN" dirty="0"/>
          </a:p>
          <a:p>
            <a:pPr marL="469900" indent="-342900">
              <a:buFont typeface="+mj-lt"/>
              <a:buAutoNum type="arabicPeriod"/>
            </a:pPr>
            <a:r>
              <a:rPr lang="en-IN" dirty="0"/>
              <a:t>Hardware</a:t>
            </a:r>
          </a:p>
          <a:p>
            <a:pPr lvl="1"/>
            <a:r>
              <a:rPr lang="en-IN" dirty="0"/>
              <a:t>TV Remote</a:t>
            </a:r>
          </a:p>
          <a:p>
            <a:pPr lvl="1"/>
            <a:r>
              <a:rPr lang="en-IN" dirty="0"/>
              <a:t>Computer mouse</a:t>
            </a:r>
          </a:p>
          <a:p>
            <a:pPr marL="927100" lvl="1" indent="-342900">
              <a:buFont typeface="+mj-lt"/>
              <a:buAutoNum type="arabicPeriod"/>
            </a:pPr>
            <a:endParaRPr lang="en-IN" dirty="0"/>
          </a:p>
          <a:p>
            <a:pPr marL="469900" indent="-342900">
              <a:buFont typeface="+mj-lt"/>
              <a:buAutoNum type="arabicPeriod"/>
            </a:pPr>
            <a:r>
              <a:rPr lang="en-IN" dirty="0"/>
              <a:t>Service</a:t>
            </a:r>
          </a:p>
          <a:p>
            <a:pPr lvl="1"/>
            <a:r>
              <a:rPr lang="en-IN" dirty="0"/>
              <a:t>Car Rental Service</a:t>
            </a:r>
          </a:p>
          <a:p>
            <a:pPr marL="584200" lvl="1" indent="0">
              <a:buNone/>
            </a:pPr>
            <a:endParaRPr lang="en-IN" dirty="0"/>
          </a:p>
          <a:p>
            <a:pPr marL="127000" indent="0">
              <a:buNone/>
            </a:pPr>
            <a:r>
              <a:rPr lang="en-IN" b="1" dirty="0"/>
              <a:t>Customer Journey Approach</a:t>
            </a:r>
          </a:p>
          <a:p>
            <a:pPr marL="469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Product Improvement</a:t>
            </a:r>
          </a:p>
        </p:txBody>
      </p:sp>
    </p:spTree>
    <p:extLst>
      <p:ext uri="{BB962C8B-B14F-4D97-AF65-F5344CB8AC3E}">
        <p14:creationId xmlns:p14="http://schemas.microsoft.com/office/powerpoint/2010/main" val="334345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818954" y="2752996"/>
            <a:ext cx="504173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Type 4: </a:t>
            </a:r>
            <a:br>
              <a:rPr lang="en" sz="5400" dirty="0"/>
            </a:br>
            <a:r>
              <a:rPr lang="en" sz="5400" dirty="0"/>
              <a:t>Application Evaluation</a:t>
            </a:r>
            <a:endParaRPr sz="5400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3" name="Google Shape;327;p39">
            <a:extLst>
              <a:ext uri="{FF2B5EF4-FFF2-40B4-BE49-F238E27FC236}">
                <a16:creationId xmlns:a16="http://schemas.microsoft.com/office/drawing/2014/main" id="{57797E93-51EE-466F-8C8D-E99327A06A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60" y="1396402"/>
            <a:ext cx="2747206" cy="2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2633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199" y="282175"/>
            <a:ext cx="760936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200" dirty="0"/>
              <a:t>Fashion wearable shopping app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831564-609E-4246-8E38-5E3FB00637E1}"/>
              </a:ext>
            </a:extLst>
          </p:cNvPr>
          <p:cNvSpPr/>
          <p:nvPr/>
        </p:nvSpPr>
        <p:spPr>
          <a:xfrm>
            <a:off x="602673" y="1420679"/>
            <a:ext cx="5985163" cy="532812"/>
          </a:xfrm>
          <a:prstGeom prst="rect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Acquisition: </a:t>
            </a:r>
          </a:p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Social media advertisement (click through rate); </a:t>
            </a:r>
            <a:r>
              <a:rPr lang="en-IN" sz="1100" dirty="0">
                <a:solidFill>
                  <a:schemeClr val="accent6">
                    <a:lumMod val="75000"/>
                  </a:schemeClr>
                </a:solidFill>
              </a:rPr>
              <a:t>mail conversions; SEO, number of app downloads/month, number of signup/month etc.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B628E-CFF8-414D-8A3B-424358CF40C7}"/>
              </a:ext>
            </a:extLst>
          </p:cNvPr>
          <p:cNvSpPr/>
          <p:nvPr/>
        </p:nvSpPr>
        <p:spPr>
          <a:xfrm>
            <a:off x="602672" y="2068725"/>
            <a:ext cx="5985163" cy="532813"/>
          </a:xfrm>
          <a:prstGeom prst="rect">
            <a:avLst/>
          </a:prstGeom>
          <a:solidFill>
            <a:srgbClr val="7CBE5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Activation:</a:t>
            </a:r>
          </a:p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Avg. session length, number of product categories browsed, no. of clicks, no. of items viewed, </a:t>
            </a:r>
            <a:r>
              <a:rPr lang="en-US" sz="1100" dirty="0" err="1">
                <a:solidFill>
                  <a:schemeClr val="accent6">
                    <a:lumMod val="75000"/>
                  </a:schemeClr>
                </a:solidFill>
              </a:rPr>
              <a:t>avg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time for 1</a:t>
            </a:r>
            <a:r>
              <a:rPr lang="en-US" sz="1100" baseline="30000" dirty="0">
                <a:solidFill>
                  <a:schemeClr val="accent6">
                    <a:lumMod val="75000"/>
                  </a:schemeClr>
                </a:solidFill>
              </a:rPr>
              <a:t>st</a:t>
            </a:r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 checkout, wish list frequency etc.</a:t>
            </a:r>
            <a:endParaRPr lang="en-IN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10E60-5FBA-42E6-A023-613154C21580}"/>
              </a:ext>
            </a:extLst>
          </p:cNvPr>
          <p:cNvSpPr/>
          <p:nvPr/>
        </p:nvSpPr>
        <p:spPr>
          <a:xfrm>
            <a:off x="602673" y="2716773"/>
            <a:ext cx="5985162" cy="53281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Retention:</a:t>
            </a:r>
          </a:p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Daily/Monthly active users (DAU/MAU), infrequent visitors, retention by push notification/ mail, churn out rate, cart abandonment, %age checkouts etc.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C4AFA-83C7-4D38-A8BF-95440E48F81E}"/>
              </a:ext>
            </a:extLst>
          </p:cNvPr>
          <p:cNvSpPr/>
          <p:nvPr/>
        </p:nvSpPr>
        <p:spPr>
          <a:xfrm>
            <a:off x="602673" y="3398020"/>
            <a:ext cx="5985162" cy="532813"/>
          </a:xfrm>
          <a:prstGeom prst="rect">
            <a:avLst/>
          </a:prstGeom>
          <a:solidFill>
            <a:srgbClr val="D8D5EB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Revenue:</a:t>
            </a:r>
          </a:p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Avg. revenue generated per user, avg. order size per user, average return per user, CLV, CAC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1DBED3-3886-4036-92F7-2B5817FF031A}"/>
              </a:ext>
            </a:extLst>
          </p:cNvPr>
          <p:cNvSpPr/>
          <p:nvPr/>
        </p:nvSpPr>
        <p:spPr>
          <a:xfrm>
            <a:off x="602673" y="4079267"/>
            <a:ext cx="5985162" cy="532813"/>
          </a:xfrm>
          <a:prstGeom prst="rect">
            <a:avLst/>
          </a:prstGeom>
          <a:solidFill>
            <a:srgbClr val="A7A4BC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</a:rPr>
              <a:t>Referral &amp; satisfaction:</a:t>
            </a:r>
          </a:p>
          <a:p>
            <a:r>
              <a:rPr lang="en-US" sz="1100" dirty="0">
                <a:solidFill>
                  <a:schemeClr val="accent6">
                    <a:lumMod val="75000"/>
                  </a:schemeClr>
                </a:solidFill>
              </a:rPr>
              <a:t>NPS score, App ratings, app reviews, complain rates, number of referral/user, etc.</a:t>
            </a:r>
            <a:endParaRPr lang="en-IN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ED278E-5B33-49C1-8CD5-44FEF98D429F}"/>
              </a:ext>
            </a:extLst>
          </p:cNvPr>
          <p:cNvSpPr txBox="1"/>
          <p:nvPr/>
        </p:nvSpPr>
        <p:spPr>
          <a:xfrm>
            <a:off x="2293145" y="4730275"/>
            <a:ext cx="6372874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The framework can be extended to an app feature also. </a:t>
            </a:r>
            <a:r>
              <a:rPr lang="en-US" i="1" dirty="0" err="1">
                <a:solidFill>
                  <a:schemeClr val="accent6">
                    <a:lumMod val="75000"/>
                  </a:schemeClr>
                </a:solidFill>
              </a:rPr>
              <a:t>Eg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: Facebook Like </a:t>
            </a:r>
            <a:endParaRPr lang="en-IN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" name="Google Shape;331;p39">
            <a:extLst>
              <a:ext uri="{FF2B5EF4-FFF2-40B4-BE49-F238E27FC236}">
                <a16:creationId xmlns:a16="http://schemas.microsoft.com/office/drawing/2014/main" id="{E18EB9A3-13BC-4692-9C29-7CA4603CD5C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07677" y="1527463"/>
            <a:ext cx="2321607" cy="1413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4085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D2D8B6-69AD-4024-B48B-96B1F405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493" y="1352223"/>
            <a:ext cx="6673702" cy="2767200"/>
          </a:xfrm>
        </p:spPr>
        <p:txBody>
          <a:bodyPr/>
          <a:lstStyle/>
          <a:p>
            <a:r>
              <a:rPr lang="en-US" sz="1500" b="1" dirty="0">
                <a:solidFill>
                  <a:schemeClr val="accent6">
                    <a:lumMod val="75000"/>
                  </a:schemeClr>
                </a:solidFill>
              </a:rPr>
              <a:t>Quantitative metrics: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User engagement &amp; retention, traffic analysis</a:t>
            </a:r>
          </a:p>
          <a:p>
            <a:pPr marL="584200" lvl="1" indent="0">
              <a:buNone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Report AARRR metrics, conversion percentage  for sample users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</a:rPr>
              <a:t>Qualitative metrics: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Usability testing, session monitoring</a:t>
            </a:r>
          </a:p>
          <a:p>
            <a:pPr marL="584200" lvl="1" indent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Watch what users do, find their problems &amp; helpful solutions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</a:rPr>
              <a:t>Iterative metrics: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A/B testing, Multi variate testing</a:t>
            </a:r>
          </a:p>
          <a:p>
            <a:pPr marL="584200" lvl="1" indent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What users do in one scenario v/s other, which methods work best</a:t>
            </a:r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chemeClr val="accent6">
                    <a:lumMod val="75000"/>
                  </a:schemeClr>
                </a:solidFill>
              </a:rPr>
              <a:t>Comparative metrics: </a:t>
            </a: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Monitoring &amp; tracking competition</a:t>
            </a:r>
          </a:p>
          <a:p>
            <a:pPr marL="584200" lvl="1" indent="0">
              <a:lnSpc>
                <a:spcPct val="150000"/>
              </a:lnSpc>
              <a:buNone/>
            </a:pPr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Comparing competitors activities against yours: key word traffic, user statistics   </a:t>
            </a:r>
            <a:endParaRPr lang="en-IN" sz="1500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IN" sz="15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818352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200" dirty="0"/>
              <a:t>Types of Measurements for a PM</a:t>
            </a:r>
          </a:p>
        </p:txBody>
      </p:sp>
      <p:pic>
        <p:nvPicPr>
          <p:cNvPr id="7" name="Google Shape;327;p39">
            <a:extLst>
              <a:ext uri="{FF2B5EF4-FFF2-40B4-BE49-F238E27FC236}">
                <a16:creationId xmlns:a16="http://schemas.microsoft.com/office/drawing/2014/main" id="{6F43102A-43B0-4CBF-9D95-DD7B3B6770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12758" y="1842205"/>
            <a:ext cx="2254827" cy="1787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49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ctrTitle" idx="4294967295"/>
          </p:nvPr>
        </p:nvSpPr>
        <p:spPr>
          <a:xfrm>
            <a:off x="818954" y="2752996"/>
            <a:ext cx="5041733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Case Type 5: </a:t>
            </a:r>
            <a:br>
              <a:rPr lang="en" sz="5400" dirty="0"/>
            </a:br>
            <a:r>
              <a:rPr lang="en" sz="5400" dirty="0"/>
              <a:t>Business Problems</a:t>
            </a:r>
            <a:endParaRPr sz="5400" dirty="0"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3" name="Google Shape;327;p39">
            <a:extLst>
              <a:ext uri="{FF2B5EF4-FFF2-40B4-BE49-F238E27FC236}">
                <a16:creationId xmlns:a16="http://schemas.microsoft.com/office/drawing/2014/main" id="{57797E93-51EE-466F-8C8D-E99327A06A0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060" y="1396402"/>
            <a:ext cx="2747206" cy="235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3754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124972-3B44-4271-8D08-3DA1E2F6A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4" name="Google Shape;70;p15">
            <a:extLst>
              <a:ext uri="{FF2B5EF4-FFF2-40B4-BE49-F238E27FC236}">
                <a16:creationId xmlns:a16="http://schemas.microsoft.com/office/drawing/2014/main" id="{45AAC717-7617-4633-8D80-27CC97E1A73E}"/>
              </a:ext>
            </a:extLst>
          </p:cNvPr>
          <p:cNvSpPr txBox="1">
            <a:spLocks/>
          </p:cNvSpPr>
          <p:nvPr/>
        </p:nvSpPr>
        <p:spPr>
          <a:xfrm>
            <a:off x="457200" y="282175"/>
            <a:ext cx="7320224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GB" sz="4400" dirty="0"/>
              <a:t>Business Problems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457200" y="2075879"/>
            <a:ext cx="4163372" cy="2462177"/>
            <a:chOff x="729525" y="1442033"/>
            <a:chExt cx="4163372" cy="2462177"/>
          </a:xfrm>
        </p:grpSpPr>
        <p:grpSp>
          <p:nvGrpSpPr>
            <p:cNvPr id="7" name="Google Shape;1066;p41"/>
            <p:cNvGrpSpPr/>
            <p:nvPr/>
          </p:nvGrpSpPr>
          <p:grpSpPr>
            <a:xfrm>
              <a:off x="729526" y="1442033"/>
              <a:ext cx="4163371" cy="2462177"/>
              <a:chOff x="6392364" y="5663946"/>
              <a:chExt cx="806212" cy="787291"/>
            </a:xfrm>
          </p:grpSpPr>
          <p:grpSp>
            <p:nvGrpSpPr>
              <p:cNvPr id="8" name="Google Shape;1067;p41"/>
              <p:cNvGrpSpPr/>
              <p:nvPr/>
            </p:nvGrpSpPr>
            <p:grpSpPr>
              <a:xfrm>
                <a:off x="6392364" y="5663946"/>
                <a:ext cx="796933" cy="185801"/>
                <a:chOff x="3321050" y="1066800"/>
                <a:chExt cx="6505573" cy="1508125"/>
              </a:xfrm>
            </p:grpSpPr>
            <p:sp>
              <p:nvSpPr>
                <p:cNvPr id="15" name="Google Shape;1068;p41"/>
                <p:cNvSpPr/>
                <p:nvPr/>
              </p:nvSpPr>
              <p:spPr>
                <a:xfrm>
                  <a:off x="3321050" y="1066800"/>
                  <a:ext cx="6505573" cy="150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384" extrusionOk="0">
                      <a:moveTo>
                        <a:pt x="1553" y="384"/>
                      </a:moveTo>
                      <a:cubicBezTo>
                        <a:pt x="1556" y="384"/>
                        <a:pt x="1560" y="382"/>
                        <a:pt x="1561" y="379"/>
                      </a:cubicBezTo>
                      <a:cubicBezTo>
                        <a:pt x="1657" y="196"/>
                        <a:pt x="1657" y="196"/>
                        <a:pt x="1657" y="196"/>
                      </a:cubicBezTo>
                      <a:cubicBezTo>
                        <a:pt x="1658" y="194"/>
                        <a:pt x="1658" y="190"/>
                        <a:pt x="1657" y="187"/>
                      </a:cubicBezTo>
                      <a:cubicBezTo>
                        <a:pt x="1561" y="5"/>
                        <a:pt x="1561" y="5"/>
                        <a:pt x="1561" y="5"/>
                      </a:cubicBezTo>
                      <a:cubicBezTo>
                        <a:pt x="1560" y="2"/>
                        <a:pt x="1556" y="0"/>
                        <a:pt x="155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7"/>
                        <a:pt x="3" y="14"/>
                      </a:cubicBezTo>
                      <a:cubicBezTo>
                        <a:pt x="94" y="187"/>
                        <a:pt x="94" y="187"/>
                        <a:pt x="94" y="187"/>
                      </a:cubicBezTo>
                      <a:cubicBezTo>
                        <a:pt x="94" y="187"/>
                        <a:pt x="94" y="187"/>
                        <a:pt x="94" y="187"/>
                      </a:cubicBezTo>
                      <a:cubicBezTo>
                        <a:pt x="196" y="384"/>
                        <a:pt x="196" y="384"/>
                        <a:pt x="196" y="384"/>
                      </a:cubicBezTo>
                      <a:lnTo>
                        <a:pt x="1553" y="384"/>
                      </a:lnTo>
                      <a:close/>
                    </a:path>
                  </a:pathLst>
                </a:custGeom>
                <a:solidFill>
                  <a:srgbClr val="6AA84F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>
                    <a:buClr>
                      <a:schemeClr val="dk1"/>
                    </a:buClr>
                    <a:buSzPts val="1400"/>
                  </a:pPr>
                  <a:endParaRPr lang="en-US" sz="1100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  <a:p>
                  <a:pPr algn="ctr">
                    <a:buClr>
                      <a:schemeClr val="dk1"/>
                    </a:buClr>
                    <a:buSzPts val="1400"/>
                  </a:pPr>
                  <a:r>
                    <a:rPr lang="en-US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Using </a:t>
                  </a:r>
                  <a:r>
                    <a:rPr lang="en-US" b="1" i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‘CIRCLES’ </a:t>
                  </a:r>
                  <a:r>
                    <a:rPr lang="en-US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framework</a:t>
                  </a:r>
                </a:p>
              </p:txBody>
            </p:sp>
            <p:sp>
              <p:nvSpPr>
                <p:cNvPr id="16" name="Google Shape;1069;p41"/>
                <p:cNvSpPr/>
                <p:nvPr/>
              </p:nvSpPr>
              <p:spPr>
                <a:xfrm>
                  <a:off x="3321050" y="1801812"/>
                  <a:ext cx="769937" cy="773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97" extrusionOk="0">
                      <a:moveTo>
                        <a:pt x="94" y="9"/>
                      </a:moveTo>
                      <a:cubicBezTo>
                        <a:pt x="3" y="183"/>
                        <a:pt x="3" y="183"/>
                        <a:pt x="3" y="183"/>
                      </a:cubicBezTo>
                      <a:cubicBezTo>
                        <a:pt x="0" y="189"/>
                        <a:pt x="5" y="197"/>
                        <a:pt x="12" y="197"/>
                      </a:cubicBezTo>
                      <a:cubicBezTo>
                        <a:pt x="196" y="197"/>
                        <a:pt x="196" y="197"/>
                        <a:pt x="196" y="197"/>
                      </a:cubicBez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95" y="3"/>
                        <a:pt x="95" y="7"/>
                        <a:pt x="94" y="9"/>
                      </a:cubicBezTo>
                      <a:close/>
                    </a:path>
                  </a:pathLst>
                </a:custGeom>
                <a:solidFill>
                  <a:srgbClr val="38761D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" name="Google Shape;1073;p41"/>
              <p:cNvGrpSpPr/>
              <p:nvPr/>
            </p:nvGrpSpPr>
            <p:grpSpPr>
              <a:xfrm>
                <a:off x="6401643" y="6265436"/>
                <a:ext cx="796933" cy="185801"/>
                <a:chOff x="3396799" y="2629919"/>
                <a:chExt cx="6505573" cy="1508125"/>
              </a:xfrm>
            </p:grpSpPr>
            <p:sp>
              <p:nvSpPr>
                <p:cNvPr id="11" name="Google Shape;1074;p41"/>
                <p:cNvSpPr/>
                <p:nvPr/>
              </p:nvSpPr>
              <p:spPr>
                <a:xfrm>
                  <a:off x="3396799" y="2629919"/>
                  <a:ext cx="6505573" cy="150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384" extrusionOk="0">
                      <a:moveTo>
                        <a:pt x="1553" y="384"/>
                      </a:moveTo>
                      <a:cubicBezTo>
                        <a:pt x="1556" y="384"/>
                        <a:pt x="1560" y="382"/>
                        <a:pt x="1561" y="379"/>
                      </a:cubicBezTo>
                      <a:cubicBezTo>
                        <a:pt x="1657" y="196"/>
                        <a:pt x="1657" y="196"/>
                        <a:pt x="1657" y="196"/>
                      </a:cubicBezTo>
                      <a:cubicBezTo>
                        <a:pt x="1658" y="194"/>
                        <a:pt x="1658" y="190"/>
                        <a:pt x="1657" y="187"/>
                      </a:cubicBezTo>
                      <a:cubicBezTo>
                        <a:pt x="1561" y="5"/>
                        <a:pt x="1561" y="5"/>
                        <a:pt x="1561" y="5"/>
                      </a:cubicBezTo>
                      <a:cubicBezTo>
                        <a:pt x="1560" y="2"/>
                        <a:pt x="1556" y="0"/>
                        <a:pt x="1553" y="0"/>
                      </a:cubicBez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5" y="0"/>
                        <a:pt x="0" y="7"/>
                        <a:pt x="3" y="14"/>
                      </a:cubicBezTo>
                      <a:cubicBezTo>
                        <a:pt x="94" y="187"/>
                        <a:pt x="94" y="187"/>
                        <a:pt x="94" y="187"/>
                      </a:cubicBezTo>
                      <a:cubicBezTo>
                        <a:pt x="94" y="187"/>
                        <a:pt x="94" y="187"/>
                        <a:pt x="94" y="187"/>
                      </a:cubicBezTo>
                      <a:cubicBezTo>
                        <a:pt x="196" y="384"/>
                        <a:pt x="196" y="384"/>
                        <a:pt x="196" y="384"/>
                      </a:cubicBezTo>
                      <a:lnTo>
                        <a:pt x="1553" y="384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algn="ctr">
                    <a:buClr>
                      <a:schemeClr val="dk1"/>
                    </a:buClr>
                    <a:buSzPts val="1400"/>
                  </a:pPr>
                  <a:endParaRPr lang="en-US" sz="1100" b="1" dirty="0">
                    <a:solidFill>
                      <a:schemeClr val="accent6">
                        <a:lumMod val="75000"/>
                      </a:schemeClr>
                    </a:solidFill>
                  </a:endParaRPr>
                </a:p>
                <a:p>
                  <a:pPr algn="ctr">
                    <a:buClr>
                      <a:schemeClr val="dk1"/>
                    </a:buClr>
                    <a:buSzPts val="1400"/>
                  </a:pPr>
                  <a:r>
                    <a:rPr lang="en-US" b="1" dirty="0">
                      <a:solidFill>
                        <a:schemeClr val="accent6">
                          <a:lumMod val="75000"/>
                        </a:schemeClr>
                      </a:solidFill>
                    </a:rPr>
                    <a:t>Using customer journey</a:t>
                  </a:r>
                </a:p>
              </p:txBody>
            </p:sp>
            <p:sp>
              <p:nvSpPr>
                <p:cNvPr id="12" name="Google Shape;1075;p41"/>
                <p:cNvSpPr/>
                <p:nvPr/>
              </p:nvSpPr>
              <p:spPr>
                <a:xfrm>
                  <a:off x="3413038" y="3399281"/>
                  <a:ext cx="769936" cy="73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" h="197" extrusionOk="0">
                      <a:moveTo>
                        <a:pt x="94" y="9"/>
                      </a:moveTo>
                      <a:cubicBezTo>
                        <a:pt x="3" y="183"/>
                        <a:pt x="3" y="183"/>
                        <a:pt x="3" y="183"/>
                      </a:cubicBezTo>
                      <a:cubicBezTo>
                        <a:pt x="0" y="189"/>
                        <a:pt x="5" y="197"/>
                        <a:pt x="12" y="197"/>
                      </a:cubicBezTo>
                      <a:cubicBezTo>
                        <a:pt x="196" y="197"/>
                        <a:pt x="196" y="197"/>
                        <a:pt x="196" y="197"/>
                      </a:cubicBez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95" y="3"/>
                        <a:pt x="95" y="7"/>
                        <a:pt x="94" y="9"/>
                      </a:cubicBezTo>
                      <a:close/>
                    </a:path>
                  </a:pathLst>
                </a:custGeom>
                <a:solidFill>
                  <a:schemeClr val="accent5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400"/>
                    <a:buFont typeface="Calibri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7" name="Google Shape;1068;p41"/>
            <p:cNvSpPr/>
            <p:nvPr/>
          </p:nvSpPr>
          <p:spPr>
            <a:xfrm>
              <a:off x="729525" y="2293140"/>
              <a:ext cx="4115454" cy="666432"/>
            </a:xfrm>
            <a:custGeom>
              <a:avLst/>
              <a:gdLst/>
              <a:ahLst/>
              <a:cxnLst/>
              <a:rect l="l" t="t" r="r" b="b"/>
              <a:pathLst>
                <a:path w="1658" h="384" extrusionOk="0">
                  <a:moveTo>
                    <a:pt x="1553" y="384"/>
                  </a:moveTo>
                  <a:cubicBezTo>
                    <a:pt x="1556" y="384"/>
                    <a:pt x="1560" y="382"/>
                    <a:pt x="1561" y="379"/>
                  </a:cubicBezTo>
                  <a:cubicBezTo>
                    <a:pt x="1657" y="196"/>
                    <a:pt x="1657" y="196"/>
                    <a:pt x="1657" y="196"/>
                  </a:cubicBezTo>
                  <a:cubicBezTo>
                    <a:pt x="1658" y="194"/>
                    <a:pt x="1658" y="190"/>
                    <a:pt x="1657" y="187"/>
                  </a:cubicBezTo>
                  <a:cubicBezTo>
                    <a:pt x="1561" y="5"/>
                    <a:pt x="1561" y="5"/>
                    <a:pt x="1561" y="5"/>
                  </a:cubicBezTo>
                  <a:cubicBezTo>
                    <a:pt x="1560" y="2"/>
                    <a:pt x="1556" y="0"/>
                    <a:pt x="155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7"/>
                    <a:pt x="3" y="14"/>
                  </a:cubicBezTo>
                  <a:cubicBezTo>
                    <a:pt x="94" y="187"/>
                    <a:pt x="94" y="187"/>
                    <a:pt x="94" y="187"/>
                  </a:cubicBezTo>
                  <a:cubicBezTo>
                    <a:pt x="94" y="187"/>
                    <a:pt x="94" y="187"/>
                    <a:pt x="94" y="187"/>
                  </a:cubicBezTo>
                  <a:cubicBezTo>
                    <a:pt x="196" y="384"/>
                    <a:pt x="196" y="384"/>
                    <a:pt x="196" y="384"/>
                  </a:cubicBezTo>
                  <a:lnTo>
                    <a:pt x="1553" y="384"/>
                  </a:lnTo>
                  <a:close/>
                </a:path>
              </a:pathLst>
            </a:custGeom>
            <a:solidFill>
              <a:srgbClr val="45818E"/>
            </a:solidFill>
            <a:ln>
              <a:solidFill>
                <a:srgbClr val="E6E6E6"/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buClr>
                  <a:schemeClr val="dk1"/>
                </a:buClr>
                <a:buSzPts val="1400"/>
              </a:pPr>
              <a:endParaRPr lang="en-US" sz="1100" dirty="0">
                <a:solidFill>
                  <a:schemeClr val="accent6">
                    <a:lumMod val="75000"/>
                  </a:schemeClr>
                </a:solidFill>
              </a:endParaRPr>
            </a:p>
            <a:p>
              <a:pPr algn="ctr">
                <a:buClr>
                  <a:schemeClr val="dk1"/>
                </a:buClr>
                <a:buSzPts val="1400"/>
              </a:pPr>
              <a:r>
                <a:rPr lang="en-US" b="1" dirty="0">
                  <a:solidFill>
                    <a:schemeClr val="accent6">
                      <a:lumMod val="75000"/>
                    </a:schemeClr>
                  </a:solidFill>
                </a:rPr>
                <a:t>Using the knowledge of business model &amp; value chain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069;p41"/>
            <p:cNvSpPr/>
            <p:nvPr/>
          </p:nvSpPr>
          <p:spPr>
            <a:xfrm>
              <a:off x="775631" y="2626356"/>
              <a:ext cx="487065" cy="341634"/>
            </a:xfrm>
            <a:custGeom>
              <a:avLst/>
              <a:gdLst/>
              <a:ahLst/>
              <a:cxnLst/>
              <a:rect l="l" t="t" r="r" b="b"/>
              <a:pathLst>
                <a:path w="196" h="197" extrusionOk="0">
                  <a:moveTo>
                    <a:pt x="94" y="9"/>
                  </a:moveTo>
                  <a:cubicBezTo>
                    <a:pt x="3" y="183"/>
                    <a:pt x="3" y="183"/>
                    <a:pt x="3" y="183"/>
                  </a:cubicBezTo>
                  <a:cubicBezTo>
                    <a:pt x="0" y="189"/>
                    <a:pt x="5" y="197"/>
                    <a:pt x="12" y="197"/>
                  </a:cubicBezTo>
                  <a:cubicBezTo>
                    <a:pt x="196" y="197"/>
                    <a:pt x="196" y="197"/>
                    <a:pt x="196" y="197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95" y="3"/>
                    <a:pt x="95" y="7"/>
                    <a:pt x="94" y="9"/>
                  </a:cubicBez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" name="Google Shape;33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26727" y="1763345"/>
            <a:ext cx="2807148" cy="186112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TextBox 30"/>
          <p:cNvSpPr txBox="1"/>
          <p:nvPr/>
        </p:nvSpPr>
        <p:spPr>
          <a:xfrm>
            <a:off x="463573" y="1439162"/>
            <a:ext cx="556952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accent6">
                    <a:lumMod val="75000"/>
                  </a:schemeClr>
                </a:solidFill>
              </a:rPr>
              <a:t>Broadly, there are three approaches: </a:t>
            </a:r>
            <a:endParaRPr lang="en-IN" sz="15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509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05;p20">
            <a:extLst>
              <a:ext uri="{FF2B5EF4-FFF2-40B4-BE49-F238E27FC236}">
                <a16:creationId xmlns:a16="http://schemas.microsoft.com/office/drawing/2014/main" id="{3E4FB63C-5F1C-4441-8B49-0C9B25075B55}"/>
              </a:ext>
            </a:extLst>
          </p:cNvPr>
          <p:cNvSpPr txBox="1">
            <a:spLocks/>
          </p:cNvSpPr>
          <p:nvPr/>
        </p:nvSpPr>
        <p:spPr>
          <a:xfrm>
            <a:off x="887534" y="992776"/>
            <a:ext cx="7757976" cy="3663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oppins"/>
              <a:buNone/>
              <a:defRPr sz="4800" b="1" i="0" u="none" strike="noStrike" cap="non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n-US" sz="4000" dirty="0"/>
              <a:t>Thank You!</a:t>
            </a:r>
          </a:p>
          <a:p>
            <a:endParaRPr lang="en-US" sz="4000" dirty="0"/>
          </a:p>
          <a:p>
            <a:endParaRPr lang="en-US" sz="4000" dirty="0"/>
          </a:p>
          <a:p>
            <a:r>
              <a:rPr lang="en-US" sz="2800" b="0" dirty="0"/>
              <a:t>Happy Learning! </a:t>
            </a:r>
            <a:r>
              <a:rPr lang="en-US" sz="2800" b="0" dirty="0">
                <a:sym typeface="Wingdings" panose="05000000000000000000" pitchFamily="2" charset="2"/>
              </a:rPr>
              <a:t>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5262153"/>
      </p:ext>
    </p:extLst>
  </p:cSld>
  <p:clrMapOvr>
    <a:masterClrMapping/>
  </p:clrMapOvr>
</p:sld>
</file>

<file path=ppt/theme/theme1.xml><?xml version="1.0" encoding="utf-8"?>
<a:theme xmlns:a="http://schemas.openxmlformats.org/drawingml/2006/main" name="Gower template">
  <a:themeElements>
    <a:clrScheme name="Custom 347">
      <a:dk1>
        <a:srgbClr val="65617D"/>
      </a:dk1>
      <a:lt1>
        <a:srgbClr val="FFFFFF"/>
      </a:lt1>
      <a:dk2>
        <a:srgbClr val="A7D86D"/>
      </a:dk2>
      <a:lt2>
        <a:srgbClr val="ECEBF0"/>
      </a:lt2>
      <a:accent1>
        <a:srgbClr val="A7D86D"/>
      </a:accent1>
      <a:accent2>
        <a:srgbClr val="7CBE5F"/>
      </a:accent2>
      <a:accent3>
        <a:srgbClr val="52A551"/>
      </a:accent3>
      <a:accent4>
        <a:srgbClr val="D8D5EB"/>
      </a:accent4>
      <a:accent5>
        <a:srgbClr val="A7A4BC"/>
      </a:accent5>
      <a:accent6>
        <a:srgbClr val="65617D"/>
      </a:accent6>
      <a:hlink>
        <a:srgbClr val="65617D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1465</TotalTime>
  <Words>1073</Words>
  <Application>Microsoft Office PowerPoint</Application>
  <PresentationFormat>On-screen Show (16:9)</PresentationFormat>
  <Paragraphs>241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Book Antiqua</vt:lpstr>
      <vt:lpstr>Calibri</vt:lpstr>
      <vt:lpstr>Muli</vt:lpstr>
      <vt:lpstr>Poppins</vt:lpstr>
      <vt:lpstr>Poppins Light</vt:lpstr>
      <vt:lpstr>Ubuntu</vt:lpstr>
      <vt:lpstr>Gower template</vt:lpstr>
      <vt:lpstr>Domain Prep Session: PM </vt:lpstr>
      <vt:lpstr>PowerPoint Presentation</vt:lpstr>
      <vt:lpstr>Company Processes at IIM-L</vt:lpstr>
      <vt:lpstr>PowerPoint Presentation</vt:lpstr>
      <vt:lpstr>Case Type:  Product Design/ Improvement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Case Type 2:  New Product Launch</vt:lpstr>
      <vt:lpstr>PowerPoint Presentation</vt:lpstr>
      <vt:lpstr>PowerPoint Presentation</vt:lpstr>
      <vt:lpstr>Case Type 3:  Product Improvement</vt:lpstr>
      <vt:lpstr>PowerPoint Presentation</vt:lpstr>
      <vt:lpstr>Case Type 4:  Application Evaluation</vt:lpstr>
      <vt:lpstr>PowerPoint Presentation</vt:lpstr>
      <vt:lpstr>PowerPoint Presentation</vt:lpstr>
      <vt:lpstr>Case Type 5:  Business Problems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101</dc:title>
  <dc:creator>x</dc:creator>
  <cp:lastModifiedBy>SINDHU SRINATH</cp:lastModifiedBy>
  <cp:revision>82</cp:revision>
  <dcterms:modified xsi:type="dcterms:W3CDTF">2022-08-19T13:36:39Z</dcterms:modified>
</cp:coreProperties>
</file>