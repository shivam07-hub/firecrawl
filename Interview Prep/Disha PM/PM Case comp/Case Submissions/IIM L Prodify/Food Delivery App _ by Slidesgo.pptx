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10"/>
  </p:notesMasterIdLst>
  <p:sldIdLst>
    <p:sldId id="256" r:id="rId2"/>
    <p:sldId id="257" r:id="rId3"/>
    <p:sldId id="307" r:id="rId4"/>
    <p:sldId id="311" r:id="rId5"/>
    <p:sldId id="260" r:id="rId6"/>
    <p:sldId id="499" r:id="rId7"/>
    <p:sldId id="309" r:id="rId8"/>
    <p:sldId id="310" r:id="rId9"/>
  </p:sldIdLst>
  <p:sldSz cx="9144000" cy="5143500" type="screen16x9"/>
  <p:notesSz cx="6858000" cy="9144000"/>
  <p:embeddedFontLst>
    <p:embeddedFont>
      <p:font typeface="Advent Pro" panose="02000506040000020004" pitchFamily="2" charset="77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Fira Sans" panose="020B0503050000020004" pitchFamily="34" charset="0"/>
      <p:regular r:id="rId17"/>
      <p:bold r:id="rId18"/>
      <p:italic r:id="rId19"/>
      <p:boldItalic r:id="rId20"/>
    </p:embeddedFont>
    <p:embeddedFont>
      <p:font typeface="Impact" panose="020B0806030902050204" pitchFamily="34" charset="0"/>
      <p:regular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Black" panose="020F0502020204030204" pitchFamily="34" charset="0"/>
      <p:bold r:id="rId30"/>
      <p:italic r:id="rId31"/>
      <p:boldItalic r:id="rId32"/>
    </p:embeddedFont>
    <p:embeddedFont>
      <p:font typeface="Trebuchet MS" panose="020B0703020202090204" pitchFamily="34" charset="0"/>
      <p:regular r:id="rId33"/>
      <p:bold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48">
          <p15:clr>
            <a:srgbClr val="9AA0A6"/>
          </p15:clr>
        </p15:guide>
        <p15:guide id="3" pos="5311">
          <p15:clr>
            <a:srgbClr val="9AA0A6"/>
          </p15:clr>
        </p15:guide>
        <p15:guide id="4" orient="horz" pos="2897">
          <p15:clr>
            <a:srgbClr val="9AA0A6"/>
          </p15:clr>
        </p15:guide>
        <p15:guide id="5" orient="horz" pos="346">
          <p15:clr>
            <a:srgbClr val="9AA0A6"/>
          </p15:clr>
        </p15:guide>
        <p15:guide id="6" pos="44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F5F"/>
    <a:srgbClr val="CC2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D0F796-6C16-429C-B431-1DBEE07DD037}">
  <a:tblStyle styleId="{FED0F796-6C16-429C-B431-1DBEE07DD0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614"/>
    <p:restoredTop sz="94615"/>
  </p:normalViewPr>
  <p:slideViewPr>
    <p:cSldViewPr snapToGrid="0">
      <p:cViewPr>
        <p:scale>
          <a:sx n="95" d="100"/>
          <a:sy n="95" d="100"/>
        </p:scale>
        <p:origin x="376" y="928"/>
      </p:cViewPr>
      <p:guideLst>
        <p:guide orient="horz" pos="1620"/>
        <p:guide pos="2848"/>
        <p:guide pos="5311"/>
        <p:guide orient="horz" pos="2897"/>
        <p:guide orient="horz" pos="346"/>
        <p:guide pos="4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9" Type="http://schemas.openxmlformats.org/officeDocument/2006/relationships/tableStyles" Target="tableStyles.xml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font" Target="fonts/font2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6ba8e432a2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6ba8e432a2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g8fa4da2005_0_3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2" name="Google Shape;1802;g8fa4da2005_0_3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6b5a0b769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6b5a0b769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6b5a0b769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6b5a0b769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7120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940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99600" y="762775"/>
            <a:ext cx="3618000" cy="24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rgbClr val="EF4F5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99600" y="3372625"/>
            <a:ext cx="3618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3250" y="12286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  <a:defRPr sz="1250"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lphaLcPeriod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romanLcPeriod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rabicPeriod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lphaLcPeriod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romanLcPeriod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rabicPeriod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lphaLcPeriod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Muli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13250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rgbClr val="EF4F5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4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rgbClr val="EF4F5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rgbClr val="EF4F5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cxnSp>
        <p:nvCxnSpPr>
          <p:cNvPr id="26" name="Google Shape;26;p6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rgbClr val="EF4F5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713225" y="1374600"/>
            <a:ext cx="4450800" cy="23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7200">
                <a:solidFill>
                  <a:schemeClr val="accent6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719850" y="1550350"/>
            <a:ext cx="3821700" cy="5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dvent Pro"/>
              <a:buNone/>
              <a:defRPr sz="22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719850" y="2187075"/>
            <a:ext cx="3821700" cy="21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rgbClr val="EF4F5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 dirty="0"/>
          </a:p>
        </p:txBody>
      </p:sp>
      <p:cxnSp>
        <p:nvCxnSpPr>
          <p:cNvPr id="37" name="Google Shape;37;p9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rgbClr val="EF4F5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2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871700" y="3005750"/>
            <a:ext cx="3135000" cy="20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3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713225" y="1321900"/>
            <a:ext cx="4120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ubTitle" idx="1"/>
          </p:nvPr>
        </p:nvSpPr>
        <p:spPr>
          <a:xfrm>
            <a:off x="713225" y="2165000"/>
            <a:ext cx="4120800" cy="16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CUSTOM_6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692175" y="631525"/>
            <a:ext cx="2776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ubTitle" idx="1"/>
          </p:nvPr>
        </p:nvSpPr>
        <p:spPr>
          <a:xfrm>
            <a:off x="692175" y="1387225"/>
            <a:ext cx="27768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ubTitle" idx="2"/>
          </p:nvPr>
        </p:nvSpPr>
        <p:spPr>
          <a:xfrm>
            <a:off x="5653977" y="3418588"/>
            <a:ext cx="2776800" cy="10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title" idx="3"/>
          </p:nvPr>
        </p:nvSpPr>
        <p:spPr>
          <a:xfrm>
            <a:off x="5653975" y="2662888"/>
            <a:ext cx="27768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7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title"/>
          </p:nvPr>
        </p:nvSpPr>
        <p:spPr>
          <a:xfrm>
            <a:off x="859238" y="1511562"/>
            <a:ext cx="2423100" cy="7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ubTitle" idx="1"/>
          </p:nvPr>
        </p:nvSpPr>
        <p:spPr>
          <a:xfrm>
            <a:off x="859238" y="2247542"/>
            <a:ext cx="2423100" cy="7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title" idx="2"/>
          </p:nvPr>
        </p:nvSpPr>
        <p:spPr>
          <a:xfrm>
            <a:off x="859238" y="2827844"/>
            <a:ext cx="2423100" cy="7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subTitle" idx="3"/>
          </p:nvPr>
        </p:nvSpPr>
        <p:spPr>
          <a:xfrm>
            <a:off x="859238" y="3555687"/>
            <a:ext cx="2423100" cy="7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title" idx="4"/>
          </p:nvPr>
        </p:nvSpPr>
        <p:spPr>
          <a:xfrm>
            <a:off x="5861657" y="1511562"/>
            <a:ext cx="2423100" cy="7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subTitle" idx="5"/>
          </p:nvPr>
        </p:nvSpPr>
        <p:spPr>
          <a:xfrm>
            <a:off x="5861657" y="2247542"/>
            <a:ext cx="2423100" cy="7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title" idx="6"/>
          </p:nvPr>
        </p:nvSpPr>
        <p:spPr>
          <a:xfrm>
            <a:off x="5861657" y="2827844"/>
            <a:ext cx="2423100" cy="7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subTitle" idx="7"/>
          </p:nvPr>
        </p:nvSpPr>
        <p:spPr>
          <a:xfrm>
            <a:off x="5861657" y="3555687"/>
            <a:ext cx="2423100" cy="7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title" idx="8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cxnSp>
        <p:nvCxnSpPr>
          <p:cNvPr id="107" name="Google Shape;107;p22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16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>
            <a:spLocks noGrp="1"/>
          </p:cNvSpPr>
          <p:nvPr>
            <p:ph type="title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cxnSp>
        <p:nvCxnSpPr>
          <p:cNvPr id="110" name="Google Shape;110;p23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" name="Google Shape;111;p23"/>
          <p:cNvSpPr txBox="1">
            <a:spLocks noGrp="1"/>
          </p:cNvSpPr>
          <p:nvPr>
            <p:ph type="title" idx="2"/>
          </p:nvPr>
        </p:nvSpPr>
        <p:spPr>
          <a:xfrm>
            <a:off x="5007425" y="1356350"/>
            <a:ext cx="2933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subTitle" idx="1"/>
          </p:nvPr>
        </p:nvSpPr>
        <p:spPr>
          <a:xfrm>
            <a:off x="5007425" y="1763897"/>
            <a:ext cx="29334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title" idx="3"/>
          </p:nvPr>
        </p:nvSpPr>
        <p:spPr>
          <a:xfrm>
            <a:off x="5007425" y="2127300"/>
            <a:ext cx="2933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subTitle" idx="4"/>
          </p:nvPr>
        </p:nvSpPr>
        <p:spPr>
          <a:xfrm>
            <a:off x="5007425" y="2534847"/>
            <a:ext cx="29334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title" idx="5"/>
          </p:nvPr>
        </p:nvSpPr>
        <p:spPr>
          <a:xfrm>
            <a:off x="5007425" y="2898238"/>
            <a:ext cx="2933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subTitle" idx="6"/>
          </p:nvPr>
        </p:nvSpPr>
        <p:spPr>
          <a:xfrm>
            <a:off x="5007425" y="3295973"/>
            <a:ext cx="29334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title" idx="7"/>
          </p:nvPr>
        </p:nvSpPr>
        <p:spPr>
          <a:xfrm>
            <a:off x="5007425" y="3663550"/>
            <a:ext cx="2933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ubTitle" idx="8"/>
          </p:nvPr>
        </p:nvSpPr>
        <p:spPr>
          <a:xfrm>
            <a:off x="5007425" y="4057100"/>
            <a:ext cx="2933400" cy="3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10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>
            <a:spLocks noGrp="1"/>
          </p:cNvSpPr>
          <p:nvPr>
            <p:ph type="title" hasCustomPrompt="1"/>
          </p:nvPr>
        </p:nvSpPr>
        <p:spPr>
          <a:xfrm>
            <a:off x="2374200" y="1186650"/>
            <a:ext cx="4395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600"/>
              <a:buNone/>
              <a:defRPr sz="96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25"/>
          <p:cNvSpPr txBox="1">
            <a:spLocks noGrp="1"/>
          </p:cNvSpPr>
          <p:nvPr>
            <p:ph type="body" idx="1"/>
          </p:nvPr>
        </p:nvSpPr>
        <p:spPr>
          <a:xfrm>
            <a:off x="2374200" y="3073950"/>
            <a:ext cx="4395600" cy="77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 algn="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1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>
            <a:spLocks noGrp="1"/>
          </p:cNvSpPr>
          <p:nvPr>
            <p:ph type="title"/>
          </p:nvPr>
        </p:nvSpPr>
        <p:spPr>
          <a:xfrm>
            <a:off x="854275" y="1242775"/>
            <a:ext cx="3158700" cy="155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subTitle" idx="1"/>
          </p:nvPr>
        </p:nvSpPr>
        <p:spPr>
          <a:xfrm>
            <a:off x="854250" y="2774825"/>
            <a:ext cx="3158700" cy="12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9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>
            <a:spLocks noGrp="1"/>
          </p:cNvSpPr>
          <p:nvPr>
            <p:ph type="title"/>
          </p:nvPr>
        </p:nvSpPr>
        <p:spPr>
          <a:xfrm>
            <a:off x="1167625" y="1983950"/>
            <a:ext cx="1869600" cy="6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9"/>
          <p:cNvSpPr txBox="1">
            <a:spLocks noGrp="1"/>
          </p:cNvSpPr>
          <p:nvPr>
            <p:ph type="subTitle" idx="1"/>
          </p:nvPr>
        </p:nvSpPr>
        <p:spPr>
          <a:xfrm>
            <a:off x="1167625" y="2535750"/>
            <a:ext cx="18696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title" idx="2"/>
          </p:nvPr>
        </p:nvSpPr>
        <p:spPr>
          <a:xfrm>
            <a:off x="3637201" y="3050750"/>
            <a:ext cx="1869600" cy="6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9"/>
          <p:cNvSpPr txBox="1">
            <a:spLocks noGrp="1"/>
          </p:cNvSpPr>
          <p:nvPr>
            <p:ph type="subTitle" idx="3"/>
          </p:nvPr>
        </p:nvSpPr>
        <p:spPr>
          <a:xfrm>
            <a:off x="3637201" y="3602550"/>
            <a:ext cx="18696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title" idx="4"/>
          </p:nvPr>
        </p:nvSpPr>
        <p:spPr>
          <a:xfrm>
            <a:off x="6106776" y="1983950"/>
            <a:ext cx="1869600" cy="6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subTitle" idx="5"/>
          </p:nvPr>
        </p:nvSpPr>
        <p:spPr>
          <a:xfrm>
            <a:off x="6106776" y="2535750"/>
            <a:ext cx="18696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title" idx="6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cxnSp>
        <p:nvCxnSpPr>
          <p:cNvPr id="152" name="Google Shape;152;p29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8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1673525" y="2185138"/>
            <a:ext cx="2571300" cy="6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1"/>
          </p:nvPr>
        </p:nvSpPr>
        <p:spPr>
          <a:xfrm>
            <a:off x="1673525" y="2786638"/>
            <a:ext cx="2571300" cy="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title" idx="2"/>
          </p:nvPr>
        </p:nvSpPr>
        <p:spPr>
          <a:xfrm>
            <a:off x="5753026" y="1001350"/>
            <a:ext cx="2567400" cy="6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subTitle" idx="3"/>
          </p:nvPr>
        </p:nvSpPr>
        <p:spPr>
          <a:xfrm>
            <a:off x="5753025" y="1602850"/>
            <a:ext cx="2567400" cy="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title" idx="4"/>
          </p:nvPr>
        </p:nvSpPr>
        <p:spPr>
          <a:xfrm>
            <a:off x="5753026" y="3394750"/>
            <a:ext cx="2567400" cy="6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subTitle" idx="5"/>
          </p:nvPr>
        </p:nvSpPr>
        <p:spPr>
          <a:xfrm>
            <a:off x="5753025" y="3996250"/>
            <a:ext cx="2567400" cy="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title" idx="6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31"/>
          <p:cNvSpPr txBox="1">
            <a:spLocks noGrp="1"/>
          </p:cNvSpPr>
          <p:nvPr>
            <p:ph type="title" idx="7"/>
          </p:nvPr>
        </p:nvSpPr>
        <p:spPr>
          <a:xfrm>
            <a:off x="1670725" y="1001350"/>
            <a:ext cx="2571300" cy="6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1"/>
          <p:cNvSpPr txBox="1">
            <a:spLocks noGrp="1"/>
          </p:cNvSpPr>
          <p:nvPr>
            <p:ph type="subTitle" idx="8"/>
          </p:nvPr>
        </p:nvSpPr>
        <p:spPr>
          <a:xfrm>
            <a:off x="1670725" y="1602850"/>
            <a:ext cx="2571300" cy="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title" idx="9"/>
          </p:nvPr>
        </p:nvSpPr>
        <p:spPr>
          <a:xfrm>
            <a:off x="1670726" y="3394750"/>
            <a:ext cx="2571300" cy="6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31"/>
          <p:cNvSpPr txBox="1">
            <a:spLocks noGrp="1"/>
          </p:cNvSpPr>
          <p:nvPr>
            <p:ph type="subTitle" idx="13"/>
          </p:nvPr>
        </p:nvSpPr>
        <p:spPr>
          <a:xfrm>
            <a:off x="1670725" y="3996250"/>
            <a:ext cx="2571300" cy="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title" idx="14"/>
          </p:nvPr>
        </p:nvSpPr>
        <p:spPr>
          <a:xfrm>
            <a:off x="5756872" y="2185138"/>
            <a:ext cx="2567400" cy="6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subTitle" idx="15"/>
          </p:nvPr>
        </p:nvSpPr>
        <p:spPr>
          <a:xfrm>
            <a:off x="5756870" y="2786638"/>
            <a:ext cx="2567400" cy="6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82" name="Google Shape;182;p31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5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4846475" y="1698363"/>
            <a:ext cx="34113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33"/>
          <p:cNvSpPr txBox="1">
            <a:spLocks noGrp="1"/>
          </p:cNvSpPr>
          <p:nvPr>
            <p:ph type="subTitle" idx="1"/>
          </p:nvPr>
        </p:nvSpPr>
        <p:spPr>
          <a:xfrm>
            <a:off x="4846475" y="2435763"/>
            <a:ext cx="3411300" cy="12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2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>
            <a:spLocks noGrp="1"/>
          </p:cNvSpPr>
          <p:nvPr>
            <p:ph type="title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title" idx="2"/>
          </p:nvPr>
        </p:nvSpPr>
        <p:spPr>
          <a:xfrm>
            <a:off x="3484850" y="1388875"/>
            <a:ext cx="4923600" cy="60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34"/>
          <p:cNvSpPr txBox="1">
            <a:spLocks noGrp="1"/>
          </p:cNvSpPr>
          <p:nvPr>
            <p:ph type="subTitle" idx="1"/>
          </p:nvPr>
        </p:nvSpPr>
        <p:spPr>
          <a:xfrm>
            <a:off x="3484850" y="2078275"/>
            <a:ext cx="2461800" cy="194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95" name="Google Shape;195;p34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Google Shape;196;p34"/>
          <p:cNvSpPr txBox="1">
            <a:spLocks noGrp="1"/>
          </p:cNvSpPr>
          <p:nvPr>
            <p:ph type="subTitle" idx="3"/>
          </p:nvPr>
        </p:nvSpPr>
        <p:spPr>
          <a:xfrm>
            <a:off x="5946650" y="2078275"/>
            <a:ext cx="2461800" cy="194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/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>
            <a:spLocks noGrp="1"/>
          </p:cNvSpPr>
          <p:nvPr>
            <p:ph type="title" hasCustomPrompt="1"/>
          </p:nvPr>
        </p:nvSpPr>
        <p:spPr>
          <a:xfrm>
            <a:off x="4368875" y="460725"/>
            <a:ext cx="4049400" cy="10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5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" name="Google Shape;199;p35"/>
          <p:cNvSpPr txBox="1">
            <a:spLocks noGrp="1"/>
          </p:cNvSpPr>
          <p:nvPr>
            <p:ph type="subTitle" idx="1"/>
          </p:nvPr>
        </p:nvSpPr>
        <p:spPr>
          <a:xfrm>
            <a:off x="4368875" y="1412200"/>
            <a:ext cx="4049400" cy="6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5"/>
          <p:cNvSpPr txBox="1">
            <a:spLocks noGrp="1"/>
          </p:cNvSpPr>
          <p:nvPr>
            <p:ph type="title" idx="2" hasCustomPrompt="1"/>
          </p:nvPr>
        </p:nvSpPr>
        <p:spPr>
          <a:xfrm>
            <a:off x="4368875" y="1663000"/>
            <a:ext cx="4049400" cy="11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5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1" name="Google Shape;201;p35"/>
          <p:cNvSpPr txBox="1">
            <a:spLocks noGrp="1"/>
          </p:cNvSpPr>
          <p:nvPr>
            <p:ph type="subTitle" idx="3"/>
          </p:nvPr>
        </p:nvSpPr>
        <p:spPr>
          <a:xfrm>
            <a:off x="4368875" y="2731300"/>
            <a:ext cx="4049400" cy="6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5"/>
          <p:cNvSpPr txBox="1">
            <a:spLocks noGrp="1"/>
          </p:cNvSpPr>
          <p:nvPr>
            <p:ph type="title" idx="4" hasCustomPrompt="1"/>
          </p:nvPr>
        </p:nvSpPr>
        <p:spPr>
          <a:xfrm>
            <a:off x="4368875" y="2982700"/>
            <a:ext cx="4049400" cy="11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5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35"/>
          <p:cNvSpPr txBox="1">
            <a:spLocks noGrp="1"/>
          </p:cNvSpPr>
          <p:nvPr>
            <p:ph type="subTitle" idx="5"/>
          </p:nvPr>
        </p:nvSpPr>
        <p:spPr>
          <a:xfrm>
            <a:off x="4368875" y="4051000"/>
            <a:ext cx="4049400" cy="6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4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>
            <a:spLocks noGrp="1"/>
          </p:cNvSpPr>
          <p:nvPr>
            <p:ph type="title" hasCustomPrompt="1"/>
          </p:nvPr>
        </p:nvSpPr>
        <p:spPr>
          <a:xfrm>
            <a:off x="709175" y="1390575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206" name="Google Shape;206;p36"/>
          <p:cNvSpPr txBox="1">
            <a:spLocks noGrp="1"/>
          </p:cNvSpPr>
          <p:nvPr>
            <p:ph type="title" idx="2" hasCustomPrompt="1"/>
          </p:nvPr>
        </p:nvSpPr>
        <p:spPr>
          <a:xfrm>
            <a:off x="2691000" y="1390575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207" name="Google Shape;207;p36"/>
          <p:cNvSpPr txBox="1">
            <a:spLocks noGrp="1"/>
          </p:cNvSpPr>
          <p:nvPr>
            <p:ph type="title" idx="3" hasCustomPrompt="1"/>
          </p:nvPr>
        </p:nvSpPr>
        <p:spPr>
          <a:xfrm>
            <a:off x="4672825" y="1390575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208" name="Google Shape;208;p36"/>
          <p:cNvSpPr txBox="1">
            <a:spLocks noGrp="1"/>
          </p:cNvSpPr>
          <p:nvPr>
            <p:ph type="subTitle" idx="1"/>
          </p:nvPr>
        </p:nvSpPr>
        <p:spPr>
          <a:xfrm>
            <a:off x="709163" y="3626575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6"/>
          <p:cNvSpPr txBox="1">
            <a:spLocks noGrp="1"/>
          </p:cNvSpPr>
          <p:nvPr>
            <p:ph type="subTitle" idx="4"/>
          </p:nvPr>
        </p:nvSpPr>
        <p:spPr>
          <a:xfrm>
            <a:off x="2690988" y="3626575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6"/>
          <p:cNvSpPr txBox="1">
            <a:spLocks noGrp="1"/>
          </p:cNvSpPr>
          <p:nvPr>
            <p:ph type="subTitle" idx="5"/>
          </p:nvPr>
        </p:nvSpPr>
        <p:spPr>
          <a:xfrm>
            <a:off x="4672813" y="3626575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6"/>
          <p:cNvSpPr txBox="1">
            <a:spLocks noGrp="1"/>
          </p:cNvSpPr>
          <p:nvPr>
            <p:ph type="title" idx="6" hasCustomPrompt="1"/>
          </p:nvPr>
        </p:nvSpPr>
        <p:spPr>
          <a:xfrm>
            <a:off x="6654650" y="1390575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212" name="Google Shape;212;p36"/>
          <p:cNvSpPr txBox="1">
            <a:spLocks noGrp="1"/>
          </p:cNvSpPr>
          <p:nvPr>
            <p:ph type="subTitle" idx="7"/>
          </p:nvPr>
        </p:nvSpPr>
        <p:spPr>
          <a:xfrm>
            <a:off x="6654638" y="3626575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6"/>
          <p:cNvSpPr txBox="1">
            <a:spLocks noGrp="1"/>
          </p:cNvSpPr>
          <p:nvPr>
            <p:ph type="title" idx="8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cxnSp>
        <p:nvCxnSpPr>
          <p:cNvPr id="214" name="Google Shape;214;p36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15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>
            <a:spLocks noGrp="1"/>
          </p:cNvSpPr>
          <p:nvPr>
            <p:ph type="title" hasCustomPrompt="1"/>
          </p:nvPr>
        </p:nvSpPr>
        <p:spPr>
          <a:xfrm>
            <a:off x="1057550" y="1378547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3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217" name="Google Shape;217;p37"/>
          <p:cNvSpPr txBox="1">
            <a:spLocks noGrp="1"/>
          </p:cNvSpPr>
          <p:nvPr>
            <p:ph type="title" idx="2" hasCustomPrompt="1"/>
          </p:nvPr>
        </p:nvSpPr>
        <p:spPr>
          <a:xfrm>
            <a:off x="3644375" y="1378547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3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218" name="Google Shape;218;p37"/>
          <p:cNvSpPr txBox="1">
            <a:spLocks noGrp="1"/>
          </p:cNvSpPr>
          <p:nvPr>
            <p:ph type="subTitle" idx="1"/>
          </p:nvPr>
        </p:nvSpPr>
        <p:spPr>
          <a:xfrm>
            <a:off x="1057550" y="3843063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37"/>
          <p:cNvSpPr txBox="1">
            <a:spLocks noGrp="1"/>
          </p:cNvSpPr>
          <p:nvPr>
            <p:ph type="subTitle" idx="3"/>
          </p:nvPr>
        </p:nvSpPr>
        <p:spPr>
          <a:xfrm>
            <a:off x="3644375" y="3843063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7"/>
          <p:cNvSpPr txBox="1">
            <a:spLocks noGrp="1"/>
          </p:cNvSpPr>
          <p:nvPr>
            <p:ph type="subTitle" idx="4"/>
          </p:nvPr>
        </p:nvSpPr>
        <p:spPr>
          <a:xfrm>
            <a:off x="1045000" y="3381200"/>
            <a:ext cx="17802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Advent Pro"/>
              <a:buNone/>
              <a:defRPr sz="2200" b="1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7"/>
          <p:cNvSpPr txBox="1">
            <a:spLocks noGrp="1"/>
          </p:cNvSpPr>
          <p:nvPr>
            <p:ph type="subTitle" idx="5"/>
          </p:nvPr>
        </p:nvSpPr>
        <p:spPr>
          <a:xfrm>
            <a:off x="3644375" y="3381200"/>
            <a:ext cx="17802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Advent Pro"/>
              <a:buNone/>
              <a:defRPr sz="2200" b="1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37"/>
          <p:cNvSpPr txBox="1">
            <a:spLocks noGrp="1"/>
          </p:cNvSpPr>
          <p:nvPr>
            <p:ph type="title" idx="6" hasCustomPrompt="1"/>
          </p:nvPr>
        </p:nvSpPr>
        <p:spPr>
          <a:xfrm>
            <a:off x="6318700" y="1378550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3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223" name="Google Shape;223;p37"/>
          <p:cNvSpPr txBox="1">
            <a:spLocks noGrp="1"/>
          </p:cNvSpPr>
          <p:nvPr>
            <p:ph type="subTitle" idx="7"/>
          </p:nvPr>
        </p:nvSpPr>
        <p:spPr>
          <a:xfrm>
            <a:off x="6318750" y="3843063"/>
            <a:ext cx="17802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7"/>
          <p:cNvSpPr txBox="1">
            <a:spLocks noGrp="1"/>
          </p:cNvSpPr>
          <p:nvPr>
            <p:ph type="subTitle" idx="8"/>
          </p:nvPr>
        </p:nvSpPr>
        <p:spPr>
          <a:xfrm>
            <a:off x="6318750" y="3381200"/>
            <a:ext cx="17802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Advent Pro"/>
              <a:buNone/>
              <a:defRPr sz="2200" b="1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7"/>
          <p:cNvSpPr txBox="1">
            <a:spLocks noGrp="1"/>
          </p:cNvSpPr>
          <p:nvPr>
            <p:ph type="title" idx="9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cxnSp>
        <p:nvCxnSpPr>
          <p:cNvPr id="226" name="Google Shape;226;p37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>
            <a:spLocks noGrp="1"/>
          </p:cNvSpPr>
          <p:nvPr>
            <p:ph type="ctrTitle"/>
          </p:nvPr>
        </p:nvSpPr>
        <p:spPr>
          <a:xfrm>
            <a:off x="726575" y="1979350"/>
            <a:ext cx="3149100" cy="12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None/>
              <a:defRPr sz="36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38"/>
          <p:cNvSpPr txBox="1">
            <a:spLocks noGrp="1"/>
          </p:cNvSpPr>
          <p:nvPr>
            <p:ph type="subTitle" idx="1"/>
          </p:nvPr>
        </p:nvSpPr>
        <p:spPr>
          <a:xfrm>
            <a:off x="726575" y="3250025"/>
            <a:ext cx="314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0" name="Google Shape;230;p38"/>
          <p:cNvSpPr txBox="1">
            <a:spLocks noGrp="1"/>
          </p:cNvSpPr>
          <p:nvPr>
            <p:ph type="title" idx="2" hasCustomPrompt="1"/>
          </p:nvPr>
        </p:nvSpPr>
        <p:spPr>
          <a:xfrm>
            <a:off x="726575" y="1139775"/>
            <a:ext cx="31491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200"/>
              <a:buNone/>
              <a:defRPr sz="7200">
                <a:solidFill>
                  <a:schemeClr val="accent6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238" y="488701"/>
            <a:ext cx="8391525" cy="5679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35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6238" y="238126"/>
            <a:ext cx="8391525" cy="250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7339807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dvent Pro"/>
              <a:buNone/>
              <a:defRPr sz="2800" b="1">
                <a:solidFill>
                  <a:srgbClr val="434343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dvent Pro"/>
              <a:buNone/>
              <a:defRPr sz="2800" b="1">
                <a:solidFill>
                  <a:srgbClr val="434343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dvent Pro"/>
              <a:buNone/>
              <a:defRPr sz="2800" b="1">
                <a:solidFill>
                  <a:srgbClr val="434343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dvent Pro"/>
              <a:buNone/>
              <a:defRPr sz="2800" b="1">
                <a:solidFill>
                  <a:srgbClr val="434343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dvent Pro"/>
              <a:buNone/>
              <a:defRPr sz="2800" b="1">
                <a:solidFill>
                  <a:srgbClr val="434343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dvent Pro"/>
              <a:buNone/>
              <a:defRPr sz="2800" b="1">
                <a:solidFill>
                  <a:srgbClr val="434343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dvent Pro"/>
              <a:buNone/>
              <a:defRPr sz="2800" b="1">
                <a:solidFill>
                  <a:srgbClr val="434343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dvent Pro"/>
              <a:buNone/>
              <a:defRPr sz="2800" b="1">
                <a:solidFill>
                  <a:srgbClr val="434343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dvent Pro"/>
              <a:buNone/>
              <a:defRPr sz="2800" b="1">
                <a:solidFill>
                  <a:srgbClr val="434343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8" r:id="rId6"/>
    <p:sldLayoutId id="2147483659" r:id="rId7"/>
    <p:sldLayoutId id="2147483661" r:id="rId8"/>
    <p:sldLayoutId id="2147483662" r:id="rId9"/>
    <p:sldLayoutId id="2147483666" r:id="rId10"/>
    <p:sldLayoutId id="2147483668" r:id="rId11"/>
    <p:sldLayoutId id="2147483669" r:id="rId12"/>
    <p:sldLayoutId id="2147483671" r:id="rId13"/>
    <p:sldLayoutId id="2147483673" r:id="rId14"/>
    <p:sldLayoutId id="2147483675" r:id="rId15"/>
    <p:sldLayoutId id="2147483677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91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46"/>
          <p:cNvGrpSpPr/>
          <p:nvPr/>
        </p:nvGrpSpPr>
        <p:grpSpPr>
          <a:xfrm>
            <a:off x="4020093" y="607663"/>
            <a:ext cx="5065148" cy="3795451"/>
            <a:chOff x="936525" y="238100"/>
            <a:chExt cx="5319975" cy="3986400"/>
          </a:xfrm>
        </p:grpSpPr>
        <p:sp>
          <p:nvSpPr>
            <p:cNvPr id="255" name="Google Shape;255;p46"/>
            <p:cNvSpPr/>
            <p:nvPr/>
          </p:nvSpPr>
          <p:spPr>
            <a:xfrm>
              <a:off x="1585950" y="238100"/>
              <a:ext cx="4670550" cy="3949625"/>
            </a:xfrm>
            <a:custGeom>
              <a:avLst/>
              <a:gdLst/>
              <a:ahLst/>
              <a:cxnLst/>
              <a:rect l="l" t="t" r="r" b="b"/>
              <a:pathLst>
                <a:path w="186822" h="157985" extrusionOk="0">
                  <a:moveTo>
                    <a:pt x="91145" y="1"/>
                  </a:moveTo>
                  <a:cubicBezTo>
                    <a:pt x="83069" y="1"/>
                    <a:pt x="75289" y="5146"/>
                    <a:pt x="70242" y="11684"/>
                  </a:cubicBezTo>
                  <a:cubicBezTo>
                    <a:pt x="64470" y="19161"/>
                    <a:pt x="61385" y="28296"/>
                    <a:pt x="57534" y="36921"/>
                  </a:cubicBezTo>
                  <a:cubicBezTo>
                    <a:pt x="53683" y="45547"/>
                    <a:pt x="48606" y="54190"/>
                    <a:pt x="40421" y="58906"/>
                  </a:cubicBezTo>
                  <a:cubicBezTo>
                    <a:pt x="32607" y="63409"/>
                    <a:pt x="22888" y="63771"/>
                    <a:pt x="15215" y="68510"/>
                  </a:cubicBezTo>
                  <a:cubicBezTo>
                    <a:pt x="4141" y="75350"/>
                    <a:pt x="1" y="90547"/>
                    <a:pt x="3903" y="102964"/>
                  </a:cubicBezTo>
                  <a:cubicBezTo>
                    <a:pt x="7804" y="115382"/>
                    <a:pt x="18408" y="124900"/>
                    <a:pt x="30388" y="129989"/>
                  </a:cubicBezTo>
                  <a:cubicBezTo>
                    <a:pt x="42021" y="134933"/>
                    <a:pt x="54885" y="136165"/>
                    <a:pt x="67538" y="136165"/>
                  </a:cubicBezTo>
                  <a:cubicBezTo>
                    <a:pt x="67915" y="136165"/>
                    <a:pt x="68293" y="136164"/>
                    <a:pt x="68670" y="136162"/>
                  </a:cubicBezTo>
                  <a:cubicBezTo>
                    <a:pt x="71151" y="136148"/>
                    <a:pt x="73662" y="136098"/>
                    <a:pt x="76171" y="136098"/>
                  </a:cubicBezTo>
                  <a:cubicBezTo>
                    <a:pt x="83592" y="136098"/>
                    <a:pt x="91005" y="136539"/>
                    <a:pt x="97639" y="139671"/>
                  </a:cubicBezTo>
                  <a:cubicBezTo>
                    <a:pt x="105490" y="143379"/>
                    <a:pt x="111304" y="150460"/>
                    <a:pt x="119003" y="154473"/>
                  </a:cubicBezTo>
                  <a:cubicBezTo>
                    <a:pt x="123471" y="156801"/>
                    <a:pt x="128510" y="157984"/>
                    <a:pt x="133547" y="157984"/>
                  </a:cubicBezTo>
                  <a:cubicBezTo>
                    <a:pt x="137128" y="157984"/>
                    <a:pt x="140707" y="157386"/>
                    <a:pt x="144079" y="156175"/>
                  </a:cubicBezTo>
                  <a:cubicBezTo>
                    <a:pt x="168362" y="147455"/>
                    <a:pt x="180365" y="110227"/>
                    <a:pt x="184842" y="87706"/>
                  </a:cubicBezTo>
                  <a:cubicBezTo>
                    <a:pt x="186018" y="81789"/>
                    <a:pt x="186821" y="75647"/>
                    <a:pt x="185541" y="69753"/>
                  </a:cubicBezTo>
                  <a:cubicBezTo>
                    <a:pt x="184259" y="63857"/>
                    <a:pt x="180546" y="58199"/>
                    <a:pt x="174931" y="55993"/>
                  </a:cubicBezTo>
                  <a:cubicBezTo>
                    <a:pt x="172945" y="55214"/>
                    <a:pt x="170924" y="54904"/>
                    <a:pt x="168876" y="54904"/>
                  </a:cubicBezTo>
                  <a:cubicBezTo>
                    <a:pt x="160991" y="54904"/>
                    <a:pt x="152710" y="59492"/>
                    <a:pt x="144539" y="59492"/>
                  </a:cubicBezTo>
                  <a:cubicBezTo>
                    <a:pt x="143674" y="59492"/>
                    <a:pt x="142810" y="59440"/>
                    <a:pt x="141948" y="59327"/>
                  </a:cubicBezTo>
                  <a:cubicBezTo>
                    <a:pt x="133155" y="58167"/>
                    <a:pt x="126439" y="50691"/>
                    <a:pt x="122614" y="42689"/>
                  </a:cubicBezTo>
                  <a:cubicBezTo>
                    <a:pt x="118789" y="34689"/>
                    <a:pt x="117040" y="25835"/>
                    <a:pt x="113372" y="17761"/>
                  </a:cubicBezTo>
                  <a:cubicBezTo>
                    <a:pt x="109704" y="9688"/>
                    <a:pt x="103348" y="2002"/>
                    <a:pt x="94638" y="331"/>
                  </a:cubicBezTo>
                  <a:cubicBezTo>
                    <a:pt x="93473" y="107"/>
                    <a:pt x="92306" y="1"/>
                    <a:pt x="91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6"/>
            <p:cNvSpPr/>
            <p:nvPr/>
          </p:nvSpPr>
          <p:spPr>
            <a:xfrm>
              <a:off x="936525" y="2497025"/>
              <a:ext cx="659925" cy="801900"/>
            </a:xfrm>
            <a:custGeom>
              <a:avLst/>
              <a:gdLst/>
              <a:ahLst/>
              <a:cxnLst/>
              <a:rect l="l" t="t" r="r" b="b"/>
              <a:pathLst>
                <a:path w="26397" h="32076" extrusionOk="0">
                  <a:moveTo>
                    <a:pt x="11422" y="1"/>
                  </a:moveTo>
                  <a:cubicBezTo>
                    <a:pt x="10866" y="1"/>
                    <a:pt x="10274" y="46"/>
                    <a:pt x="9640" y="141"/>
                  </a:cubicBezTo>
                  <a:cubicBezTo>
                    <a:pt x="5702" y="732"/>
                    <a:pt x="2430" y="3940"/>
                    <a:pt x="1216" y="7734"/>
                  </a:cubicBezTo>
                  <a:cubicBezTo>
                    <a:pt x="0" y="11528"/>
                    <a:pt x="664" y="15761"/>
                    <a:pt x="2459" y="19317"/>
                  </a:cubicBezTo>
                  <a:cubicBezTo>
                    <a:pt x="4253" y="22873"/>
                    <a:pt x="7097" y="25808"/>
                    <a:pt x="10241" y="28254"/>
                  </a:cubicBezTo>
                  <a:cubicBezTo>
                    <a:pt x="12805" y="30251"/>
                    <a:pt x="15774" y="32014"/>
                    <a:pt x="19022" y="32074"/>
                  </a:cubicBezTo>
                  <a:cubicBezTo>
                    <a:pt x="19066" y="32075"/>
                    <a:pt x="19109" y="32076"/>
                    <a:pt x="19153" y="32076"/>
                  </a:cubicBezTo>
                  <a:cubicBezTo>
                    <a:pt x="22363" y="32076"/>
                    <a:pt x="25746" y="29895"/>
                    <a:pt x="26096" y="26708"/>
                  </a:cubicBezTo>
                  <a:cubicBezTo>
                    <a:pt x="26397" y="23957"/>
                    <a:pt x="24516" y="21520"/>
                    <a:pt x="23100" y="19145"/>
                  </a:cubicBezTo>
                  <a:cubicBezTo>
                    <a:pt x="19506" y="13117"/>
                    <a:pt x="20856" y="1"/>
                    <a:pt x="1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6"/>
            <p:cNvSpPr/>
            <p:nvPr/>
          </p:nvSpPr>
          <p:spPr>
            <a:xfrm>
              <a:off x="1602825" y="3328450"/>
              <a:ext cx="359400" cy="312375"/>
            </a:xfrm>
            <a:custGeom>
              <a:avLst/>
              <a:gdLst/>
              <a:ahLst/>
              <a:cxnLst/>
              <a:rect l="l" t="t" r="r" b="b"/>
              <a:pathLst>
                <a:path w="14376" h="12495" extrusionOk="0">
                  <a:moveTo>
                    <a:pt x="7162" y="0"/>
                  </a:moveTo>
                  <a:cubicBezTo>
                    <a:pt x="3523" y="0"/>
                    <a:pt x="0" y="4267"/>
                    <a:pt x="998" y="8034"/>
                  </a:cubicBezTo>
                  <a:cubicBezTo>
                    <a:pt x="1672" y="10576"/>
                    <a:pt x="4194" y="12494"/>
                    <a:pt x="6817" y="12494"/>
                  </a:cubicBezTo>
                  <a:cubicBezTo>
                    <a:pt x="6883" y="12494"/>
                    <a:pt x="6950" y="12493"/>
                    <a:pt x="7017" y="12490"/>
                  </a:cubicBezTo>
                  <a:cubicBezTo>
                    <a:pt x="13009" y="12267"/>
                    <a:pt x="14375" y="4701"/>
                    <a:pt x="10223" y="1169"/>
                  </a:cubicBezTo>
                  <a:cubicBezTo>
                    <a:pt x="9263" y="352"/>
                    <a:pt x="8208" y="0"/>
                    <a:pt x="71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6"/>
            <p:cNvSpPr/>
            <p:nvPr/>
          </p:nvSpPr>
          <p:spPr>
            <a:xfrm>
              <a:off x="3230125" y="3806550"/>
              <a:ext cx="854375" cy="417950"/>
            </a:xfrm>
            <a:custGeom>
              <a:avLst/>
              <a:gdLst/>
              <a:ahLst/>
              <a:cxnLst/>
              <a:rect l="l" t="t" r="r" b="b"/>
              <a:pathLst>
                <a:path w="34175" h="16718" extrusionOk="0">
                  <a:moveTo>
                    <a:pt x="14322" y="0"/>
                  </a:moveTo>
                  <a:cubicBezTo>
                    <a:pt x="7249" y="0"/>
                    <a:pt x="1" y="1494"/>
                    <a:pt x="1937" y="7168"/>
                  </a:cubicBezTo>
                  <a:cubicBezTo>
                    <a:pt x="2738" y="9516"/>
                    <a:pt x="5431" y="10528"/>
                    <a:pt x="7804" y="11246"/>
                  </a:cubicBezTo>
                  <a:lnTo>
                    <a:pt x="23084" y="15864"/>
                  </a:lnTo>
                  <a:cubicBezTo>
                    <a:pt x="24492" y="16291"/>
                    <a:pt x="25966" y="16718"/>
                    <a:pt x="27416" y="16718"/>
                  </a:cubicBezTo>
                  <a:cubicBezTo>
                    <a:pt x="27959" y="16718"/>
                    <a:pt x="28498" y="16658"/>
                    <a:pt x="29029" y="16516"/>
                  </a:cubicBezTo>
                  <a:cubicBezTo>
                    <a:pt x="32440" y="15604"/>
                    <a:pt x="34174" y="11336"/>
                    <a:pt x="33114" y="7970"/>
                  </a:cubicBezTo>
                  <a:cubicBezTo>
                    <a:pt x="32054" y="4606"/>
                    <a:pt x="28883" y="2243"/>
                    <a:pt x="25509" y="1211"/>
                  </a:cubicBezTo>
                  <a:cubicBezTo>
                    <a:pt x="23765" y="677"/>
                    <a:pt x="19083" y="0"/>
                    <a:pt x="1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6"/>
            <p:cNvSpPr/>
            <p:nvPr/>
          </p:nvSpPr>
          <p:spPr>
            <a:xfrm>
              <a:off x="5137450" y="870200"/>
              <a:ext cx="1025675" cy="624125"/>
            </a:xfrm>
            <a:custGeom>
              <a:avLst/>
              <a:gdLst/>
              <a:ahLst/>
              <a:cxnLst/>
              <a:rect l="l" t="t" r="r" b="b"/>
              <a:pathLst>
                <a:path w="41027" h="24965" extrusionOk="0">
                  <a:moveTo>
                    <a:pt x="25549" y="0"/>
                  </a:moveTo>
                  <a:cubicBezTo>
                    <a:pt x="18911" y="0"/>
                    <a:pt x="13145" y="3402"/>
                    <a:pt x="8571" y="8262"/>
                  </a:cubicBezTo>
                  <a:cubicBezTo>
                    <a:pt x="4815" y="12252"/>
                    <a:pt x="1" y="19959"/>
                    <a:pt x="7114" y="23937"/>
                  </a:cubicBezTo>
                  <a:cubicBezTo>
                    <a:pt x="8457" y="24688"/>
                    <a:pt x="9936" y="24964"/>
                    <a:pt x="11463" y="24964"/>
                  </a:cubicBezTo>
                  <a:cubicBezTo>
                    <a:pt x="13537" y="24964"/>
                    <a:pt x="15699" y="24453"/>
                    <a:pt x="17723" y="23927"/>
                  </a:cubicBezTo>
                  <a:lnTo>
                    <a:pt x="31486" y="20348"/>
                  </a:lnTo>
                  <a:cubicBezTo>
                    <a:pt x="33714" y="19769"/>
                    <a:pt x="36033" y="19142"/>
                    <a:pt x="37758" y="17616"/>
                  </a:cubicBezTo>
                  <a:cubicBezTo>
                    <a:pt x="40848" y="14880"/>
                    <a:pt x="41027" y="9774"/>
                    <a:pt x="38820" y="6286"/>
                  </a:cubicBezTo>
                  <a:cubicBezTo>
                    <a:pt x="36613" y="2799"/>
                    <a:pt x="32548" y="821"/>
                    <a:pt x="28466" y="217"/>
                  </a:cubicBezTo>
                  <a:cubicBezTo>
                    <a:pt x="27476" y="71"/>
                    <a:pt x="26504" y="0"/>
                    <a:pt x="25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" name="Google Shape;260;p46"/>
          <p:cNvSpPr txBox="1">
            <a:spLocks noGrp="1"/>
          </p:cNvSpPr>
          <p:nvPr>
            <p:ph type="ctrTitle"/>
          </p:nvPr>
        </p:nvSpPr>
        <p:spPr>
          <a:xfrm>
            <a:off x="699600" y="762775"/>
            <a:ext cx="3618000" cy="242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Prodify</a:t>
            </a:r>
            <a:endParaRPr dirty="0"/>
          </a:p>
        </p:txBody>
      </p:sp>
      <p:sp>
        <p:nvSpPr>
          <p:cNvPr id="261" name="Google Shape;261;p46"/>
          <p:cNvSpPr txBox="1">
            <a:spLocks noGrp="1"/>
          </p:cNvSpPr>
          <p:nvPr>
            <p:ph type="subTitle" idx="1"/>
          </p:nvPr>
        </p:nvSpPr>
        <p:spPr>
          <a:xfrm>
            <a:off x="699600" y="3372625"/>
            <a:ext cx="3618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Team Conquerors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cxnSp>
        <p:nvCxnSpPr>
          <p:cNvPr id="262" name="Google Shape;262;p46"/>
          <p:cNvCxnSpPr/>
          <p:nvPr/>
        </p:nvCxnSpPr>
        <p:spPr>
          <a:xfrm>
            <a:off x="711800" y="3258975"/>
            <a:ext cx="524400" cy="0"/>
          </a:xfrm>
          <a:prstGeom prst="straightConnector1">
            <a:avLst/>
          </a:prstGeom>
          <a:noFill/>
          <a:ln w="38100" cap="flat" cmpd="sng">
            <a:solidFill>
              <a:srgbClr val="EF4F5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3" name="Google Shape;263;p46"/>
          <p:cNvGrpSpPr/>
          <p:nvPr/>
        </p:nvGrpSpPr>
        <p:grpSpPr>
          <a:xfrm>
            <a:off x="4760184" y="632680"/>
            <a:ext cx="4717227" cy="4962536"/>
            <a:chOff x="1713850" y="264375"/>
            <a:chExt cx="4954550" cy="5212200"/>
          </a:xfrm>
        </p:grpSpPr>
        <p:sp>
          <p:nvSpPr>
            <p:cNvPr id="264" name="Google Shape;264;p46"/>
            <p:cNvSpPr/>
            <p:nvPr/>
          </p:nvSpPr>
          <p:spPr>
            <a:xfrm>
              <a:off x="2555400" y="2170725"/>
              <a:ext cx="694500" cy="332500"/>
            </a:xfrm>
            <a:custGeom>
              <a:avLst/>
              <a:gdLst/>
              <a:ahLst/>
              <a:cxnLst/>
              <a:rect l="l" t="t" r="r" b="b"/>
              <a:pathLst>
                <a:path w="27780" h="13300" extrusionOk="0">
                  <a:moveTo>
                    <a:pt x="21074" y="0"/>
                  </a:moveTo>
                  <a:lnTo>
                    <a:pt x="1" y="1924"/>
                  </a:lnTo>
                  <a:cubicBezTo>
                    <a:pt x="3646" y="8936"/>
                    <a:pt x="10884" y="13299"/>
                    <a:pt x="18732" y="13299"/>
                  </a:cubicBezTo>
                  <a:cubicBezTo>
                    <a:pt x="19059" y="13299"/>
                    <a:pt x="19387" y="13292"/>
                    <a:pt x="19716" y="13277"/>
                  </a:cubicBezTo>
                  <a:lnTo>
                    <a:pt x="27780" y="12901"/>
                  </a:lnTo>
                  <a:lnTo>
                    <a:pt x="210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6"/>
            <p:cNvSpPr/>
            <p:nvPr/>
          </p:nvSpPr>
          <p:spPr>
            <a:xfrm>
              <a:off x="2712825" y="2473500"/>
              <a:ext cx="694475" cy="332500"/>
            </a:xfrm>
            <a:custGeom>
              <a:avLst/>
              <a:gdLst/>
              <a:ahLst/>
              <a:cxnLst/>
              <a:rect l="l" t="t" r="r" b="b"/>
              <a:pathLst>
                <a:path w="27779" h="13300" extrusionOk="0">
                  <a:moveTo>
                    <a:pt x="21072" y="1"/>
                  </a:moveTo>
                  <a:lnTo>
                    <a:pt x="0" y="1924"/>
                  </a:lnTo>
                  <a:cubicBezTo>
                    <a:pt x="3644" y="8936"/>
                    <a:pt x="10882" y="13300"/>
                    <a:pt x="18731" y="13300"/>
                  </a:cubicBezTo>
                  <a:cubicBezTo>
                    <a:pt x="19058" y="13300"/>
                    <a:pt x="19386" y="13292"/>
                    <a:pt x="19714" y="13277"/>
                  </a:cubicBezTo>
                  <a:lnTo>
                    <a:pt x="27778" y="12903"/>
                  </a:lnTo>
                  <a:lnTo>
                    <a:pt x="210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6"/>
            <p:cNvSpPr/>
            <p:nvPr/>
          </p:nvSpPr>
          <p:spPr>
            <a:xfrm>
              <a:off x="3029050" y="3016525"/>
              <a:ext cx="596800" cy="352825"/>
            </a:xfrm>
            <a:custGeom>
              <a:avLst/>
              <a:gdLst/>
              <a:ahLst/>
              <a:cxnLst/>
              <a:rect l="l" t="t" r="r" b="b"/>
              <a:pathLst>
                <a:path w="23872" h="14113" extrusionOk="0">
                  <a:moveTo>
                    <a:pt x="19714" y="1"/>
                  </a:moveTo>
                  <a:lnTo>
                    <a:pt x="0" y="10249"/>
                  </a:lnTo>
                  <a:cubicBezTo>
                    <a:pt x="2423" y="12780"/>
                    <a:pt x="5714" y="14113"/>
                    <a:pt x="9052" y="14113"/>
                  </a:cubicBezTo>
                  <a:cubicBezTo>
                    <a:pt x="11016" y="14113"/>
                    <a:pt x="12997" y="13651"/>
                    <a:pt x="14826" y="12700"/>
                  </a:cubicBezTo>
                  <a:lnTo>
                    <a:pt x="23872" y="7999"/>
                  </a:lnTo>
                  <a:lnTo>
                    <a:pt x="197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6"/>
            <p:cNvSpPr/>
            <p:nvPr/>
          </p:nvSpPr>
          <p:spPr>
            <a:xfrm>
              <a:off x="3560800" y="2996475"/>
              <a:ext cx="1775175" cy="1111100"/>
            </a:xfrm>
            <a:custGeom>
              <a:avLst/>
              <a:gdLst/>
              <a:ahLst/>
              <a:cxnLst/>
              <a:rect l="l" t="t" r="r" b="b"/>
              <a:pathLst>
                <a:path w="71007" h="44444" extrusionOk="0">
                  <a:moveTo>
                    <a:pt x="65944" y="0"/>
                  </a:moveTo>
                  <a:lnTo>
                    <a:pt x="1" y="34278"/>
                  </a:lnTo>
                  <a:lnTo>
                    <a:pt x="2857" y="39771"/>
                  </a:lnTo>
                  <a:cubicBezTo>
                    <a:pt x="4401" y="42741"/>
                    <a:pt x="7424" y="44443"/>
                    <a:pt x="10556" y="44443"/>
                  </a:cubicBezTo>
                  <a:cubicBezTo>
                    <a:pt x="11903" y="44443"/>
                    <a:pt x="13269" y="44129"/>
                    <a:pt x="14547" y="43465"/>
                  </a:cubicBezTo>
                  <a:lnTo>
                    <a:pt x="65105" y="17184"/>
                  </a:lnTo>
                  <a:cubicBezTo>
                    <a:pt x="69354" y="14976"/>
                    <a:pt x="71007" y="9743"/>
                    <a:pt x="68799" y="5494"/>
                  </a:cubicBezTo>
                  <a:lnTo>
                    <a:pt x="659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6"/>
            <p:cNvSpPr/>
            <p:nvPr/>
          </p:nvSpPr>
          <p:spPr>
            <a:xfrm>
              <a:off x="2287850" y="547325"/>
              <a:ext cx="2921650" cy="3305875"/>
            </a:xfrm>
            <a:custGeom>
              <a:avLst/>
              <a:gdLst/>
              <a:ahLst/>
              <a:cxnLst/>
              <a:rect l="l" t="t" r="r" b="b"/>
              <a:pathLst>
                <a:path w="116866" h="132235" extrusionOk="0">
                  <a:moveTo>
                    <a:pt x="65940" y="0"/>
                  </a:moveTo>
                  <a:lnTo>
                    <a:pt x="0" y="34282"/>
                  </a:lnTo>
                  <a:lnTo>
                    <a:pt x="50925" y="132234"/>
                  </a:lnTo>
                  <a:lnTo>
                    <a:pt x="116865" y="97951"/>
                  </a:lnTo>
                  <a:lnTo>
                    <a:pt x="659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46"/>
            <p:cNvSpPr/>
            <p:nvPr/>
          </p:nvSpPr>
          <p:spPr>
            <a:xfrm>
              <a:off x="2387300" y="647025"/>
              <a:ext cx="2722650" cy="3107000"/>
            </a:xfrm>
            <a:custGeom>
              <a:avLst/>
              <a:gdLst/>
              <a:ahLst/>
              <a:cxnLst/>
              <a:rect l="l" t="t" r="r" b="b"/>
              <a:pathLst>
                <a:path w="108906" h="124280" extrusionOk="0">
                  <a:moveTo>
                    <a:pt x="60710" y="1"/>
                  </a:moveTo>
                  <a:lnTo>
                    <a:pt x="0" y="31558"/>
                  </a:lnTo>
                  <a:lnTo>
                    <a:pt x="48197" y="124279"/>
                  </a:lnTo>
                  <a:lnTo>
                    <a:pt x="108906" y="92722"/>
                  </a:lnTo>
                  <a:lnTo>
                    <a:pt x="607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6"/>
            <p:cNvSpPr/>
            <p:nvPr/>
          </p:nvSpPr>
          <p:spPr>
            <a:xfrm>
              <a:off x="2187350" y="343625"/>
              <a:ext cx="1749125" cy="1060950"/>
            </a:xfrm>
            <a:custGeom>
              <a:avLst/>
              <a:gdLst/>
              <a:ahLst/>
              <a:cxnLst/>
              <a:rect l="l" t="t" r="r" b="b"/>
              <a:pathLst>
                <a:path w="69965" h="42438" extrusionOk="0">
                  <a:moveTo>
                    <a:pt x="60453" y="0"/>
                  </a:moveTo>
                  <a:cubicBezTo>
                    <a:pt x="59106" y="0"/>
                    <a:pt x="57739" y="315"/>
                    <a:pt x="56461" y="979"/>
                  </a:cubicBezTo>
                  <a:lnTo>
                    <a:pt x="5902" y="27260"/>
                  </a:lnTo>
                  <a:cubicBezTo>
                    <a:pt x="1654" y="29468"/>
                    <a:pt x="0" y="34702"/>
                    <a:pt x="2209" y="38950"/>
                  </a:cubicBezTo>
                  <a:lnTo>
                    <a:pt x="4022" y="42438"/>
                  </a:lnTo>
                  <a:lnTo>
                    <a:pt x="69964" y="8160"/>
                  </a:lnTo>
                  <a:lnTo>
                    <a:pt x="68151" y="4673"/>
                  </a:lnTo>
                  <a:cubicBezTo>
                    <a:pt x="66607" y="1702"/>
                    <a:pt x="63584" y="0"/>
                    <a:pt x="604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46"/>
            <p:cNvSpPr/>
            <p:nvPr/>
          </p:nvSpPr>
          <p:spPr>
            <a:xfrm>
              <a:off x="2891850" y="714450"/>
              <a:ext cx="425150" cy="246050"/>
            </a:xfrm>
            <a:custGeom>
              <a:avLst/>
              <a:gdLst/>
              <a:ahLst/>
              <a:cxnLst/>
              <a:rect l="l" t="t" r="r" b="b"/>
              <a:pathLst>
                <a:path w="17006" h="9842" extrusionOk="0">
                  <a:moveTo>
                    <a:pt x="15603" y="0"/>
                  </a:moveTo>
                  <a:cubicBezTo>
                    <a:pt x="15416" y="0"/>
                    <a:pt x="15226" y="43"/>
                    <a:pt x="15048" y="134"/>
                  </a:cubicBezTo>
                  <a:lnTo>
                    <a:pt x="830" y="7525"/>
                  </a:lnTo>
                  <a:cubicBezTo>
                    <a:pt x="232" y="7840"/>
                    <a:pt x="1" y="8579"/>
                    <a:pt x="313" y="9178"/>
                  </a:cubicBezTo>
                  <a:cubicBezTo>
                    <a:pt x="531" y="9599"/>
                    <a:pt x="960" y="9841"/>
                    <a:pt x="1404" y="9841"/>
                  </a:cubicBezTo>
                  <a:cubicBezTo>
                    <a:pt x="1593" y="9841"/>
                    <a:pt x="1784" y="9798"/>
                    <a:pt x="1963" y="9706"/>
                  </a:cubicBezTo>
                  <a:lnTo>
                    <a:pt x="1963" y="9705"/>
                  </a:lnTo>
                  <a:lnTo>
                    <a:pt x="16182" y="2315"/>
                  </a:lnTo>
                  <a:cubicBezTo>
                    <a:pt x="16777" y="1998"/>
                    <a:pt x="17006" y="1261"/>
                    <a:pt x="16695" y="662"/>
                  </a:cubicBezTo>
                  <a:cubicBezTo>
                    <a:pt x="16476" y="242"/>
                    <a:pt x="16048" y="0"/>
                    <a:pt x="156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6"/>
            <p:cNvSpPr/>
            <p:nvPr/>
          </p:nvSpPr>
          <p:spPr>
            <a:xfrm>
              <a:off x="2792350" y="951775"/>
              <a:ext cx="64725" cy="61475"/>
            </a:xfrm>
            <a:custGeom>
              <a:avLst/>
              <a:gdLst/>
              <a:ahLst/>
              <a:cxnLst/>
              <a:rect l="l" t="t" r="r" b="b"/>
              <a:pathLst>
                <a:path w="2589" h="2459" extrusionOk="0">
                  <a:moveTo>
                    <a:pt x="1322" y="0"/>
                  </a:moveTo>
                  <a:cubicBezTo>
                    <a:pt x="965" y="0"/>
                    <a:pt x="618" y="156"/>
                    <a:pt x="380" y="439"/>
                  </a:cubicBezTo>
                  <a:cubicBezTo>
                    <a:pt x="60" y="820"/>
                    <a:pt x="1" y="1355"/>
                    <a:pt x="231" y="1797"/>
                  </a:cubicBezTo>
                  <a:cubicBezTo>
                    <a:pt x="449" y="2217"/>
                    <a:pt x="878" y="2459"/>
                    <a:pt x="1321" y="2459"/>
                  </a:cubicBezTo>
                  <a:cubicBezTo>
                    <a:pt x="1512" y="2459"/>
                    <a:pt x="1706" y="2414"/>
                    <a:pt x="1887" y="2320"/>
                  </a:cubicBezTo>
                  <a:cubicBezTo>
                    <a:pt x="2328" y="2091"/>
                    <a:pt x="2588" y="1619"/>
                    <a:pt x="2545" y="1123"/>
                  </a:cubicBezTo>
                  <a:cubicBezTo>
                    <a:pt x="2502" y="628"/>
                    <a:pt x="2166" y="208"/>
                    <a:pt x="1691" y="57"/>
                  </a:cubicBezTo>
                  <a:cubicBezTo>
                    <a:pt x="1569" y="19"/>
                    <a:pt x="1445" y="0"/>
                    <a:pt x="1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6"/>
            <p:cNvSpPr/>
            <p:nvPr/>
          </p:nvSpPr>
          <p:spPr>
            <a:xfrm>
              <a:off x="4233575" y="3422800"/>
              <a:ext cx="466300" cy="318325"/>
            </a:xfrm>
            <a:custGeom>
              <a:avLst/>
              <a:gdLst/>
              <a:ahLst/>
              <a:cxnLst/>
              <a:rect l="l" t="t" r="r" b="b"/>
              <a:pathLst>
                <a:path w="18652" h="12733" extrusionOk="0">
                  <a:moveTo>
                    <a:pt x="14382" y="0"/>
                  </a:moveTo>
                  <a:cubicBezTo>
                    <a:pt x="13802" y="0"/>
                    <a:pt x="13212" y="136"/>
                    <a:pt x="12662" y="422"/>
                  </a:cubicBezTo>
                  <a:lnTo>
                    <a:pt x="2544" y="5682"/>
                  </a:lnTo>
                  <a:cubicBezTo>
                    <a:pt x="713" y="6633"/>
                    <a:pt x="1" y="8889"/>
                    <a:pt x="951" y="10720"/>
                  </a:cubicBezTo>
                  <a:cubicBezTo>
                    <a:pt x="1617" y="11999"/>
                    <a:pt x="2920" y="12733"/>
                    <a:pt x="4270" y="12733"/>
                  </a:cubicBezTo>
                  <a:cubicBezTo>
                    <a:pt x="4850" y="12733"/>
                    <a:pt x="5439" y="12597"/>
                    <a:pt x="5989" y="12311"/>
                  </a:cubicBezTo>
                  <a:lnTo>
                    <a:pt x="16107" y="7051"/>
                  </a:lnTo>
                  <a:cubicBezTo>
                    <a:pt x="17938" y="6100"/>
                    <a:pt x="18651" y="3843"/>
                    <a:pt x="17699" y="2014"/>
                  </a:cubicBezTo>
                  <a:cubicBezTo>
                    <a:pt x="17034" y="733"/>
                    <a:pt x="15731" y="0"/>
                    <a:pt x="143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6"/>
            <p:cNvSpPr/>
            <p:nvPr/>
          </p:nvSpPr>
          <p:spPr>
            <a:xfrm>
              <a:off x="4267250" y="3452325"/>
              <a:ext cx="398925" cy="259300"/>
            </a:xfrm>
            <a:custGeom>
              <a:avLst/>
              <a:gdLst/>
              <a:ahLst/>
              <a:cxnLst/>
              <a:rect l="l" t="t" r="r" b="b"/>
              <a:pathLst>
                <a:path w="15957" h="10372" extrusionOk="0">
                  <a:moveTo>
                    <a:pt x="13034" y="0"/>
                  </a:moveTo>
                  <a:cubicBezTo>
                    <a:pt x="12637" y="0"/>
                    <a:pt x="12235" y="93"/>
                    <a:pt x="11859" y="288"/>
                  </a:cubicBezTo>
                  <a:lnTo>
                    <a:pt x="1740" y="5548"/>
                  </a:lnTo>
                  <a:cubicBezTo>
                    <a:pt x="489" y="6197"/>
                    <a:pt x="0" y="7744"/>
                    <a:pt x="651" y="8994"/>
                  </a:cubicBezTo>
                  <a:cubicBezTo>
                    <a:pt x="1106" y="9869"/>
                    <a:pt x="1999" y="10371"/>
                    <a:pt x="2923" y="10371"/>
                  </a:cubicBezTo>
                  <a:cubicBezTo>
                    <a:pt x="3320" y="10371"/>
                    <a:pt x="3722" y="10279"/>
                    <a:pt x="4097" y="10083"/>
                  </a:cubicBezTo>
                  <a:lnTo>
                    <a:pt x="14217" y="4824"/>
                  </a:lnTo>
                  <a:cubicBezTo>
                    <a:pt x="15467" y="4173"/>
                    <a:pt x="15956" y="2628"/>
                    <a:pt x="15306" y="1377"/>
                  </a:cubicBezTo>
                  <a:cubicBezTo>
                    <a:pt x="14850" y="502"/>
                    <a:pt x="13957" y="0"/>
                    <a:pt x="13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6"/>
            <p:cNvSpPr/>
            <p:nvPr/>
          </p:nvSpPr>
          <p:spPr>
            <a:xfrm>
              <a:off x="2987500" y="1043625"/>
              <a:ext cx="703525" cy="454950"/>
            </a:xfrm>
            <a:custGeom>
              <a:avLst/>
              <a:gdLst/>
              <a:ahLst/>
              <a:cxnLst/>
              <a:rect l="l" t="t" r="r" b="b"/>
              <a:pathLst>
                <a:path w="28141" h="18198" extrusionOk="0">
                  <a:moveTo>
                    <a:pt x="24100" y="0"/>
                  </a:moveTo>
                  <a:cubicBezTo>
                    <a:pt x="23688" y="0"/>
                    <a:pt x="23269" y="97"/>
                    <a:pt x="22877" y="300"/>
                  </a:cubicBezTo>
                  <a:lnTo>
                    <a:pt x="1809" y="11251"/>
                  </a:lnTo>
                  <a:cubicBezTo>
                    <a:pt x="508" y="11928"/>
                    <a:pt x="1" y="13532"/>
                    <a:pt x="678" y="14834"/>
                  </a:cubicBezTo>
                  <a:lnTo>
                    <a:pt x="1683" y="16766"/>
                  </a:lnTo>
                  <a:cubicBezTo>
                    <a:pt x="2155" y="17676"/>
                    <a:pt x="3081" y="18197"/>
                    <a:pt x="4041" y="18197"/>
                  </a:cubicBezTo>
                  <a:cubicBezTo>
                    <a:pt x="4454" y="18197"/>
                    <a:pt x="4872" y="18101"/>
                    <a:pt x="5264" y="17897"/>
                  </a:cubicBezTo>
                  <a:lnTo>
                    <a:pt x="26332" y="6947"/>
                  </a:lnTo>
                  <a:cubicBezTo>
                    <a:pt x="27633" y="6270"/>
                    <a:pt x="28141" y="4667"/>
                    <a:pt x="27463" y="3364"/>
                  </a:cubicBezTo>
                  <a:lnTo>
                    <a:pt x="26460" y="1432"/>
                  </a:lnTo>
                  <a:cubicBezTo>
                    <a:pt x="25987" y="521"/>
                    <a:pt x="25060" y="0"/>
                    <a:pt x="24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6"/>
            <p:cNvSpPr/>
            <p:nvPr/>
          </p:nvSpPr>
          <p:spPr>
            <a:xfrm>
              <a:off x="3098975" y="1119800"/>
              <a:ext cx="931950" cy="511425"/>
            </a:xfrm>
            <a:custGeom>
              <a:avLst/>
              <a:gdLst/>
              <a:ahLst/>
              <a:cxnLst/>
              <a:rect l="l" t="t" r="r" b="b"/>
              <a:pathLst>
                <a:path w="37278" h="20457" extrusionOk="0">
                  <a:moveTo>
                    <a:pt x="35759" y="1"/>
                  </a:moveTo>
                  <a:cubicBezTo>
                    <a:pt x="35553" y="1"/>
                    <a:pt x="35343" y="49"/>
                    <a:pt x="35147" y="151"/>
                  </a:cubicBezTo>
                  <a:lnTo>
                    <a:pt x="916" y="17944"/>
                  </a:lnTo>
                  <a:cubicBezTo>
                    <a:pt x="259" y="18279"/>
                    <a:pt x="0" y="19086"/>
                    <a:pt x="341" y="19740"/>
                  </a:cubicBezTo>
                  <a:cubicBezTo>
                    <a:pt x="578" y="20196"/>
                    <a:pt x="1041" y="20456"/>
                    <a:pt x="1520" y="20456"/>
                  </a:cubicBezTo>
                  <a:cubicBezTo>
                    <a:pt x="1730" y="20456"/>
                    <a:pt x="1943" y="20407"/>
                    <a:pt x="2141" y="20301"/>
                  </a:cubicBezTo>
                  <a:lnTo>
                    <a:pt x="36373" y="2509"/>
                  </a:lnTo>
                  <a:cubicBezTo>
                    <a:pt x="37023" y="2170"/>
                    <a:pt x="37277" y="1368"/>
                    <a:pt x="36939" y="717"/>
                  </a:cubicBezTo>
                  <a:cubicBezTo>
                    <a:pt x="36702" y="262"/>
                    <a:pt x="36239" y="1"/>
                    <a:pt x="357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6"/>
            <p:cNvSpPr/>
            <p:nvPr/>
          </p:nvSpPr>
          <p:spPr>
            <a:xfrm>
              <a:off x="2620925" y="1463425"/>
              <a:ext cx="369575" cy="323675"/>
            </a:xfrm>
            <a:custGeom>
              <a:avLst/>
              <a:gdLst/>
              <a:ahLst/>
              <a:cxnLst/>
              <a:rect l="l" t="t" r="r" b="b"/>
              <a:pathLst>
                <a:path w="14783" h="12947" extrusionOk="0">
                  <a:moveTo>
                    <a:pt x="7387" y="1"/>
                  </a:moveTo>
                  <a:cubicBezTo>
                    <a:pt x="6381" y="1"/>
                    <a:pt x="5360" y="236"/>
                    <a:pt x="4406" y="732"/>
                  </a:cubicBezTo>
                  <a:cubicBezTo>
                    <a:pt x="1236" y="2380"/>
                    <a:pt x="1" y="6287"/>
                    <a:pt x="1649" y="9458"/>
                  </a:cubicBezTo>
                  <a:cubicBezTo>
                    <a:pt x="2802" y="11676"/>
                    <a:pt x="5059" y="12946"/>
                    <a:pt x="7397" y="12946"/>
                  </a:cubicBezTo>
                  <a:cubicBezTo>
                    <a:pt x="8403" y="12946"/>
                    <a:pt x="9423" y="12711"/>
                    <a:pt x="10377" y="12216"/>
                  </a:cubicBezTo>
                  <a:cubicBezTo>
                    <a:pt x="13547" y="10567"/>
                    <a:pt x="14782" y="6660"/>
                    <a:pt x="13133" y="3488"/>
                  </a:cubicBezTo>
                  <a:cubicBezTo>
                    <a:pt x="11981" y="1271"/>
                    <a:pt x="9724" y="1"/>
                    <a:pt x="73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6"/>
            <p:cNvSpPr/>
            <p:nvPr/>
          </p:nvSpPr>
          <p:spPr>
            <a:xfrm>
              <a:off x="2817025" y="1674850"/>
              <a:ext cx="942525" cy="941950"/>
            </a:xfrm>
            <a:custGeom>
              <a:avLst/>
              <a:gdLst/>
              <a:ahLst/>
              <a:cxnLst/>
              <a:rect l="l" t="t" r="r" b="b"/>
              <a:pathLst>
                <a:path w="37701" h="37678" extrusionOk="0">
                  <a:moveTo>
                    <a:pt x="24777" y="0"/>
                  </a:moveTo>
                  <a:cubicBezTo>
                    <a:pt x="24765" y="0"/>
                    <a:pt x="24754" y="3"/>
                    <a:pt x="24743" y="9"/>
                  </a:cubicBezTo>
                  <a:lnTo>
                    <a:pt x="52" y="12846"/>
                  </a:lnTo>
                  <a:cubicBezTo>
                    <a:pt x="15" y="12865"/>
                    <a:pt x="0" y="12909"/>
                    <a:pt x="20" y="12947"/>
                  </a:cubicBezTo>
                  <a:lnTo>
                    <a:pt x="12856" y="37637"/>
                  </a:lnTo>
                  <a:cubicBezTo>
                    <a:pt x="12870" y="37663"/>
                    <a:pt x="12896" y="37677"/>
                    <a:pt x="12923" y="37677"/>
                  </a:cubicBezTo>
                  <a:cubicBezTo>
                    <a:pt x="12935" y="37677"/>
                    <a:pt x="12947" y="37675"/>
                    <a:pt x="12958" y="37669"/>
                  </a:cubicBezTo>
                  <a:lnTo>
                    <a:pt x="37648" y="24833"/>
                  </a:lnTo>
                  <a:cubicBezTo>
                    <a:pt x="37686" y="24814"/>
                    <a:pt x="37700" y="24768"/>
                    <a:pt x="37681" y="24731"/>
                  </a:cubicBezTo>
                  <a:lnTo>
                    <a:pt x="24844" y="41"/>
                  </a:lnTo>
                  <a:cubicBezTo>
                    <a:pt x="24831" y="15"/>
                    <a:pt x="24804" y="0"/>
                    <a:pt x="24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6"/>
            <p:cNvSpPr/>
            <p:nvPr/>
          </p:nvSpPr>
          <p:spPr>
            <a:xfrm>
              <a:off x="3497325" y="1321150"/>
              <a:ext cx="942525" cy="941975"/>
            </a:xfrm>
            <a:custGeom>
              <a:avLst/>
              <a:gdLst/>
              <a:ahLst/>
              <a:cxnLst/>
              <a:rect l="l" t="t" r="r" b="b"/>
              <a:pathLst>
                <a:path w="37701" h="37679" extrusionOk="0">
                  <a:moveTo>
                    <a:pt x="24777" y="1"/>
                  </a:moveTo>
                  <a:cubicBezTo>
                    <a:pt x="24765" y="1"/>
                    <a:pt x="24754" y="4"/>
                    <a:pt x="24743" y="9"/>
                  </a:cubicBezTo>
                  <a:lnTo>
                    <a:pt x="52" y="12846"/>
                  </a:lnTo>
                  <a:cubicBezTo>
                    <a:pt x="15" y="12865"/>
                    <a:pt x="0" y="12911"/>
                    <a:pt x="20" y="12949"/>
                  </a:cubicBezTo>
                  <a:lnTo>
                    <a:pt x="12856" y="37638"/>
                  </a:lnTo>
                  <a:cubicBezTo>
                    <a:pt x="12870" y="37664"/>
                    <a:pt x="12896" y="37679"/>
                    <a:pt x="12923" y="37679"/>
                  </a:cubicBezTo>
                  <a:cubicBezTo>
                    <a:pt x="12935" y="37679"/>
                    <a:pt x="12947" y="37676"/>
                    <a:pt x="12958" y="37670"/>
                  </a:cubicBezTo>
                  <a:lnTo>
                    <a:pt x="37648" y="24834"/>
                  </a:lnTo>
                  <a:cubicBezTo>
                    <a:pt x="37686" y="24814"/>
                    <a:pt x="37700" y="24770"/>
                    <a:pt x="37681" y="24732"/>
                  </a:cubicBezTo>
                  <a:lnTo>
                    <a:pt x="24844" y="42"/>
                  </a:lnTo>
                  <a:cubicBezTo>
                    <a:pt x="24831" y="16"/>
                    <a:pt x="24804" y="1"/>
                    <a:pt x="247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6"/>
            <p:cNvSpPr/>
            <p:nvPr/>
          </p:nvSpPr>
          <p:spPr>
            <a:xfrm>
              <a:off x="3188400" y="2361350"/>
              <a:ext cx="942475" cy="941975"/>
            </a:xfrm>
            <a:custGeom>
              <a:avLst/>
              <a:gdLst/>
              <a:ahLst/>
              <a:cxnLst/>
              <a:rect l="l" t="t" r="r" b="b"/>
              <a:pathLst>
                <a:path w="37699" h="37679" extrusionOk="0">
                  <a:moveTo>
                    <a:pt x="24776" y="0"/>
                  </a:moveTo>
                  <a:cubicBezTo>
                    <a:pt x="24764" y="0"/>
                    <a:pt x="24752" y="3"/>
                    <a:pt x="24741" y="9"/>
                  </a:cubicBezTo>
                  <a:lnTo>
                    <a:pt x="51" y="12846"/>
                  </a:lnTo>
                  <a:cubicBezTo>
                    <a:pt x="14" y="12865"/>
                    <a:pt x="0" y="12911"/>
                    <a:pt x="19" y="12947"/>
                  </a:cubicBezTo>
                  <a:lnTo>
                    <a:pt x="12856" y="37638"/>
                  </a:lnTo>
                  <a:cubicBezTo>
                    <a:pt x="12870" y="37664"/>
                    <a:pt x="12895" y="37679"/>
                    <a:pt x="12923" y="37679"/>
                  </a:cubicBezTo>
                  <a:cubicBezTo>
                    <a:pt x="12934" y="37679"/>
                    <a:pt x="12946" y="37676"/>
                    <a:pt x="12957" y="37670"/>
                  </a:cubicBezTo>
                  <a:lnTo>
                    <a:pt x="37648" y="24833"/>
                  </a:lnTo>
                  <a:cubicBezTo>
                    <a:pt x="37684" y="24814"/>
                    <a:pt x="37699" y="24768"/>
                    <a:pt x="37679" y="24732"/>
                  </a:cubicBezTo>
                  <a:lnTo>
                    <a:pt x="24842" y="41"/>
                  </a:lnTo>
                  <a:cubicBezTo>
                    <a:pt x="24829" y="15"/>
                    <a:pt x="24803" y="0"/>
                    <a:pt x="247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6"/>
            <p:cNvSpPr/>
            <p:nvPr/>
          </p:nvSpPr>
          <p:spPr>
            <a:xfrm>
              <a:off x="3868675" y="2007675"/>
              <a:ext cx="942500" cy="941975"/>
            </a:xfrm>
            <a:custGeom>
              <a:avLst/>
              <a:gdLst/>
              <a:ahLst/>
              <a:cxnLst/>
              <a:rect l="l" t="t" r="r" b="b"/>
              <a:pathLst>
                <a:path w="37700" h="37679" extrusionOk="0">
                  <a:moveTo>
                    <a:pt x="24778" y="1"/>
                  </a:moveTo>
                  <a:cubicBezTo>
                    <a:pt x="24766" y="1"/>
                    <a:pt x="24754" y="4"/>
                    <a:pt x="24742" y="10"/>
                  </a:cubicBezTo>
                  <a:lnTo>
                    <a:pt x="52" y="12845"/>
                  </a:lnTo>
                  <a:cubicBezTo>
                    <a:pt x="15" y="12865"/>
                    <a:pt x="1" y="12910"/>
                    <a:pt x="20" y="12948"/>
                  </a:cubicBezTo>
                  <a:lnTo>
                    <a:pt x="12857" y="37637"/>
                  </a:lnTo>
                  <a:cubicBezTo>
                    <a:pt x="12871" y="37663"/>
                    <a:pt x="12896" y="37678"/>
                    <a:pt x="12924" y="37678"/>
                  </a:cubicBezTo>
                  <a:cubicBezTo>
                    <a:pt x="12935" y="37678"/>
                    <a:pt x="12947" y="37675"/>
                    <a:pt x="12958" y="37670"/>
                  </a:cubicBezTo>
                  <a:lnTo>
                    <a:pt x="37649" y="24833"/>
                  </a:lnTo>
                  <a:cubicBezTo>
                    <a:pt x="37685" y="24814"/>
                    <a:pt x="37699" y="24769"/>
                    <a:pt x="37680" y="24732"/>
                  </a:cubicBezTo>
                  <a:lnTo>
                    <a:pt x="24843" y="41"/>
                  </a:lnTo>
                  <a:cubicBezTo>
                    <a:pt x="24830" y="15"/>
                    <a:pt x="24805" y="1"/>
                    <a:pt x="247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6"/>
            <p:cNvSpPr/>
            <p:nvPr/>
          </p:nvSpPr>
          <p:spPr>
            <a:xfrm>
              <a:off x="4203375" y="2307875"/>
              <a:ext cx="449575" cy="374100"/>
            </a:xfrm>
            <a:custGeom>
              <a:avLst/>
              <a:gdLst/>
              <a:ahLst/>
              <a:cxnLst/>
              <a:rect l="l" t="t" r="r" b="b"/>
              <a:pathLst>
                <a:path w="17983" h="14964" extrusionOk="0">
                  <a:moveTo>
                    <a:pt x="9611" y="0"/>
                  </a:moveTo>
                  <a:cubicBezTo>
                    <a:pt x="8286" y="0"/>
                    <a:pt x="6971" y="318"/>
                    <a:pt x="5761" y="946"/>
                  </a:cubicBezTo>
                  <a:lnTo>
                    <a:pt x="5554" y="1054"/>
                  </a:lnTo>
                  <a:cubicBezTo>
                    <a:pt x="1563" y="3124"/>
                    <a:pt x="0" y="8053"/>
                    <a:pt x="2070" y="12043"/>
                  </a:cubicBezTo>
                  <a:lnTo>
                    <a:pt x="3583" y="14963"/>
                  </a:lnTo>
                  <a:lnTo>
                    <a:pt x="15890" y="8929"/>
                  </a:lnTo>
                  <a:lnTo>
                    <a:pt x="15902" y="8923"/>
                  </a:lnTo>
                  <a:cubicBezTo>
                    <a:pt x="17397" y="8147"/>
                    <a:pt x="17982" y="6299"/>
                    <a:pt x="17208" y="4804"/>
                  </a:cubicBezTo>
                  <a:lnTo>
                    <a:pt x="17065" y="4531"/>
                  </a:lnTo>
                  <a:cubicBezTo>
                    <a:pt x="16034" y="2542"/>
                    <a:pt x="14290" y="1073"/>
                    <a:pt x="12155" y="396"/>
                  </a:cubicBezTo>
                  <a:cubicBezTo>
                    <a:pt x="11320" y="131"/>
                    <a:pt x="10463" y="0"/>
                    <a:pt x="96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6"/>
            <p:cNvSpPr/>
            <p:nvPr/>
          </p:nvSpPr>
          <p:spPr>
            <a:xfrm>
              <a:off x="4159575" y="2310500"/>
              <a:ext cx="424350" cy="376200"/>
            </a:xfrm>
            <a:custGeom>
              <a:avLst/>
              <a:gdLst/>
              <a:ahLst/>
              <a:cxnLst/>
              <a:rect l="l" t="t" r="r" b="b"/>
              <a:pathLst>
                <a:path w="16974" h="15048" extrusionOk="0">
                  <a:moveTo>
                    <a:pt x="10297" y="1"/>
                  </a:moveTo>
                  <a:cubicBezTo>
                    <a:pt x="9799" y="1"/>
                    <a:pt x="9302" y="74"/>
                    <a:pt x="8815" y="146"/>
                  </a:cubicBezTo>
                  <a:cubicBezTo>
                    <a:pt x="8541" y="185"/>
                    <a:pt x="8280" y="224"/>
                    <a:pt x="8024" y="248"/>
                  </a:cubicBezTo>
                  <a:cubicBezTo>
                    <a:pt x="7778" y="272"/>
                    <a:pt x="7521" y="283"/>
                    <a:pt x="7252" y="295"/>
                  </a:cubicBezTo>
                  <a:cubicBezTo>
                    <a:pt x="6441" y="329"/>
                    <a:pt x="5523" y="367"/>
                    <a:pt x="4687" y="801"/>
                  </a:cubicBezTo>
                  <a:cubicBezTo>
                    <a:pt x="3851" y="1235"/>
                    <a:pt x="3291" y="1962"/>
                    <a:pt x="2796" y="2604"/>
                  </a:cubicBezTo>
                  <a:cubicBezTo>
                    <a:pt x="2629" y="2820"/>
                    <a:pt x="2474" y="3022"/>
                    <a:pt x="2312" y="3210"/>
                  </a:cubicBezTo>
                  <a:cubicBezTo>
                    <a:pt x="2144" y="3405"/>
                    <a:pt x="1963" y="3596"/>
                    <a:pt x="1773" y="3797"/>
                  </a:cubicBezTo>
                  <a:cubicBezTo>
                    <a:pt x="1183" y="4419"/>
                    <a:pt x="572" y="5062"/>
                    <a:pt x="286" y="5913"/>
                  </a:cubicBezTo>
                  <a:cubicBezTo>
                    <a:pt x="1" y="6769"/>
                    <a:pt x="109" y="7630"/>
                    <a:pt x="214" y="8463"/>
                  </a:cubicBezTo>
                  <a:cubicBezTo>
                    <a:pt x="248" y="8731"/>
                    <a:pt x="280" y="8984"/>
                    <a:pt x="298" y="9235"/>
                  </a:cubicBezTo>
                  <a:cubicBezTo>
                    <a:pt x="316" y="9476"/>
                    <a:pt x="320" y="9725"/>
                    <a:pt x="325" y="9990"/>
                  </a:cubicBezTo>
                  <a:cubicBezTo>
                    <a:pt x="339" y="10790"/>
                    <a:pt x="355" y="11697"/>
                    <a:pt x="780" y="12516"/>
                  </a:cubicBezTo>
                  <a:cubicBezTo>
                    <a:pt x="1204" y="13337"/>
                    <a:pt x="1937" y="13871"/>
                    <a:pt x="2582" y="14344"/>
                  </a:cubicBezTo>
                  <a:cubicBezTo>
                    <a:pt x="2797" y="14500"/>
                    <a:pt x="2999" y="14648"/>
                    <a:pt x="3185" y="14800"/>
                  </a:cubicBezTo>
                  <a:lnTo>
                    <a:pt x="3486" y="15047"/>
                  </a:lnTo>
                  <a:lnTo>
                    <a:pt x="16920" y="8081"/>
                  </a:lnTo>
                  <a:cubicBezTo>
                    <a:pt x="16920" y="8081"/>
                    <a:pt x="16973" y="7148"/>
                    <a:pt x="16968" y="6883"/>
                  </a:cubicBezTo>
                  <a:cubicBezTo>
                    <a:pt x="16955" y="6083"/>
                    <a:pt x="16938" y="5177"/>
                    <a:pt x="16514" y="4357"/>
                  </a:cubicBezTo>
                  <a:cubicBezTo>
                    <a:pt x="16089" y="3538"/>
                    <a:pt x="15357" y="3002"/>
                    <a:pt x="14711" y="2531"/>
                  </a:cubicBezTo>
                  <a:cubicBezTo>
                    <a:pt x="14496" y="2374"/>
                    <a:pt x="14294" y="2226"/>
                    <a:pt x="14108" y="2073"/>
                  </a:cubicBezTo>
                  <a:cubicBezTo>
                    <a:pt x="13915" y="1914"/>
                    <a:pt x="13725" y="1742"/>
                    <a:pt x="13525" y="1559"/>
                  </a:cubicBezTo>
                  <a:cubicBezTo>
                    <a:pt x="12905" y="994"/>
                    <a:pt x="12264" y="408"/>
                    <a:pt x="11400" y="150"/>
                  </a:cubicBezTo>
                  <a:cubicBezTo>
                    <a:pt x="11034" y="41"/>
                    <a:pt x="10665" y="1"/>
                    <a:pt x="102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6"/>
            <p:cNvSpPr/>
            <p:nvPr/>
          </p:nvSpPr>
          <p:spPr>
            <a:xfrm>
              <a:off x="4276725" y="2310500"/>
              <a:ext cx="307200" cy="288425"/>
            </a:xfrm>
            <a:custGeom>
              <a:avLst/>
              <a:gdLst/>
              <a:ahLst/>
              <a:cxnLst/>
              <a:rect l="l" t="t" r="r" b="b"/>
              <a:pathLst>
                <a:path w="12288" h="11537" extrusionOk="0">
                  <a:moveTo>
                    <a:pt x="5611" y="1"/>
                  </a:moveTo>
                  <a:cubicBezTo>
                    <a:pt x="5113" y="1"/>
                    <a:pt x="4616" y="74"/>
                    <a:pt x="4129" y="146"/>
                  </a:cubicBezTo>
                  <a:cubicBezTo>
                    <a:pt x="3855" y="185"/>
                    <a:pt x="3594" y="224"/>
                    <a:pt x="3338" y="248"/>
                  </a:cubicBezTo>
                  <a:cubicBezTo>
                    <a:pt x="3092" y="272"/>
                    <a:pt x="2835" y="283"/>
                    <a:pt x="2566" y="295"/>
                  </a:cubicBezTo>
                  <a:cubicBezTo>
                    <a:pt x="1755" y="329"/>
                    <a:pt x="837" y="367"/>
                    <a:pt x="1" y="801"/>
                  </a:cubicBezTo>
                  <a:lnTo>
                    <a:pt x="5569" y="11537"/>
                  </a:lnTo>
                  <a:lnTo>
                    <a:pt x="12233" y="8081"/>
                  </a:lnTo>
                  <a:cubicBezTo>
                    <a:pt x="12233" y="8081"/>
                    <a:pt x="12287" y="7148"/>
                    <a:pt x="12282" y="6883"/>
                  </a:cubicBezTo>
                  <a:cubicBezTo>
                    <a:pt x="12268" y="6083"/>
                    <a:pt x="12252" y="5177"/>
                    <a:pt x="11827" y="4357"/>
                  </a:cubicBezTo>
                  <a:cubicBezTo>
                    <a:pt x="11403" y="3537"/>
                    <a:pt x="10671" y="3002"/>
                    <a:pt x="10025" y="2531"/>
                  </a:cubicBezTo>
                  <a:cubicBezTo>
                    <a:pt x="9810" y="2374"/>
                    <a:pt x="9608" y="2226"/>
                    <a:pt x="9422" y="2073"/>
                  </a:cubicBezTo>
                  <a:cubicBezTo>
                    <a:pt x="9229" y="1914"/>
                    <a:pt x="9039" y="1742"/>
                    <a:pt x="8839" y="1559"/>
                  </a:cubicBezTo>
                  <a:cubicBezTo>
                    <a:pt x="8219" y="994"/>
                    <a:pt x="7578" y="408"/>
                    <a:pt x="6714" y="150"/>
                  </a:cubicBezTo>
                  <a:cubicBezTo>
                    <a:pt x="6348" y="41"/>
                    <a:pt x="5979" y="1"/>
                    <a:pt x="56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6"/>
            <p:cNvSpPr/>
            <p:nvPr/>
          </p:nvSpPr>
          <p:spPr>
            <a:xfrm>
              <a:off x="4144275" y="2373975"/>
              <a:ext cx="449975" cy="353475"/>
            </a:xfrm>
            <a:custGeom>
              <a:avLst/>
              <a:gdLst/>
              <a:ahLst/>
              <a:cxnLst/>
              <a:rect l="l" t="t" r="r" b="b"/>
              <a:pathLst>
                <a:path w="17999" h="14139" extrusionOk="0">
                  <a:moveTo>
                    <a:pt x="9559" y="1"/>
                  </a:moveTo>
                  <a:cubicBezTo>
                    <a:pt x="8261" y="1"/>
                    <a:pt x="6943" y="303"/>
                    <a:pt x="5713" y="941"/>
                  </a:cubicBezTo>
                  <a:cubicBezTo>
                    <a:pt x="1608" y="3070"/>
                    <a:pt x="1" y="8141"/>
                    <a:pt x="2129" y="12246"/>
                  </a:cubicBezTo>
                  <a:lnTo>
                    <a:pt x="3110" y="14138"/>
                  </a:lnTo>
                  <a:lnTo>
                    <a:pt x="17998" y="6416"/>
                  </a:lnTo>
                  <a:lnTo>
                    <a:pt x="17017" y="4525"/>
                  </a:lnTo>
                  <a:cubicBezTo>
                    <a:pt x="15527" y="1651"/>
                    <a:pt x="12593" y="1"/>
                    <a:pt x="9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6"/>
            <p:cNvSpPr/>
            <p:nvPr/>
          </p:nvSpPr>
          <p:spPr>
            <a:xfrm>
              <a:off x="4287100" y="2374000"/>
              <a:ext cx="307150" cy="256925"/>
            </a:xfrm>
            <a:custGeom>
              <a:avLst/>
              <a:gdLst/>
              <a:ahLst/>
              <a:cxnLst/>
              <a:rect l="l" t="t" r="r" b="b"/>
              <a:pathLst>
                <a:path w="12286" h="10277" extrusionOk="0">
                  <a:moveTo>
                    <a:pt x="3846" y="0"/>
                  </a:moveTo>
                  <a:cubicBezTo>
                    <a:pt x="2548" y="0"/>
                    <a:pt x="1231" y="302"/>
                    <a:pt x="0" y="940"/>
                  </a:cubicBezTo>
                  <a:lnTo>
                    <a:pt x="4842" y="10276"/>
                  </a:lnTo>
                  <a:lnTo>
                    <a:pt x="12285" y="6416"/>
                  </a:lnTo>
                  <a:lnTo>
                    <a:pt x="11305" y="4525"/>
                  </a:lnTo>
                  <a:cubicBezTo>
                    <a:pt x="9814" y="1650"/>
                    <a:pt x="6881" y="0"/>
                    <a:pt x="38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6"/>
            <p:cNvSpPr/>
            <p:nvPr/>
          </p:nvSpPr>
          <p:spPr>
            <a:xfrm>
              <a:off x="4269125" y="2554275"/>
              <a:ext cx="39775" cy="39775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1047" y="1"/>
                  </a:moveTo>
                  <a:lnTo>
                    <a:pt x="0" y="543"/>
                  </a:lnTo>
                  <a:lnTo>
                    <a:pt x="543" y="1591"/>
                  </a:lnTo>
                  <a:lnTo>
                    <a:pt x="1590" y="1047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6"/>
            <p:cNvSpPr/>
            <p:nvPr/>
          </p:nvSpPr>
          <p:spPr>
            <a:xfrm>
              <a:off x="4410450" y="2480975"/>
              <a:ext cx="39775" cy="39775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1047" y="0"/>
                  </a:moveTo>
                  <a:lnTo>
                    <a:pt x="1" y="544"/>
                  </a:lnTo>
                  <a:lnTo>
                    <a:pt x="544" y="1591"/>
                  </a:lnTo>
                  <a:lnTo>
                    <a:pt x="1591" y="10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6"/>
            <p:cNvSpPr/>
            <p:nvPr/>
          </p:nvSpPr>
          <p:spPr>
            <a:xfrm>
              <a:off x="4315650" y="2471100"/>
              <a:ext cx="39775" cy="39775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1048" y="0"/>
                  </a:moveTo>
                  <a:lnTo>
                    <a:pt x="0" y="544"/>
                  </a:lnTo>
                  <a:lnTo>
                    <a:pt x="544" y="1590"/>
                  </a:lnTo>
                  <a:lnTo>
                    <a:pt x="1590" y="1047"/>
                  </a:lnTo>
                  <a:lnTo>
                    <a:pt x="10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6"/>
            <p:cNvSpPr/>
            <p:nvPr/>
          </p:nvSpPr>
          <p:spPr>
            <a:xfrm>
              <a:off x="4328750" y="2471100"/>
              <a:ext cx="26675" cy="32975"/>
            </a:xfrm>
            <a:custGeom>
              <a:avLst/>
              <a:gdLst/>
              <a:ahLst/>
              <a:cxnLst/>
              <a:rect l="l" t="t" r="r" b="b"/>
              <a:pathLst>
                <a:path w="1067" h="1319" extrusionOk="0">
                  <a:moveTo>
                    <a:pt x="523" y="0"/>
                  </a:moveTo>
                  <a:lnTo>
                    <a:pt x="0" y="271"/>
                  </a:lnTo>
                  <a:lnTo>
                    <a:pt x="544" y="1318"/>
                  </a:lnTo>
                  <a:lnTo>
                    <a:pt x="1066" y="1047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6"/>
            <p:cNvSpPr/>
            <p:nvPr/>
          </p:nvSpPr>
          <p:spPr>
            <a:xfrm>
              <a:off x="3823525" y="1789950"/>
              <a:ext cx="408300" cy="276175"/>
            </a:xfrm>
            <a:custGeom>
              <a:avLst/>
              <a:gdLst/>
              <a:ahLst/>
              <a:cxnLst/>
              <a:rect l="l" t="t" r="r" b="b"/>
              <a:pathLst>
                <a:path w="16332" h="11047" extrusionOk="0">
                  <a:moveTo>
                    <a:pt x="14504" y="1"/>
                  </a:moveTo>
                  <a:lnTo>
                    <a:pt x="0" y="7521"/>
                  </a:lnTo>
                  <a:lnTo>
                    <a:pt x="1829" y="11046"/>
                  </a:lnTo>
                  <a:lnTo>
                    <a:pt x="16332" y="3525"/>
                  </a:lnTo>
                  <a:lnTo>
                    <a:pt x="145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46"/>
            <p:cNvSpPr/>
            <p:nvPr/>
          </p:nvSpPr>
          <p:spPr>
            <a:xfrm>
              <a:off x="4004825" y="1789950"/>
              <a:ext cx="227000" cy="182175"/>
            </a:xfrm>
            <a:custGeom>
              <a:avLst/>
              <a:gdLst/>
              <a:ahLst/>
              <a:cxnLst/>
              <a:rect l="l" t="t" r="r" b="b"/>
              <a:pathLst>
                <a:path w="9080" h="7287" extrusionOk="0">
                  <a:moveTo>
                    <a:pt x="7251" y="1"/>
                  </a:moveTo>
                  <a:lnTo>
                    <a:pt x="0" y="3760"/>
                  </a:lnTo>
                  <a:lnTo>
                    <a:pt x="1827" y="7286"/>
                  </a:lnTo>
                  <a:lnTo>
                    <a:pt x="9080" y="3525"/>
                  </a:lnTo>
                  <a:lnTo>
                    <a:pt x="72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46"/>
            <p:cNvSpPr/>
            <p:nvPr/>
          </p:nvSpPr>
          <p:spPr>
            <a:xfrm>
              <a:off x="3719800" y="1578750"/>
              <a:ext cx="448575" cy="366000"/>
            </a:xfrm>
            <a:custGeom>
              <a:avLst/>
              <a:gdLst/>
              <a:ahLst/>
              <a:cxnLst/>
              <a:rect l="l" t="t" r="r" b="b"/>
              <a:pathLst>
                <a:path w="17943" h="14640" extrusionOk="0">
                  <a:moveTo>
                    <a:pt x="9277" y="1"/>
                  </a:moveTo>
                  <a:cubicBezTo>
                    <a:pt x="8016" y="1"/>
                    <a:pt x="6738" y="294"/>
                    <a:pt x="5544" y="913"/>
                  </a:cubicBezTo>
                  <a:cubicBezTo>
                    <a:pt x="1560" y="2978"/>
                    <a:pt x="0" y="7900"/>
                    <a:pt x="2065" y="11883"/>
                  </a:cubicBezTo>
                  <a:lnTo>
                    <a:pt x="3495" y="14639"/>
                  </a:lnTo>
                  <a:lnTo>
                    <a:pt x="17942" y="7148"/>
                  </a:lnTo>
                  <a:lnTo>
                    <a:pt x="16512" y="4390"/>
                  </a:lnTo>
                  <a:cubicBezTo>
                    <a:pt x="15067" y="1601"/>
                    <a:pt x="12220" y="1"/>
                    <a:pt x="92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6"/>
            <p:cNvSpPr/>
            <p:nvPr/>
          </p:nvSpPr>
          <p:spPr>
            <a:xfrm>
              <a:off x="3858375" y="1578750"/>
              <a:ext cx="310025" cy="272350"/>
            </a:xfrm>
            <a:custGeom>
              <a:avLst/>
              <a:gdLst/>
              <a:ahLst/>
              <a:cxnLst/>
              <a:rect l="l" t="t" r="r" b="b"/>
              <a:pathLst>
                <a:path w="12401" h="10894" extrusionOk="0">
                  <a:moveTo>
                    <a:pt x="3734" y="1"/>
                  </a:moveTo>
                  <a:cubicBezTo>
                    <a:pt x="2473" y="1"/>
                    <a:pt x="1195" y="294"/>
                    <a:pt x="1" y="913"/>
                  </a:cubicBezTo>
                  <a:lnTo>
                    <a:pt x="5176" y="10894"/>
                  </a:lnTo>
                  <a:lnTo>
                    <a:pt x="12401" y="7148"/>
                  </a:lnTo>
                  <a:lnTo>
                    <a:pt x="10971" y="4390"/>
                  </a:lnTo>
                  <a:cubicBezTo>
                    <a:pt x="9524" y="1601"/>
                    <a:pt x="6678" y="1"/>
                    <a:pt x="37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6"/>
            <p:cNvSpPr/>
            <p:nvPr/>
          </p:nvSpPr>
          <p:spPr>
            <a:xfrm>
              <a:off x="3742250" y="1689100"/>
              <a:ext cx="481275" cy="305050"/>
            </a:xfrm>
            <a:custGeom>
              <a:avLst/>
              <a:gdLst/>
              <a:ahLst/>
              <a:cxnLst/>
              <a:rect l="l" t="t" r="r" b="b"/>
              <a:pathLst>
                <a:path w="19251" h="12202" extrusionOk="0">
                  <a:moveTo>
                    <a:pt x="16138" y="0"/>
                  </a:moveTo>
                  <a:cubicBezTo>
                    <a:pt x="15717" y="0"/>
                    <a:pt x="15290" y="98"/>
                    <a:pt x="14890" y="305"/>
                  </a:cubicBezTo>
                  <a:lnTo>
                    <a:pt x="1855" y="7065"/>
                  </a:lnTo>
                  <a:cubicBezTo>
                    <a:pt x="522" y="7756"/>
                    <a:pt x="1" y="9401"/>
                    <a:pt x="691" y="10734"/>
                  </a:cubicBezTo>
                  <a:cubicBezTo>
                    <a:pt x="1175" y="11666"/>
                    <a:pt x="2127" y="12202"/>
                    <a:pt x="3111" y="12202"/>
                  </a:cubicBezTo>
                  <a:cubicBezTo>
                    <a:pt x="3533" y="12202"/>
                    <a:pt x="3960" y="12104"/>
                    <a:pt x="4359" y="11896"/>
                  </a:cubicBezTo>
                  <a:lnTo>
                    <a:pt x="17396" y="5137"/>
                  </a:lnTo>
                  <a:cubicBezTo>
                    <a:pt x="18728" y="4445"/>
                    <a:pt x="19250" y="2800"/>
                    <a:pt x="18559" y="1469"/>
                  </a:cubicBezTo>
                  <a:cubicBezTo>
                    <a:pt x="18075" y="536"/>
                    <a:pt x="17123" y="0"/>
                    <a:pt x="161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6"/>
            <p:cNvSpPr/>
            <p:nvPr/>
          </p:nvSpPr>
          <p:spPr>
            <a:xfrm>
              <a:off x="3825750" y="1730050"/>
              <a:ext cx="39775" cy="39750"/>
            </a:xfrm>
            <a:custGeom>
              <a:avLst/>
              <a:gdLst/>
              <a:ahLst/>
              <a:cxnLst/>
              <a:rect l="l" t="t" r="r" b="b"/>
              <a:pathLst>
                <a:path w="1591" h="1590" extrusionOk="0">
                  <a:moveTo>
                    <a:pt x="1047" y="0"/>
                  </a:moveTo>
                  <a:lnTo>
                    <a:pt x="0" y="543"/>
                  </a:lnTo>
                  <a:lnTo>
                    <a:pt x="543" y="1589"/>
                  </a:lnTo>
                  <a:lnTo>
                    <a:pt x="1590" y="10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6"/>
            <p:cNvSpPr/>
            <p:nvPr/>
          </p:nvSpPr>
          <p:spPr>
            <a:xfrm>
              <a:off x="3967075" y="1656750"/>
              <a:ext cx="39775" cy="39775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1047" y="0"/>
                  </a:moveTo>
                  <a:lnTo>
                    <a:pt x="1" y="544"/>
                  </a:lnTo>
                  <a:lnTo>
                    <a:pt x="544" y="1590"/>
                  </a:lnTo>
                  <a:lnTo>
                    <a:pt x="1591" y="10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6"/>
            <p:cNvSpPr/>
            <p:nvPr/>
          </p:nvSpPr>
          <p:spPr>
            <a:xfrm>
              <a:off x="3872275" y="1646850"/>
              <a:ext cx="39775" cy="39775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1047" y="0"/>
                  </a:moveTo>
                  <a:lnTo>
                    <a:pt x="0" y="543"/>
                  </a:lnTo>
                  <a:lnTo>
                    <a:pt x="544" y="1590"/>
                  </a:lnTo>
                  <a:lnTo>
                    <a:pt x="1590" y="1048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6"/>
            <p:cNvSpPr/>
            <p:nvPr/>
          </p:nvSpPr>
          <p:spPr>
            <a:xfrm>
              <a:off x="3885375" y="1646850"/>
              <a:ext cx="26675" cy="33000"/>
            </a:xfrm>
            <a:custGeom>
              <a:avLst/>
              <a:gdLst/>
              <a:ahLst/>
              <a:cxnLst/>
              <a:rect l="l" t="t" r="r" b="b"/>
              <a:pathLst>
                <a:path w="1067" h="1320" extrusionOk="0">
                  <a:moveTo>
                    <a:pt x="524" y="0"/>
                  </a:moveTo>
                  <a:lnTo>
                    <a:pt x="0" y="272"/>
                  </a:lnTo>
                  <a:lnTo>
                    <a:pt x="544" y="1319"/>
                  </a:lnTo>
                  <a:lnTo>
                    <a:pt x="1066" y="1048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6"/>
            <p:cNvSpPr/>
            <p:nvPr/>
          </p:nvSpPr>
          <p:spPr>
            <a:xfrm>
              <a:off x="3951525" y="1689075"/>
              <a:ext cx="272000" cy="212925"/>
            </a:xfrm>
            <a:custGeom>
              <a:avLst/>
              <a:gdLst/>
              <a:ahLst/>
              <a:cxnLst/>
              <a:rect l="l" t="t" r="r" b="b"/>
              <a:pathLst>
                <a:path w="10880" h="8517" extrusionOk="0">
                  <a:moveTo>
                    <a:pt x="7768" y="1"/>
                  </a:moveTo>
                  <a:cubicBezTo>
                    <a:pt x="7347" y="1"/>
                    <a:pt x="6919" y="99"/>
                    <a:pt x="6519" y="306"/>
                  </a:cubicBezTo>
                  <a:lnTo>
                    <a:pt x="1" y="3686"/>
                  </a:lnTo>
                  <a:lnTo>
                    <a:pt x="2507" y="8517"/>
                  </a:lnTo>
                  <a:lnTo>
                    <a:pt x="9025" y="5137"/>
                  </a:lnTo>
                  <a:cubicBezTo>
                    <a:pt x="10356" y="4446"/>
                    <a:pt x="10879" y="2801"/>
                    <a:pt x="10188" y="1468"/>
                  </a:cubicBezTo>
                  <a:cubicBezTo>
                    <a:pt x="9704" y="536"/>
                    <a:pt x="8753" y="1"/>
                    <a:pt x="7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6"/>
            <p:cNvSpPr/>
            <p:nvPr/>
          </p:nvSpPr>
          <p:spPr>
            <a:xfrm>
              <a:off x="4025950" y="1713575"/>
              <a:ext cx="97625" cy="111100"/>
            </a:xfrm>
            <a:custGeom>
              <a:avLst/>
              <a:gdLst/>
              <a:ahLst/>
              <a:cxnLst/>
              <a:rect l="l" t="t" r="r" b="b"/>
              <a:pathLst>
                <a:path w="3905" h="4444" extrusionOk="0">
                  <a:moveTo>
                    <a:pt x="2234" y="1"/>
                  </a:moveTo>
                  <a:lnTo>
                    <a:pt x="1" y="1159"/>
                  </a:lnTo>
                  <a:lnTo>
                    <a:pt x="1351" y="3764"/>
                  </a:lnTo>
                  <a:cubicBezTo>
                    <a:pt x="1576" y="4196"/>
                    <a:pt x="2015" y="4443"/>
                    <a:pt x="2470" y="4443"/>
                  </a:cubicBezTo>
                  <a:cubicBezTo>
                    <a:pt x="2665" y="4443"/>
                    <a:pt x="2862" y="4398"/>
                    <a:pt x="3047" y="4302"/>
                  </a:cubicBezTo>
                  <a:cubicBezTo>
                    <a:pt x="3664" y="3982"/>
                    <a:pt x="3905" y="3223"/>
                    <a:pt x="3585" y="2606"/>
                  </a:cubicBezTo>
                  <a:lnTo>
                    <a:pt x="22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6"/>
            <p:cNvSpPr/>
            <p:nvPr/>
          </p:nvSpPr>
          <p:spPr>
            <a:xfrm>
              <a:off x="3853950" y="1844425"/>
              <a:ext cx="43800" cy="105375"/>
            </a:xfrm>
            <a:custGeom>
              <a:avLst/>
              <a:gdLst/>
              <a:ahLst/>
              <a:cxnLst/>
              <a:rect l="l" t="t" r="r" b="b"/>
              <a:pathLst>
                <a:path w="1752" h="4215" extrusionOk="0">
                  <a:moveTo>
                    <a:pt x="1751" y="1"/>
                  </a:moveTo>
                  <a:lnTo>
                    <a:pt x="473" y="663"/>
                  </a:lnTo>
                  <a:lnTo>
                    <a:pt x="1" y="4215"/>
                  </a:lnTo>
                  <a:lnTo>
                    <a:pt x="1279" y="3552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6"/>
            <p:cNvSpPr/>
            <p:nvPr/>
          </p:nvSpPr>
          <p:spPr>
            <a:xfrm>
              <a:off x="3961000" y="1788925"/>
              <a:ext cx="43775" cy="105375"/>
            </a:xfrm>
            <a:custGeom>
              <a:avLst/>
              <a:gdLst/>
              <a:ahLst/>
              <a:cxnLst/>
              <a:rect l="l" t="t" r="r" b="b"/>
              <a:pathLst>
                <a:path w="1751" h="4215" extrusionOk="0">
                  <a:moveTo>
                    <a:pt x="1751" y="1"/>
                  </a:moveTo>
                  <a:lnTo>
                    <a:pt x="472" y="663"/>
                  </a:lnTo>
                  <a:lnTo>
                    <a:pt x="0" y="4214"/>
                  </a:lnTo>
                  <a:lnTo>
                    <a:pt x="1277" y="3552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6"/>
            <p:cNvSpPr/>
            <p:nvPr/>
          </p:nvSpPr>
          <p:spPr>
            <a:xfrm>
              <a:off x="3971025" y="1788925"/>
              <a:ext cx="33750" cy="75525"/>
            </a:xfrm>
            <a:custGeom>
              <a:avLst/>
              <a:gdLst/>
              <a:ahLst/>
              <a:cxnLst/>
              <a:rect l="l" t="t" r="r" b="b"/>
              <a:pathLst>
                <a:path w="1350" h="3021" extrusionOk="0">
                  <a:moveTo>
                    <a:pt x="1350" y="1"/>
                  </a:moveTo>
                  <a:lnTo>
                    <a:pt x="71" y="663"/>
                  </a:lnTo>
                  <a:lnTo>
                    <a:pt x="0" y="1196"/>
                  </a:lnTo>
                  <a:lnTo>
                    <a:pt x="947" y="3021"/>
                  </a:lnTo>
                  <a:lnTo>
                    <a:pt x="13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6"/>
            <p:cNvSpPr/>
            <p:nvPr/>
          </p:nvSpPr>
          <p:spPr>
            <a:xfrm>
              <a:off x="4053875" y="1713575"/>
              <a:ext cx="69700" cy="107550"/>
            </a:xfrm>
            <a:custGeom>
              <a:avLst/>
              <a:gdLst/>
              <a:ahLst/>
              <a:cxnLst/>
              <a:rect l="l" t="t" r="r" b="b"/>
              <a:pathLst>
                <a:path w="2788" h="4302" extrusionOk="0">
                  <a:moveTo>
                    <a:pt x="0" y="579"/>
                  </a:moveTo>
                  <a:lnTo>
                    <a:pt x="0" y="580"/>
                  </a:lnTo>
                  <a:lnTo>
                    <a:pt x="1" y="580"/>
                  </a:lnTo>
                  <a:lnTo>
                    <a:pt x="0" y="579"/>
                  </a:lnTo>
                  <a:close/>
                  <a:moveTo>
                    <a:pt x="1117" y="1"/>
                  </a:moveTo>
                  <a:lnTo>
                    <a:pt x="1" y="580"/>
                  </a:lnTo>
                  <a:lnTo>
                    <a:pt x="1930" y="4301"/>
                  </a:lnTo>
                  <a:cubicBezTo>
                    <a:pt x="2547" y="3982"/>
                    <a:pt x="2788" y="3222"/>
                    <a:pt x="2468" y="2605"/>
                  </a:cubicBezTo>
                  <a:lnTo>
                    <a:pt x="11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6"/>
            <p:cNvSpPr/>
            <p:nvPr/>
          </p:nvSpPr>
          <p:spPr>
            <a:xfrm>
              <a:off x="3028200" y="1978900"/>
              <a:ext cx="332225" cy="383625"/>
            </a:xfrm>
            <a:custGeom>
              <a:avLst/>
              <a:gdLst/>
              <a:ahLst/>
              <a:cxnLst/>
              <a:rect l="l" t="t" r="r" b="b"/>
              <a:pathLst>
                <a:path w="13289" h="15345" extrusionOk="0">
                  <a:moveTo>
                    <a:pt x="3165" y="1"/>
                  </a:moveTo>
                  <a:lnTo>
                    <a:pt x="2916" y="391"/>
                  </a:lnTo>
                  <a:cubicBezTo>
                    <a:pt x="0" y="4964"/>
                    <a:pt x="447" y="10911"/>
                    <a:pt x="4016" y="14996"/>
                  </a:cubicBezTo>
                  <a:lnTo>
                    <a:pt x="4320" y="15344"/>
                  </a:lnTo>
                  <a:lnTo>
                    <a:pt x="13289" y="10693"/>
                  </a:lnTo>
                  <a:lnTo>
                    <a:pt x="8715" y="1876"/>
                  </a:lnTo>
                  <a:lnTo>
                    <a:pt x="3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6"/>
            <p:cNvSpPr/>
            <p:nvPr/>
          </p:nvSpPr>
          <p:spPr>
            <a:xfrm>
              <a:off x="3028200" y="1978900"/>
              <a:ext cx="173275" cy="383625"/>
            </a:xfrm>
            <a:custGeom>
              <a:avLst/>
              <a:gdLst/>
              <a:ahLst/>
              <a:cxnLst/>
              <a:rect l="l" t="t" r="r" b="b"/>
              <a:pathLst>
                <a:path w="6931" h="15345" extrusionOk="0">
                  <a:moveTo>
                    <a:pt x="3165" y="1"/>
                  </a:moveTo>
                  <a:lnTo>
                    <a:pt x="2916" y="391"/>
                  </a:lnTo>
                  <a:cubicBezTo>
                    <a:pt x="0" y="4964"/>
                    <a:pt x="447" y="10911"/>
                    <a:pt x="4016" y="14996"/>
                  </a:cubicBezTo>
                  <a:lnTo>
                    <a:pt x="4320" y="15344"/>
                  </a:lnTo>
                  <a:lnTo>
                    <a:pt x="6931" y="13990"/>
                  </a:lnTo>
                  <a:cubicBezTo>
                    <a:pt x="4078" y="10204"/>
                    <a:pt x="3670" y="5103"/>
                    <a:pt x="5870" y="915"/>
                  </a:cubicBezTo>
                  <a:lnTo>
                    <a:pt x="31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6"/>
            <p:cNvSpPr/>
            <p:nvPr/>
          </p:nvSpPr>
          <p:spPr>
            <a:xfrm>
              <a:off x="3189650" y="2158375"/>
              <a:ext cx="97275" cy="92375"/>
            </a:xfrm>
            <a:custGeom>
              <a:avLst/>
              <a:gdLst/>
              <a:ahLst/>
              <a:cxnLst/>
              <a:rect l="l" t="t" r="r" b="b"/>
              <a:pathLst>
                <a:path w="3891" h="3695" extrusionOk="0">
                  <a:moveTo>
                    <a:pt x="1904" y="0"/>
                  </a:moveTo>
                  <a:cubicBezTo>
                    <a:pt x="1618" y="0"/>
                    <a:pt x="1328" y="67"/>
                    <a:pt x="1056" y="207"/>
                  </a:cubicBezTo>
                  <a:cubicBezTo>
                    <a:pt x="392" y="551"/>
                    <a:pt x="1" y="1260"/>
                    <a:pt x="64" y="2006"/>
                  </a:cubicBezTo>
                  <a:cubicBezTo>
                    <a:pt x="130" y="2750"/>
                    <a:pt x="635" y="3383"/>
                    <a:pt x="1347" y="3608"/>
                  </a:cubicBezTo>
                  <a:cubicBezTo>
                    <a:pt x="1531" y="3667"/>
                    <a:pt x="1720" y="3695"/>
                    <a:pt x="1906" y="3695"/>
                  </a:cubicBezTo>
                  <a:cubicBezTo>
                    <a:pt x="2442" y="3695"/>
                    <a:pt x="2962" y="3461"/>
                    <a:pt x="3319" y="3037"/>
                  </a:cubicBezTo>
                  <a:cubicBezTo>
                    <a:pt x="3800" y="2465"/>
                    <a:pt x="3890" y="1660"/>
                    <a:pt x="3546" y="996"/>
                  </a:cubicBezTo>
                  <a:cubicBezTo>
                    <a:pt x="3217" y="363"/>
                    <a:pt x="2572" y="0"/>
                    <a:pt x="19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6"/>
            <p:cNvSpPr/>
            <p:nvPr/>
          </p:nvSpPr>
          <p:spPr>
            <a:xfrm>
              <a:off x="3216000" y="2158350"/>
              <a:ext cx="74050" cy="87225"/>
            </a:xfrm>
            <a:custGeom>
              <a:avLst/>
              <a:gdLst/>
              <a:ahLst/>
              <a:cxnLst/>
              <a:rect l="l" t="t" r="r" b="b"/>
              <a:pathLst>
                <a:path w="2962" h="3489" extrusionOk="0">
                  <a:moveTo>
                    <a:pt x="850" y="0"/>
                  </a:moveTo>
                  <a:cubicBezTo>
                    <a:pt x="564" y="0"/>
                    <a:pt x="273" y="67"/>
                    <a:pt x="1" y="208"/>
                  </a:cubicBezTo>
                  <a:lnTo>
                    <a:pt x="1703" y="3489"/>
                  </a:lnTo>
                  <a:cubicBezTo>
                    <a:pt x="2609" y="3019"/>
                    <a:pt x="2962" y="1903"/>
                    <a:pt x="2492" y="997"/>
                  </a:cubicBezTo>
                  <a:cubicBezTo>
                    <a:pt x="2163" y="363"/>
                    <a:pt x="1518" y="0"/>
                    <a:pt x="8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6"/>
            <p:cNvSpPr/>
            <p:nvPr/>
          </p:nvSpPr>
          <p:spPr>
            <a:xfrm>
              <a:off x="3229075" y="2020050"/>
              <a:ext cx="343625" cy="308425"/>
            </a:xfrm>
            <a:custGeom>
              <a:avLst/>
              <a:gdLst/>
              <a:ahLst/>
              <a:cxnLst/>
              <a:rect l="l" t="t" r="r" b="b"/>
              <a:pathLst>
                <a:path w="13745" h="12337" extrusionOk="0">
                  <a:moveTo>
                    <a:pt x="1" y="0"/>
                  </a:moveTo>
                  <a:lnTo>
                    <a:pt x="4811" y="9276"/>
                  </a:lnTo>
                  <a:lnTo>
                    <a:pt x="6300" y="8504"/>
                  </a:lnTo>
                  <a:lnTo>
                    <a:pt x="7936" y="11658"/>
                  </a:lnTo>
                  <a:cubicBezTo>
                    <a:pt x="8159" y="12089"/>
                    <a:pt x="8598" y="12336"/>
                    <a:pt x="9052" y="12336"/>
                  </a:cubicBezTo>
                  <a:cubicBezTo>
                    <a:pt x="9247" y="12336"/>
                    <a:pt x="9445" y="12291"/>
                    <a:pt x="9631" y="12195"/>
                  </a:cubicBezTo>
                  <a:cubicBezTo>
                    <a:pt x="10247" y="11874"/>
                    <a:pt x="10488" y="11115"/>
                    <a:pt x="10169" y="10499"/>
                  </a:cubicBezTo>
                  <a:lnTo>
                    <a:pt x="8533" y="7346"/>
                  </a:lnTo>
                  <a:lnTo>
                    <a:pt x="13744" y="46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6"/>
            <p:cNvSpPr/>
            <p:nvPr/>
          </p:nvSpPr>
          <p:spPr>
            <a:xfrm>
              <a:off x="3290100" y="2046300"/>
              <a:ext cx="152175" cy="95600"/>
            </a:xfrm>
            <a:custGeom>
              <a:avLst/>
              <a:gdLst/>
              <a:ahLst/>
              <a:cxnLst/>
              <a:rect l="l" t="t" r="r" b="b"/>
              <a:pathLst>
                <a:path w="6087" h="3824" extrusionOk="0">
                  <a:moveTo>
                    <a:pt x="489" y="1"/>
                  </a:moveTo>
                  <a:lnTo>
                    <a:pt x="489" y="1"/>
                  </a:lnTo>
                  <a:cubicBezTo>
                    <a:pt x="0" y="1546"/>
                    <a:pt x="855" y="3195"/>
                    <a:pt x="2401" y="3686"/>
                  </a:cubicBezTo>
                  <a:cubicBezTo>
                    <a:pt x="2696" y="3779"/>
                    <a:pt x="2994" y="3823"/>
                    <a:pt x="3288" y="3823"/>
                  </a:cubicBezTo>
                  <a:cubicBezTo>
                    <a:pt x="4533" y="3823"/>
                    <a:pt x="5689" y="3025"/>
                    <a:pt x="6086" y="1775"/>
                  </a:cubicBez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46"/>
            <p:cNvSpPr/>
            <p:nvPr/>
          </p:nvSpPr>
          <p:spPr>
            <a:xfrm>
              <a:off x="3501175" y="2738200"/>
              <a:ext cx="350525" cy="311550"/>
            </a:xfrm>
            <a:custGeom>
              <a:avLst/>
              <a:gdLst/>
              <a:ahLst/>
              <a:cxnLst/>
              <a:rect l="l" t="t" r="r" b="b"/>
              <a:pathLst>
                <a:path w="14021" h="12462" extrusionOk="0">
                  <a:moveTo>
                    <a:pt x="7364" y="0"/>
                  </a:moveTo>
                  <a:cubicBezTo>
                    <a:pt x="6364" y="0"/>
                    <a:pt x="5349" y="233"/>
                    <a:pt x="4401" y="724"/>
                  </a:cubicBezTo>
                  <a:cubicBezTo>
                    <a:pt x="1239" y="2364"/>
                    <a:pt x="1" y="6271"/>
                    <a:pt x="1640" y="9433"/>
                  </a:cubicBezTo>
                  <a:cubicBezTo>
                    <a:pt x="2356" y="10815"/>
                    <a:pt x="3547" y="11890"/>
                    <a:pt x="4995" y="12461"/>
                  </a:cubicBezTo>
                  <a:lnTo>
                    <a:pt x="13653" y="7972"/>
                  </a:lnTo>
                  <a:cubicBezTo>
                    <a:pt x="14020" y="6460"/>
                    <a:pt x="13828" y="4866"/>
                    <a:pt x="13111" y="3485"/>
                  </a:cubicBezTo>
                  <a:cubicBezTo>
                    <a:pt x="11962" y="1271"/>
                    <a:pt x="9702" y="0"/>
                    <a:pt x="73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46"/>
            <p:cNvSpPr/>
            <p:nvPr/>
          </p:nvSpPr>
          <p:spPr>
            <a:xfrm>
              <a:off x="3611200" y="2738200"/>
              <a:ext cx="240500" cy="255400"/>
            </a:xfrm>
            <a:custGeom>
              <a:avLst/>
              <a:gdLst/>
              <a:ahLst/>
              <a:cxnLst/>
              <a:rect l="l" t="t" r="r" b="b"/>
              <a:pathLst>
                <a:path w="9620" h="10216" extrusionOk="0">
                  <a:moveTo>
                    <a:pt x="2963" y="0"/>
                  </a:moveTo>
                  <a:cubicBezTo>
                    <a:pt x="1963" y="0"/>
                    <a:pt x="948" y="233"/>
                    <a:pt x="0" y="724"/>
                  </a:cubicBezTo>
                  <a:lnTo>
                    <a:pt x="4924" y="10216"/>
                  </a:lnTo>
                  <a:lnTo>
                    <a:pt x="9252" y="7972"/>
                  </a:lnTo>
                  <a:cubicBezTo>
                    <a:pt x="9619" y="6460"/>
                    <a:pt x="9427" y="4866"/>
                    <a:pt x="8710" y="3485"/>
                  </a:cubicBezTo>
                  <a:cubicBezTo>
                    <a:pt x="7561" y="1271"/>
                    <a:pt x="5301" y="0"/>
                    <a:pt x="29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6"/>
            <p:cNvSpPr/>
            <p:nvPr/>
          </p:nvSpPr>
          <p:spPr>
            <a:xfrm>
              <a:off x="3568175" y="2796875"/>
              <a:ext cx="222800" cy="196925"/>
            </a:xfrm>
            <a:custGeom>
              <a:avLst/>
              <a:gdLst/>
              <a:ahLst/>
              <a:cxnLst/>
              <a:rect l="l" t="t" r="r" b="b"/>
              <a:pathLst>
                <a:path w="8912" h="7877" extrusionOk="0">
                  <a:moveTo>
                    <a:pt x="4688" y="1"/>
                  </a:moveTo>
                  <a:cubicBezTo>
                    <a:pt x="4051" y="1"/>
                    <a:pt x="3405" y="149"/>
                    <a:pt x="2802" y="461"/>
                  </a:cubicBezTo>
                  <a:cubicBezTo>
                    <a:pt x="789" y="1506"/>
                    <a:pt x="1" y="3992"/>
                    <a:pt x="1044" y="6005"/>
                  </a:cubicBezTo>
                  <a:cubicBezTo>
                    <a:pt x="1477" y="6840"/>
                    <a:pt x="2183" y="7500"/>
                    <a:pt x="3044" y="7876"/>
                  </a:cubicBezTo>
                  <a:lnTo>
                    <a:pt x="8723" y="4932"/>
                  </a:lnTo>
                  <a:cubicBezTo>
                    <a:pt x="8912" y="4010"/>
                    <a:pt x="8778" y="3053"/>
                    <a:pt x="8346" y="2219"/>
                  </a:cubicBezTo>
                  <a:cubicBezTo>
                    <a:pt x="7614" y="809"/>
                    <a:pt x="6176" y="1"/>
                    <a:pt x="46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6"/>
            <p:cNvSpPr/>
            <p:nvPr/>
          </p:nvSpPr>
          <p:spPr>
            <a:xfrm>
              <a:off x="3638200" y="2796875"/>
              <a:ext cx="152775" cy="160100"/>
            </a:xfrm>
            <a:custGeom>
              <a:avLst/>
              <a:gdLst/>
              <a:ahLst/>
              <a:cxnLst/>
              <a:rect l="l" t="t" r="r" b="b"/>
              <a:pathLst>
                <a:path w="6111" h="6404" extrusionOk="0">
                  <a:moveTo>
                    <a:pt x="1887" y="1"/>
                  </a:moveTo>
                  <a:cubicBezTo>
                    <a:pt x="1250" y="1"/>
                    <a:pt x="604" y="149"/>
                    <a:pt x="1" y="461"/>
                  </a:cubicBezTo>
                  <a:lnTo>
                    <a:pt x="3082" y="6404"/>
                  </a:lnTo>
                  <a:lnTo>
                    <a:pt x="5922" y="4932"/>
                  </a:lnTo>
                  <a:cubicBezTo>
                    <a:pt x="6111" y="4010"/>
                    <a:pt x="5977" y="3053"/>
                    <a:pt x="5545" y="2219"/>
                  </a:cubicBezTo>
                  <a:cubicBezTo>
                    <a:pt x="4813" y="809"/>
                    <a:pt x="3375" y="1"/>
                    <a:pt x="18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6"/>
            <p:cNvSpPr/>
            <p:nvPr/>
          </p:nvSpPr>
          <p:spPr>
            <a:xfrm>
              <a:off x="3701400" y="2629925"/>
              <a:ext cx="132350" cy="218350"/>
            </a:xfrm>
            <a:custGeom>
              <a:avLst/>
              <a:gdLst/>
              <a:ahLst/>
              <a:cxnLst/>
              <a:rect l="l" t="t" r="r" b="b"/>
              <a:pathLst>
                <a:path w="5294" h="8734" extrusionOk="0">
                  <a:moveTo>
                    <a:pt x="1047" y="1"/>
                  </a:moveTo>
                  <a:lnTo>
                    <a:pt x="0" y="543"/>
                  </a:lnTo>
                  <a:lnTo>
                    <a:pt x="4247" y="8733"/>
                  </a:lnTo>
                  <a:lnTo>
                    <a:pt x="5293" y="8190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6"/>
            <p:cNvSpPr/>
            <p:nvPr/>
          </p:nvSpPr>
          <p:spPr>
            <a:xfrm>
              <a:off x="3413050" y="2615250"/>
              <a:ext cx="339325" cy="195125"/>
            </a:xfrm>
            <a:custGeom>
              <a:avLst/>
              <a:gdLst/>
              <a:ahLst/>
              <a:cxnLst/>
              <a:rect l="l" t="t" r="r" b="b"/>
              <a:pathLst>
                <a:path w="13573" h="7805" extrusionOk="0">
                  <a:moveTo>
                    <a:pt x="13029" y="1"/>
                  </a:moveTo>
                  <a:lnTo>
                    <a:pt x="1" y="6757"/>
                  </a:lnTo>
                  <a:lnTo>
                    <a:pt x="544" y="7805"/>
                  </a:lnTo>
                  <a:lnTo>
                    <a:pt x="13572" y="1048"/>
                  </a:lnTo>
                  <a:lnTo>
                    <a:pt x="130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6"/>
            <p:cNvSpPr/>
            <p:nvPr/>
          </p:nvSpPr>
          <p:spPr>
            <a:xfrm>
              <a:off x="3388350" y="2612150"/>
              <a:ext cx="364075" cy="111825"/>
            </a:xfrm>
            <a:custGeom>
              <a:avLst/>
              <a:gdLst/>
              <a:ahLst/>
              <a:cxnLst/>
              <a:rect l="l" t="t" r="r" b="b"/>
              <a:pathLst>
                <a:path w="14563" h="4473" extrusionOk="0">
                  <a:moveTo>
                    <a:pt x="14295" y="1"/>
                  </a:moveTo>
                  <a:lnTo>
                    <a:pt x="1" y="3325"/>
                  </a:lnTo>
                  <a:lnTo>
                    <a:pt x="133" y="3898"/>
                  </a:lnTo>
                  <a:lnTo>
                    <a:pt x="267" y="4473"/>
                  </a:lnTo>
                  <a:lnTo>
                    <a:pt x="14563" y="1149"/>
                  </a:lnTo>
                  <a:lnTo>
                    <a:pt x="14429" y="575"/>
                  </a:lnTo>
                  <a:lnTo>
                    <a:pt x="142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6"/>
            <p:cNvSpPr/>
            <p:nvPr/>
          </p:nvSpPr>
          <p:spPr>
            <a:xfrm>
              <a:off x="3499100" y="2807875"/>
              <a:ext cx="419525" cy="281075"/>
            </a:xfrm>
            <a:custGeom>
              <a:avLst/>
              <a:gdLst/>
              <a:ahLst/>
              <a:cxnLst/>
              <a:rect l="l" t="t" r="r" b="b"/>
              <a:pathLst>
                <a:path w="16781" h="11243" extrusionOk="0">
                  <a:moveTo>
                    <a:pt x="15192" y="1"/>
                  </a:moveTo>
                  <a:lnTo>
                    <a:pt x="0" y="7878"/>
                  </a:lnTo>
                  <a:lnTo>
                    <a:pt x="55" y="7983"/>
                  </a:lnTo>
                  <a:cubicBezTo>
                    <a:pt x="1128" y="10054"/>
                    <a:pt x="3242" y="11242"/>
                    <a:pt x="5427" y="11242"/>
                  </a:cubicBezTo>
                  <a:cubicBezTo>
                    <a:pt x="6363" y="11242"/>
                    <a:pt x="7312" y="11024"/>
                    <a:pt x="8198" y="10565"/>
                  </a:cubicBezTo>
                  <a:lnTo>
                    <a:pt x="12665" y="8249"/>
                  </a:lnTo>
                  <a:cubicBezTo>
                    <a:pt x="15622" y="6716"/>
                    <a:pt x="16780" y="3063"/>
                    <a:pt x="15247" y="106"/>
                  </a:cubicBezTo>
                  <a:lnTo>
                    <a:pt x="151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6"/>
            <p:cNvSpPr/>
            <p:nvPr/>
          </p:nvSpPr>
          <p:spPr>
            <a:xfrm>
              <a:off x="3689025" y="2807875"/>
              <a:ext cx="229600" cy="235175"/>
            </a:xfrm>
            <a:custGeom>
              <a:avLst/>
              <a:gdLst/>
              <a:ahLst/>
              <a:cxnLst/>
              <a:rect l="l" t="t" r="r" b="b"/>
              <a:pathLst>
                <a:path w="9184" h="9407" extrusionOk="0">
                  <a:moveTo>
                    <a:pt x="0" y="3939"/>
                  </a:moveTo>
                  <a:lnTo>
                    <a:pt x="0" y="3940"/>
                  </a:lnTo>
                  <a:lnTo>
                    <a:pt x="1" y="3940"/>
                  </a:lnTo>
                  <a:lnTo>
                    <a:pt x="1" y="3940"/>
                  </a:lnTo>
                  <a:lnTo>
                    <a:pt x="0" y="3939"/>
                  </a:lnTo>
                  <a:close/>
                  <a:moveTo>
                    <a:pt x="7595" y="1"/>
                  </a:moveTo>
                  <a:lnTo>
                    <a:pt x="1" y="3940"/>
                  </a:lnTo>
                  <a:lnTo>
                    <a:pt x="1" y="3940"/>
                  </a:lnTo>
                  <a:lnTo>
                    <a:pt x="2835" y="9407"/>
                  </a:lnTo>
                  <a:lnTo>
                    <a:pt x="5068" y="8249"/>
                  </a:lnTo>
                  <a:cubicBezTo>
                    <a:pt x="8025" y="6716"/>
                    <a:pt x="9183" y="3063"/>
                    <a:pt x="7650" y="106"/>
                  </a:cubicBezTo>
                  <a:lnTo>
                    <a:pt x="75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6"/>
            <p:cNvSpPr/>
            <p:nvPr/>
          </p:nvSpPr>
          <p:spPr>
            <a:xfrm>
              <a:off x="3460225" y="2780100"/>
              <a:ext cx="460275" cy="257850"/>
            </a:xfrm>
            <a:custGeom>
              <a:avLst/>
              <a:gdLst/>
              <a:ahLst/>
              <a:cxnLst/>
              <a:rect l="l" t="t" r="r" b="b"/>
              <a:pathLst>
                <a:path w="18411" h="10314" extrusionOk="0">
                  <a:moveTo>
                    <a:pt x="17868" y="0"/>
                  </a:moveTo>
                  <a:lnTo>
                    <a:pt x="0" y="9265"/>
                  </a:lnTo>
                  <a:lnTo>
                    <a:pt x="544" y="10313"/>
                  </a:lnTo>
                  <a:lnTo>
                    <a:pt x="18411" y="1047"/>
                  </a:lnTo>
                  <a:lnTo>
                    <a:pt x="178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6"/>
            <p:cNvSpPr/>
            <p:nvPr/>
          </p:nvSpPr>
          <p:spPr>
            <a:xfrm>
              <a:off x="3683550" y="2780100"/>
              <a:ext cx="236950" cy="142000"/>
            </a:xfrm>
            <a:custGeom>
              <a:avLst/>
              <a:gdLst/>
              <a:ahLst/>
              <a:cxnLst/>
              <a:rect l="l" t="t" r="r" b="b"/>
              <a:pathLst>
                <a:path w="9478" h="5680" extrusionOk="0">
                  <a:moveTo>
                    <a:pt x="8935" y="0"/>
                  </a:moveTo>
                  <a:lnTo>
                    <a:pt x="1" y="4633"/>
                  </a:lnTo>
                  <a:lnTo>
                    <a:pt x="544" y="5680"/>
                  </a:lnTo>
                  <a:lnTo>
                    <a:pt x="9478" y="1047"/>
                  </a:lnTo>
                  <a:lnTo>
                    <a:pt x="89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3551025" y="3240350"/>
              <a:ext cx="307700" cy="307725"/>
            </a:xfrm>
            <a:custGeom>
              <a:avLst/>
              <a:gdLst/>
              <a:ahLst/>
              <a:cxnLst/>
              <a:rect l="l" t="t" r="r" b="b"/>
              <a:pathLst>
                <a:path w="12308" h="12309" extrusionOk="0">
                  <a:moveTo>
                    <a:pt x="6154" y="1"/>
                  </a:moveTo>
                  <a:cubicBezTo>
                    <a:pt x="4521" y="1"/>
                    <a:pt x="2957" y="649"/>
                    <a:pt x="1802" y="1803"/>
                  </a:cubicBezTo>
                  <a:cubicBezTo>
                    <a:pt x="648" y="2957"/>
                    <a:pt x="0" y="4523"/>
                    <a:pt x="0" y="6154"/>
                  </a:cubicBezTo>
                  <a:cubicBezTo>
                    <a:pt x="0" y="7787"/>
                    <a:pt x="648" y="9353"/>
                    <a:pt x="1802" y="10505"/>
                  </a:cubicBezTo>
                  <a:cubicBezTo>
                    <a:pt x="2957" y="11659"/>
                    <a:pt x="4521" y="12309"/>
                    <a:pt x="6154" y="12309"/>
                  </a:cubicBezTo>
                  <a:cubicBezTo>
                    <a:pt x="7786" y="12309"/>
                    <a:pt x="9351" y="11659"/>
                    <a:pt x="10505" y="10505"/>
                  </a:cubicBezTo>
                  <a:cubicBezTo>
                    <a:pt x="11659" y="9353"/>
                    <a:pt x="12307" y="7787"/>
                    <a:pt x="12307" y="6154"/>
                  </a:cubicBezTo>
                  <a:cubicBezTo>
                    <a:pt x="12307" y="4523"/>
                    <a:pt x="11659" y="2957"/>
                    <a:pt x="10505" y="1803"/>
                  </a:cubicBezTo>
                  <a:cubicBezTo>
                    <a:pt x="9351" y="649"/>
                    <a:pt x="7786" y="1"/>
                    <a:pt x="6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877800" y="3059100"/>
              <a:ext cx="351400" cy="307800"/>
            </a:xfrm>
            <a:custGeom>
              <a:avLst/>
              <a:gdLst/>
              <a:ahLst/>
              <a:cxnLst/>
              <a:rect l="l" t="t" r="r" b="b"/>
              <a:pathLst>
                <a:path w="14056" h="12312" extrusionOk="0">
                  <a:moveTo>
                    <a:pt x="7023" y="1"/>
                  </a:moveTo>
                  <a:cubicBezTo>
                    <a:pt x="6067" y="1"/>
                    <a:pt x="5097" y="225"/>
                    <a:pt x="4190" y="696"/>
                  </a:cubicBezTo>
                  <a:cubicBezTo>
                    <a:pt x="1174" y="2264"/>
                    <a:pt x="1" y="5979"/>
                    <a:pt x="1568" y="8994"/>
                  </a:cubicBezTo>
                  <a:cubicBezTo>
                    <a:pt x="2664" y="11103"/>
                    <a:pt x="4811" y="12311"/>
                    <a:pt x="7034" y="12311"/>
                  </a:cubicBezTo>
                  <a:cubicBezTo>
                    <a:pt x="7990" y="12311"/>
                    <a:pt x="8959" y="12088"/>
                    <a:pt x="9866" y="11616"/>
                  </a:cubicBezTo>
                  <a:cubicBezTo>
                    <a:pt x="12882" y="10049"/>
                    <a:pt x="14056" y="6333"/>
                    <a:pt x="12488" y="3318"/>
                  </a:cubicBezTo>
                  <a:cubicBezTo>
                    <a:pt x="11393" y="1209"/>
                    <a:pt x="9246" y="1"/>
                    <a:pt x="70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4248275" y="2877900"/>
              <a:ext cx="307725" cy="307725"/>
            </a:xfrm>
            <a:custGeom>
              <a:avLst/>
              <a:gdLst/>
              <a:ahLst/>
              <a:cxnLst/>
              <a:rect l="l" t="t" r="r" b="b"/>
              <a:pathLst>
                <a:path w="12309" h="12309" extrusionOk="0">
                  <a:moveTo>
                    <a:pt x="6155" y="1"/>
                  </a:moveTo>
                  <a:cubicBezTo>
                    <a:pt x="4523" y="1"/>
                    <a:pt x="2957" y="650"/>
                    <a:pt x="1803" y="1804"/>
                  </a:cubicBezTo>
                  <a:cubicBezTo>
                    <a:pt x="649" y="2958"/>
                    <a:pt x="0" y="4523"/>
                    <a:pt x="0" y="6155"/>
                  </a:cubicBezTo>
                  <a:cubicBezTo>
                    <a:pt x="0" y="7786"/>
                    <a:pt x="649" y="9353"/>
                    <a:pt x="1803" y="10507"/>
                  </a:cubicBezTo>
                  <a:cubicBezTo>
                    <a:pt x="2957" y="11661"/>
                    <a:pt x="4523" y="12309"/>
                    <a:pt x="6155" y="12309"/>
                  </a:cubicBezTo>
                  <a:cubicBezTo>
                    <a:pt x="7786" y="12309"/>
                    <a:pt x="9352" y="11661"/>
                    <a:pt x="10506" y="10507"/>
                  </a:cubicBezTo>
                  <a:cubicBezTo>
                    <a:pt x="11660" y="9353"/>
                    <a:pt x="12308" y="7786"/>
                    <a:pt x="12308" y="6155"/>
                  </a:cubicBezTo>
                  <a:cubicBezTo>
                    <a:pt x="12308" y="4523"/>
                    <a:pt x="11660" y="2958"/>
                    <a:pt x="10506" y="1804"/>
                  </a:cubicBezTo>
                  <a:cubicBezTo>
                    <a:pt x="9352" y="650"/>
                    <a:pt x="7786" y="1"/>
                    <a:pt x="6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4575075" y="2696675"/>
              <a:ext cx="351425" cy="307775"/>
            </a:xfrm>
            <a:custGeom>
              <a:avLst/>
              <a:gdLst/>
              <a:ahLst/>
              <a:cxnLst/>
              <a:rect l="l" t="t" r="r" b="b"/>
              <a:pathLst>
                <a:path w="14057" h="12311" extrusionOk="0">
                  <a:moveTo>
                    <a:pt x="7023" y="0"/>
                  </a:moveTo>
                  <a:cubicBezTo>
                    <a:pt x="6067" y="0"/>
                    <a:pt x="5097" y="224"/>
                    <a:pt x="4190" y="695"/>
                  </a:cubicBezTo>
                  <a:cubicBezTo>
                    <a:pt x="1175" y="2262"/>
                    <a:pt x="0" y="5978"/>
                    <a:pt x="1567" y="8993"/>
                  </a:cubicBezTo>
                  <a:cubicBezTo>
                    <a:pt x="2663" y="11102"/>
                    <a:pt x="4810" y="12310"/>
                    <a:pt x="7033" y="12310"/>
                  </a:cubicBezTo>
                  <a:cubicBezTo>
                    <a:pt x="7989" y="12310"/>
                    <a:pt x="8959" y="12087"/>
                    <a:pt x="9866" y="11615"/>
                  </a:cubicBezTo>
                  <a:cubicBezTo>
                    <a:pt x="12882" y="10048"/>
                    <a:pt x="14056" y="6332"/>
                    <a:pt x="12488" y="3317"/>
                  </a:cubicBezTo>
                  <a:cubicBezTo>
                    <a:pt x="11392" y="1208"/>
                    <a:pt x="9246" y="0"/>
                    <a:pt x="70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728825" y="1553175"/>
              <a:ext cx="2939575" cy="3923400"/>
            </a:xfrm>
            <a:custGeom>
              <a:avLst/>
              <a:gdLst/>
              <a:ahLst/>
              <a:cxnLst/>
              <a:rect l="l" t="t" r="r" b="b"/>
              <a:pathLst>
                <a:path w="117583" h="156936" extrusionOk="0">
                  <a:moveTo>
                    <a:pt x="29283" y="1"/>
                  </a:moveTo>
                  <a:lnTo>
                    <a:pt x="49955" y="39769"/>
                  </a:lnTo>
                  <a:lnTo>
                    <a:pt x="50300" y="45191"/>
                  </a:lnTo>
                  <a:cubicBezTo>
                    <a:pt x="50548" y="49116"/>
                    <a:pt x="49623" y="53026"/>
                    <a:pt x="47639" y="56422"/>
                  </a:cubicBezTo>
                  <a:cubicBezTo>
                    <a:pt x="45896" y="59406"/>
                    <a:pt x="42737" y="61123"/>
                    <a:pt x="39451" y="61123"/>
                  </a:cubicBezTo>
                  <a:cubicBezTo>
                    <a:pt x="38294" y="61123"/>
                    <a:pt x="37121" y="60910"/>
                    <a:pt x="35988" y="60465"/>
                  </a:cubicBezTo>
                  <a:lnTo>
                    <a:pt x="33530" y="59500"/>
                  </a:lnTo>
                  <a:cubicBezTo>
                    <a:pt x="30457" y="58293"/>
                    <a:pt x="27888" y="56074"/>
                    <a:pt x="26248" y="53209"/>
                  </a:cubicBezTo>
                  <a:lnTo>
                    <a:pt x="26108" y="52963"/>
                  </a:lnTo>
                  <a:cubicBezTo>
                    <a:pt x="24768" y="50625"/>
                    <a:pt x="22803" y="48705"/>
                    <a:pt x="20434" y="47421"/>
                  </a:cubicBezTo>
                  <a:cubicBezTo>
                    <a:pt x="17335" y="45742"/>
                    <a:pt x="13921" y="44904"/>
                    <a:pt x="10509" y="44904"/>
                  </a:cubicBezTo>
                  <a:cubicBezTo>
                    <a:pt x="6875" y="44904"/>
                    <a:pt x="3243" y="45855"/>
                    <a:pt x="1" y="47750"/>
                  </a:cubicBezTo>
                  <a:lnTo>
                    <a:pt x="27487" y="71780"/>
                  </a:lnTo>
                  <a:lnTo>
                    <a:pt x="39212" y="89578"/>
                  </a:lnTo>
                  <a:cubicBezTo>
                    <a:pt x="42619" y="94749"/>
                    <a:pt x="47346" y="98916"/>
                    <a:pt x="52905" y="101646"/>
                  </a:cubicBezTo>
                  <a:lnTo>
                    <a:pt x="69094" y="109597"/>
                  </a:lnTo>
                  <a:lnTo>
                    <a:pt x="81269" y="156936"/>
                  </a:lnTo>
                  <a:lnTo>
                    <a:pt x="117582" y="138060"/>
                  </a:lnTo>
                  <a:lnTo>
                    <a:pt x="96516" y="83303"/>
                  </a:lnTo>
                  <a:lnTo>
                    <a:pt x="63838" y="42200"/>
                  </a:lnTo>
                  <a:lnTo>
                    <a:pt x="41607" y="4943"/>
                  </a:lnTo>
                  <a:lnTo>
                    <a:pt x="292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6"/>
            <p:cNvSpPr/>
            <p:nvPr/>
          </p:nvSpPr>
          <p:spPr>
            <a:xfrm>
              <a:off x="2262950" y="3080400"/>
              <a:ext cx="577900" cy="577900"/>
            </a:xfrm>
            <a:custGeom>
              <a:avLst/>
              <a:gdLst/>
              <a:ahLst/>
              <a:cxnLst/>
              <a:rect l="l" t="t" r="r" b="b"/>
              <a:pathLst>
                <a:path w="23116" h="23116" extrusionOk="0">
                  <a:moveTo>
                    <a:pt x="2656" y="1"/>
                  </a:moveTo>
                  <a:cubicBezTo>
                    <a:pt x="1184" y="1"/>
                    <a:pt x="0" y="1185"/>
                    <a:pt x="0" y="2657"/>
                  </a:cubicBezTo>
                  <a:lnTo>
                    <a:pt x="0" y="20460"/>
                  </a:lnTo>
                  <a:cubicBezTo>
                    <a:pt x="0" y="21930"/>
                    <a:pt x="1184" y="23116"/>
                    <a:pt x="2656" y="23116"/>
                  </a:cubicBezTo>
                  <a:lnTo>
                    <a:pt x="20459" y="23116"/>
                  </a:lnTo>
                  <a:cubicBezTo>
                    <a:pt x="21930" y="23116"/>
                    <a:pt x="23115" y="21930"/>
                    <a:pt x="23115" y="20460"/>
                  </a:cubicBezTo>
                  <a:lnTo>
                    <a:pt x="23115" y="2657"/>
                  </a:lnTo>
                  <a:cubicBezTo>
                    <a:pt x="23115" y="1185"/>
                    <a:pt x="21930" y="1"/>
                    <a:pt x="204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6"/>
            <p:cNvSpPr/>
            <p:nvPr/>
          </p:nvSpPr>
          <p:spPr>
            <a:xfrm>
              <a:off x="2383650" y="3201125"/>
              <a:ext cx="336475" cy="336475"/>
            </a:xfrm>
            <a:custGeom>
              <a:avLst/>
              <a:gdLst/>
              <a:ahLst/>
              <a:cxnLst/>
              <a:rect l="l" t="t" r="r" b="b"/>
              <a:pathLst>
                <a:path w="13459" h="13459" extrusionOk="0">
                  <a:moveTo>
                    <a:pt x="6730" y="0"/>
                  </a:moveTo>
                  <a:cubicBezTo>
                    <a:pt x="4944" y="0"/>
                    <a:pt x="3232" y="708"/>
                    <a:pt x="1971" y="1971"/>
                  </a:cubicBezTo>
                  <a:cubicBezTo>
                    <a:pt x="709" y="3232"/>
                    <a:pt x="0" y="4944"/>
                    <a:pt x="0" y="6729"/>
                  </a:cubicBezTo>
                  <a:cubicBezTo>
                    <a:pt x="0" y="8513"/>
                    <a:pt x="709" y="10225"/>
                    <a:pt x="1971" y="11488"/>
                  </a:cubicBezTo>
                  <a:cubicBezTo>
                    <a:pt x="3232" y="12749"/>
                    <a:pt x="4944" y="13459"/>
                    <a:pt x="6730" y="13459"/>
                  </a:cubicBezTo>
                  <a:cubicBezTo>
                    <a:pt x="8514" y="13459"/>
                    <a:pt x="10226" y="12749"/>
                    <a:pt x="11488" y="11488"/>
                  </a:cubicBezTo>
                  <a:cubicBezTo>
                    <a:pt x="12749" y="10225"/>
                    <a:pt x="13459" y="8513"/>
                    <a:pt x="13459" y="6729"/>
                  </a:cubicBezTo>
                  <a:cubicBezTo>
                    <a:pt x="13459" y="4944"/>
                    <a:pt x="12749" y="3232"/>
                    <a:pt x="11488" y="1971"/>
                  </a:cubicBezTo>
                  <a:cubicBezTo>
                    <a:pt x="10226" y="708"/>
                    <a:pt x="8514" y="0"/>
                    <a:pt x="67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6"/>
            <p:cNvSpPr/>
            <p:nvPr/>
          </p:nvSpPr>
          <p:spPr>
            <a:xfrm>
              <a:off x="5147150" y="1406650"/>
              <a:ext cx="577900" cy="577900"/>
            </a:xfrm>
            <a:custGeom>
              <a:avLst/>
              <a:gdLst/>
              <a:ahLst/>
              <a:cxnLst/>
              <a:rect l="l" t="t" r="r" b="b"/>
              <a:pathLst>
                <a:path w="23116" h="23116" extrusionOk="0">
                  <a:moveTo>
                    <a:pt x="2657" y="1"/>
                  </a:moveTo>
                  <a:cubicBezTo>
                    <a:pt x="1185" y="1"/>
                    <a:pt x="1" y="1185"/>
                    <a:pt x="1" y="2657"/>
                  </a:cubicBezTo>
                  <a:lnTo>
                    <a:pt x="1" y="20460"/>
                  </a:lnTo>
                  <a:cubicBezTo>
                    <a:pt x="1" y="21930"/>
                    <a:pt x="1185" y="23116"/>
                    <a:pt x="2657" y="23116"/>
                  </a:cubicBezTo>
                  <a:lnTo>
                    <a:pt x="20459" y="23116"/>
                  </a:lnTo>
                  <a:cubicBezTo>
                    <a:pt x="21930" y="23116"/>
                    <a:pt x="23116" y="21930"/>
                    <a:pt x="23116" y="20460"/>
                  </a:cubicBezTo>
                  <a:lnTo>
                    <a:pt x="23116" y="2657"/>
                  </a:lnTo>
                  <a:cubicBezTo>
                    <a:pt x="23116" y="1185"/>
                    <a:pt x="21930" y="1"/>
                    <a:pt x="204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6"/>
            <p:cNvSpPr/>
            <p:nvPr/>
          </p:nvSpPr>
          <p:spPr>
            <a:xfrm>
              <a:off x="5267875" y="1527375"/>
              <a:ext cx="336475" cy="336475"/>
            </a:xfrm>
            <a:custGeom>
              <a:avLst/>
              <a:gdLst/>
              <a:ahLst/>
              <a:cxnLst/>
              <a:rect l="l" t="t" r="r" b="b"/>
              <a:pathLst>
                <a:path w="13459" h="13459" extrusionOk="0">
                  <a:moveTo>
                    <a:pt x="6729" y="0"/>
                  </a:moveTo>
                  <a:cubicBezTo>
                    <a:pt x="4944" y="0"/>
                    <a:pt x="3232" y="708"/>
                    <a:pt x="1971" y="1971"/>
                  </a:cubicBezTo>
                  <a:cubicBezTo>
                    <a:pt x="708" y="3232"/>
                    <a:pt x="0" y="4944"/>
                    <a:pt x="0" y="6729"/>
                  </a:cubicBezTo>
                  <a:cubicBezTo>
                    <a:pt x="0" y="8513"/>
                    <a:pt x="708" y="10225"/>
                    <a:pt x="1971" y="11487"/>
                  </a:cubicBezTo>
                  <a:cubicBezTo>
                    <a:pt x="3232" y="12749"/>
                    <a:pt x="4944" y="13459"/>
                    <a:pt x="6729" y="13459"/>
                  </a:cubicBezTo>
                  <a:cubicBezTo>
                    <a:pt x="8513" y="13459"/>
                    <a:pt x="10225" y="12749"/>
                    <a:pt x="11488" y="11487"/>
                  </a:cubicBezTo>
                  <a:cubicBezTo>
                    <a:pt x="12749" y="10225"/>
                    <a:pt x="13458" y="8513"/>
                    <a:pt x="13458" y="6729"/>
                  </a:cubicBezTo>
                  <a:cubicBezTo>
                    <a:pt x="13458" y="4944"/>
                    <a:pt x="12749" y="3232"/>
                    <a:pt x="11488" y="1971"/>
                  </a:cubicBezTo>
                  <a:cubicBezTo>
                    <a:pt x="10225" y="708"/>
                    <a:pt x="8513" y="0"/>
                    <a:pt x="67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6"/>
            <p:cNvSpPr/>
            <p:nvPr/>
          </p:nvSpPr>
          <p:spPr>
            <a:xfrm>
              <a:off x="4206600" y="642725"/>
              <a:ext cx="780600" cy="286200"/>
            </a:xfrm>
            <a:custGeom>
              <a:avLst/>
              <a:gdLst/>
              <a:ahLst/>
              <a:cxnLst/>
              <a:rect l="l" t="t" r="r" b="b"/>
              <a:pathLst>
                <a:path w="31224" h="11448" extrusionOk="0">
                  <a:moveTo>
                    <a:pt x="0" y="1"/>
                  </a:moveTo>
                  <a:lnTo>
                    <a:pt x="12913" y="10244"/>
                  </a:lnTo>
                  <a:lnTo>
                    <a:pt x="13507" y="10715"/>
                  </a:lnTo>
                  <a:cubicBezTo>
                    <a:pt x="14124" y="11203"/>
                    <a:pt x="14868" y="11448"/>
                    <a:pt x="15612" y="11448"/>
                  </a:cubicBezTo>
                  <a:cubicBezTo>
                    <a:pt x="16356" y="11448"/>
                    <a:pt x="17100" y="11203"/>
                    <a:pt x="17717" y="10715"/>
                  </a:cubicBezTo>
                  <a:lnTo>
                    <a:pt x="18311" y="10244"/>
                  </a:lnTo>
                  <a:lnTo>
                    <a:pt x="31224" y="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6"/>
            <p:cNvSpPr/>
            <p:nvPr/>
          </p:nvSpPr>
          <p:spPr>
            <a:xfrm>
              <a:off x="4206600" y="642725"/>
              <a:ext cx="322825" cy="512125"/>
            </a:xfrm>
            <a:custGeom>
              <a:avLst/>
              <a:gdLst/>
              <a:ahLst/>
              <a:cxnLst/>
              <a:rect l="l" t="t" r="r" b="b"/>
              <a:pathLst>
                <a:path w="12913" h="20485" extrusionOk="0">
                  <a:moveTo>
                    <a:pt x="0" y="1"/>
                  </a:moveTo>
                  <a:lnTo>
                    <a:pt x="0" y="20485"/>
                  </a:lnTo>
                  <a:lnTo>
                    <a:pt x="12913" y="102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6"/>
            <p:cNvSpPr/>
            <p:nvPr/>
          </p:nvSpPr>
          <p:spPr>
            <a:xfrm>
              <a:off x="4206600" y="898800"/>
              <a:ext cx="780600" cy="256050"/>
            </a:xfrm>
            <a:custGeom>
              <a:avLst/>
              <a:gdLst/>
              <a:ahLst/>
              <a:cxnLst/>
              <a:rect l="l" t="t" r="r" b="b"/>
              <a:pathLst>
                <a:path w="31224" h="10242" extrusionOk="0">
                  <a:moveTo>
                    <a:pt x="12913" y="1"/>
                  </a:moveTo>
                  <a:lnTo>
                    <a:pt x="0" y="10242"/>
                  </a:lnTo>
                  <a:lnTo>
                    <a:pt x="31224" y="10242"/>
                  </a:lnTo>
                  <a:lnTo>
                    <a:pt x="18311" y="1"/>
                  </a:lnTo>
                  <a:lnTo>
                    <a:pt x="17717" y="471"/>
                  </a:lnTo>
                  <a:cubicBezTo>
                    <a:pt x="17100" y="960"/>
                    <a:pt x="16356" y="1204"/>
                    <a:pt x="15612" y="1204"/>
                  </a:cubicBezTo>
                  <a:cubicBezTo>
                    <a:pt x="14868" y="1204"/>
                    <a:pt x="14124" y="960"/>
                    <a:pt x="13507" y="471"/>
                  </a:cubicBezTo>
                  <a:lnTo>
                    <a:pt x="129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6"/>
            <p:cNvSpPr/>
            <p:nvPr/>
          </p:nvSpPr>
          <p:spPr>
            <a:xfrm>
              <a:off x="4664350" y="642725"/>
              <a:ext cx="322850" cy="512125"/>
            </a:xfrm>
            <a:custGeom>
              <a:avLst/>
              <a:gdLst/>
              <a:ahLst/>
              <a:cxnLst/>
              <a:rect l="l" t="t" r="r" b="b"/>
              <a:pathLst>
                <a:path w="12914" h="20485" extrusionOk="0">
                  <a:moveTo>
                    <a:pt x="12914" y="1"/>
                  </a:moveTo>
                  <a:lnTo>
                    <a:pt x="1" y="10243"/>
                  </a:lnTo>
                  <a:lnTo>
                    <a:pt x="12914" y="20485"/>
                  </a:lnTo>
                  <a:lnTo>
                    <a:pt x="129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6"/>
            <p:cNvSpPr/>
            <p:nvPr/>
          </p:nvSpPr>
          <p:spPr>
            <a:xfrm>
              <a:off x="1763725" y="1903150"/>
              <a:ext cx="575550" cy="752650"/>
            </a:xfrm>
            <a:custGeom>
              <a:avLst/>
              <a:gdLst/>
              <a:ahLst/>
              <a:cxnLst/>
              <a:rect l="l" t="t" r="r" b="b"/>
              <a:pathLst>
                <a:path w="23022" h="30106" extrusionOk="0">
                  <a:moveTo>
                    <a:pt x="1" y="1"/>
                  </a:moveTo>
                  <a:lnTo>
                    <a:pt x="1" y="30105"/>
                  </a:lnTo>
                  <a:lnTo>
                    <a:pt x="23022" y="30105"/>
                  </a:lnTo>
                  <a:lnTo>
                    <a:pt x="23022" y="4834"/>
                  </a:lnTo>
                  <a:lnTo>
                    <a:pt x="181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6"/>
            <p:cNvSpPr/>
            <p:nvPr/>
          </p:nvSpPr>
          <p:spPr>
            <a:xfrm>
              <a:off x="1713850" y="1853250"/>
              <a:ext cx="575550" cy="752675"/>
            </a:xfrm>
            <a:custGeom>
              <a:avLst/>
              <a:gdLst/>
              <a:ahLst/>
              <a:cxnLst/>
              <a:rect l="l" t="t" r="r" b="b"/>
              <a:pathLst>
                <a:path w="23022" h="30107" extrusionOk="0">
                  <a:moveTo>
                    <a:pt x="1" y="1"/>
                  </a:moveTo>
                  <a:lnTo>
                    <a:pt x="1" y="30106"/>
                  </a:lnTo>
                  <a:lnTo>
                    <a:pt x="23022" y="30106"/>
                  </a:lnTo>
                  <a:lnTo>
                    <a:pt x="23022" y="4835"/>
                  </a:lnTo>
                  <a:lnTo>
                    <a:pt x="18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6"/>
            <p:cNvSpPr/>
            <p:nvPr/>
          </p:nvSpPr>
          <p:spPr>
            <a:xfrm>
              <a:off x="2168525" y="1853250"/>
              <a:ext cx="120875" cy="120900"/>
            </a:xfrm>
            <a:custGeom>
              <a:avLst/>
              <a:gdLst/>
              <a:ahLst/>
              <a:cxnLst/>
              <a:rect l="l" t="t" r="r" b="b"/>
              <a:pathLst>
                <a:path w="4835" h="4836" extrusionOk="0">
                  <a:moveTo>
                    <a:pt x="1" y="1"/>
                  </a:moveTo>
                  <a:lnTo>
                    <a:pt x="1" y="4835"/>
                  </a:lnTo>
                  <a:lnTo>
                    <a:pt x="4835" y="48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6"/>
            <p:cNvSpPr/>
            <p:nvPr/>
          </p:nvSpPr>
          <p:spPr>
            <a:xfrm>
              <a:off x="1763725" y="1900425"/>
              <a:ext cx="244900" cy="26575"/>
            </a:xfrm>
            <a:custGeom>
              <a:avLst/>
              <a:gdLst/>
              <a:ahLst/>
              <a:cxnLst/>
              <a:rect l="l" t="t" r="r" b="b"/>
              <a:pathLst>
                <a:path w="9796" h="1063" extrusionOk="0">
                  <a:moveTo>
                    <a:pt x="1" y="0"/>
                  </a:moveTo>
                  <a:lnTo>
                    <a:pt x="1" y="1063"/>
                  </a:lnTo>
                  <a:lnTo>
                    <a:pt x="9796" y="1063"/>
                  </a:lnTo>
                  <a:lnTo>
                    <a:pt x="97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6"/>
            <p:cNvSpPr/>
            <p:nvPr/>
          </p:nvSpPr>
          <p:spPr>
            <a:xfrm>
              <a:off x="1763725" y="1955375"/>
              <a:ext cx="156600" cy="26600"/>
            </a:xfrm>
            <a:custGeom>
              <a:avLst/>
              <a:gdLst/>
              <a:ahLst/>
              <a:cxnLst/>
              <a:rect l="l" t="t" r="r" b="b"/>
              <a:pathLst>
                <a:path w="6264" h="1064" extrusionOk="0">
                  <a:moveTo>
                    <a:pt x="1" y="1"/>
                  </a:moveTo>
                  <a:lnTo>
                    <a:pt x="1" y="1063"/>
                  </a:lnTo>
                  <a:lnTo>
                    <a:pt x="6264" y="1063"/>
                  </a:lnTo>
                  <a:lnTo>
                    <a:pt x="62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6"/>
            <p:cNvSpPr/>
            <p:nvPr/>
          </p:nvSpPr>
          <p:spPr>
            <a:xfrm>
              <a:off x="1763725" y="2052775"/>
              <a:ext cx="475775" cy="26600"/>
            </a:xfrm>
            <a:custGeom>
              <a:avLst/>
              <a:gdLst/>
              <a:ahLst/>
              <a:cxnLst/>
              <a:rect l="l" t="t" r="r" b="b"/>
              <a:pathLst>
                <a:path w="19031" h="1064" extrusionOk="0">
                  <a:moveTo>
                    <a:pt x="1" y="1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6"/>
            <p:cNvSpPr/>
            <p:nvPr/>
          </p:nvSpPr>
          <p:spPr>
            <a:xfrm>
              <a:off x="1763725" y="2128050"/>
              <a:ext cx="475775" cy="26575"/>
            </a:xfrm>
            <a:custGeom>
              <a:avLst/>
              <a:gdLst/>
              <a:ahLst/>
              <a:cxnLst/>
              <a:rect l="l" t="t" r="r" b="b"/>
              <a:pathLst>
                <a:path w="19031" h="1063" extrusionOk="0">
                  <a:moveTo>
                    <a:pt x="1" y="0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6"/>
            <p:cNvSpPr/>
            <p:nvPr/>
          </p:nvSpPr>
          <p:spPr>
            <a:xfrm>
              <a:off x="1763725" y="2203300"/>
              <a:ext cx="475775" cy="26575"/>
            </a:xfrm>
            <a:custGeom>
              <a:avLst/>
              <a:gdLst/>
              <a:ahLst/>
              <a:cxnLst/>
              <a:rect l="l" t="t" r="r" b="b"/>
              <a:pathLst>
                <a:path w="19031" h="1063" extrusionOk="0">
                  <a:moveTo>
                    <a:pt x="1" y="0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6"/>
            <p:cNvSpPr/>
            <p:nvPr/>
          </p:nvSpPr>
          <p:spPr>
            <a:xfrm>
              <a:off x="1763725" y="2278550"/>
              <a:ext cx="475775" cy="26600"/>
            </a:xfrm>
            <a:custGeom>
              <a:avLst/>
              <a:gdLst/>
              <a:ahLst/>
              <a:cxnLst/>
              <a:rect l="l" t="t" r="r" b="b"/>
              <a:pathLst>
                <a:path w="19031" h="1064" extrusionOk="0">
                  <a:moveTo>
                    <a:pt x="1" y="1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6"/>
            <p:cNvSpPr/>
            <p:nvPr/>
          </p:nvSpPr>
          <p:spPr>
            <a:xfrm>
              <a:off x="1763725" y="2353850"/>
              <a:ext cx="475775" cy="26600"/>
            </a:xfrm>
            <a:custGeom>
              <a:avLst/>
              <a:gdLst/>
              <a:ahLst/>
              <a:cxnLst/>
              <a:rect l="l" t="t" r="r" b="b"/>
              <a:pathLst>
                <a:path w="19031" h="1064" extrusionOk="0">
                  <a:moveTo>
                    <a:pt x="1" y="1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6"/>
            <p:cNvSpPr/>
            <p:nvPr/>
          </p:nvSpPr>
          <p:spPr>
            <a:xfrm>
              <a:off x="1763725" y="2429100"/>
              <a:ext cx="475775" cy="26600"/>
            </a:xfrm>
            <a:custGeom>
              <a:avLst/>
              <a:gdLst/>
              <a:ahLst/>
              <a:cxnLst/>
              <a:rect l="l" t="t" r="r" b="b"/>
              <a:pathLst>
                <a:path w="19031" h="1064" extrusionOk="0">
                  <a:moveTo>
                    <a:pt x="1" y="1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6"/>
            <p:cNvSpPr/>
            <p:nvPr/>
          </p:nvSpPr>
          <p:spPr>
            <a:xfrm>
              <a:off x="1763725" y="2504350"/>
              <a:ext cx="274900" cy="26575"/>
            </a:xfrm>
            <a:custGeom>
              <a:avLst/>
              <a:gdLst/>
              <a:ahLst/>
              <a:cxnLst/>
              <a:rect l="l" t="t" r="r" b="b"/>
              <a:pathLst>
                <a:path w="10996" h="1063" extrusionOk="0">
                  <a:moveTo>
                    <a:pt x="1" y="0"/>
                  </a:moveTo>
                  <a:lnTo>
                    <a:pt x="1" y="1063"/>
                  </a:lnTo>
                  <a:lnTo>
                    <a:pt x="10996" y="1063"/>
                  </a:lnTo>
                  <a:lnTo>
                    <a:pt x="109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6"/>
            <p:cNvSpPr/>
            <p:nvPr/>
          </p:nvSpPr>
          <p:spPr>
            <a:xfrm>
              <a:off x="2275850" y="264375"/>
              <a:ext cx="702625" cy="600125"/>
            </a:xfrm>
            <a:custGeom>
              <a:avLst/>
              <a:gdLst/>
              <a:ahLst/>
              <a:cxnLst/>
              <a:rect l="l" t="t" r="r" b="b"/>
              <a:pathLst>
                <a:path w="28105" h="24005" extrusionOk="0">
                  <a:moveTo>
                    <a:pt x="2052" y="0"/>
                  </a:moveTo>
                  <a:cubicBezTo>
                    <a:pt x="919" y="0"/>
                    <a:pt x="1" y="918"/>
                    <a:pt x="1" y="2052"/>
                  </a:cubicBezTo>
                  <a:lnTo>
                    <a:pt x="1" y="15485"/>
                  </a:lnTo>
                  <a:cubicBezTo>
                    <a:pt x="1" y="16619"/>
                    <a:pt x="919" y="17537"/>
                    <a:pt x="2052" y="17537"/>
                  </a:cubicBezTo>
                  <a:lnTo>
                    <a:pt x="18239" y="17537"/>
                  </a:lnTo>
                  <a:lnTo>
                    <a:pt x="24707" y="24004"/>
                  </a:lnTo>
                  <a:lnTo>
                    <a:pt x="24707" y="17537"/>
                  </a:lnTo>
                  <a:lnTo>
                    <a:pt x="26053" y="17537"/>
                  </a:lnTo>
                  <a:cubicBezTo>
                    <a:pt x="27185" y="17537"/>
                    <a:pt x="28103" y="16619"/>
                    <a:pt x="28103" y="15485"/>
                  </a:cubicBezTo>
                  <a:lnTo>
                    <a:pt x="28103" y="2052"/>
                  </a:lnTo>
                  <a:cubicBezTo>
                    <a:pt x="28104" y="918"/>
                    <a:pt x="27185" y="0"/>
                    <a:pt x="26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6"/>
            <p:cNvSpPr/>
            <p:nvPr/>
          </p:nvSpPr>
          <p:spPr>
            <a:xfrm>
              <a:off x="2337200" y="341000"/>
              <a:ext cx="581250" cy="28825"/>
            </a:xfrm>
            <a:custGeom>
              <a:avLst/>
              <a:gdLst/>
              <a:ahLst/>
              <a:cxnLst/>
              <a:rect l="l" t="t" r="r" b="b"/>
              <a:pathLst>
                <a:path w="23250" h="1153" extrusionOk="0">
                  <a:moveTo>
                    <a:pt x="1" y="0"/>
                  </a:moveTo>
                  <a:lnTo>
                    <a:pt x="1" y="1153"/>
                  </a:lnTo>
                  <a:lnTo>
                    <a:pt x="23249" y="1153"/>
                  </a:lnTo>
                  <a:lnTo>
                    <a:pt x="23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6"/>
            <p:cNvSpPr/>
            <p:nvPr/>
          </p:nvSpPr>
          <p:spPr>
            <a:xfrm>
              <a:off x="2337200" y="401050"/>
              <a:ext cx="581250" cy="28850"/>
            </a:xfrm>
            <a:custGeom>
              <a:avLst/>
              <a:gdLst/>
              <a:ahLst/>
              <a:cxnLst/>
              <a:rect l="l" t="t" r="r" b="b"/>
              <a:pathLst>
                <a:path w="23250" h="1154" extrusionOk="0">
                  <a:moveTo>
                    <a:pt x="1" y="0"/>
                  </a:moveTo>
                  <a:lnTo>
                    <a:pt x="1" y="1153"/>
                  </a:lnTo>
                  <a:lnTo>
                    <a:pt x="23249" y="1153"/>
                  </a:lnTo>
                  <a:lnTo>
                    <a:pt x="23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6"/>
            <p:cNvSpPr/>
            <p:nvPr/>
          </p:nvSpPr>
          <p:spPr>
            <a:xfrm>
              <a:off x="2337200" y="461100"/>
              <a:ext cx="581250" cy="28875"/>
            </a:xfrm>
            <a:custGeom>
              <a:avLst/>
              <a:gdLst/>
              <a:ahLst/>
              <a:cxnLst/>
              <a:rect l="l" t="t" r="r" b="b"/>
              <a:pathLst>
                <a:path w="23250" h="1155" extrusionOk="0">
                  <a:moveTo>
                    <a:pt x="1" y="0"/>
                  </a:moveTo>
                  <a:lnTo>
                    <a:pt x="1" y="1154"/>
                  </a:lnTo>
                  <a:lnTo>
                    <a:pt x="23249" y="1154"/>
                  </a:lnTo>
                  <a:lnTo>
                    <a:pt x="23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6"/>
            <p:cNvSpPr/>
            <p:nvPr/>
          </p:nvSpPr>
          <p:spPr>
            <a:xfrm>
              <a:off x="2337200" y="521175"/>
              <a:ext cx="581250" cy="28850"/>
            </a:xfrm>
            <a:custGeom>
              <a:avLst/>
              <a:gdLst/>
              <a:ahLst/>
              <a:cxnLst/>
              <a:rect l="l" t="t" r="r" b="b"/>
              <a:pathLst>
                <a:path w="23250" h="1154" extrusionOk="0">
                  <a:moveTo>
                    <a:pt x="1" y="1"/>
                  </a:moveTo>
                  <a:lnTo>
                    <a:pt x="1" y="1153"/>
                  </a:lnTo>
                  <a:lnTo>
                    <a:pt x="23249" y="1153"/>
                  </a:lnTo>
                  <a:lnTo>
                    <a:pt x="23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6"/>
            <p:cNvSpPr/>
            <p:nvPr/>
          </p:nvSpPr>
          <p:spPr>
            <a:xfrm>
              <a:off x="2337200" y="581225"/>
              <a:ext cx="290625" cy="28850"/>
            </a:xfrm>
            <a:custGeom>
              <a:avLst/>
              <a:gdLst/>
              <a:ahLst/>
              <a:cxnLst/>
              <a:rect l="l" t="t" r="r" b="b"/>
              <a:pathLst>
                <a:path w="11625" h="1154" extrusionOk="0">
                  <a:moveTo>
                    <a:pt x="1" y="1"/>
                  </a:moveTo>
                  <a:lnTo>
                    <a:pt x="1" y="1154"/>
                  </a:lnTo>
                  <a:lnTo>
                    <a:pt x="11625" y="1154"/>
                  </a:lnTo>
                  <a:lnTo>
                    <a:pt x="116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6"/>
            <p:cNvSpPr/>
            <p:nvPr/>
          </p:nvSpPr>
          <p:spPr>
            <a:xfrm>
              <a:off x="5549575" y="2338200"/>
              <a:ext cx="724525" cy="485125"/>
            </a:xfrm>
            <a:custGeom>
              <a:avLst/>
              <a:gdLst/>
              <a:ahLst/>
              <a:cxnLst/>
              <a:rect l="l" t="t" r="r" b="b"/>
              <a:pathLst>
                <a:path w="28981" h="19405" extrusionOk="0">
                  <a:moveTo>
                    <a:pt x="2657" y="0"/>
                  </a:moveTo>
                  <a:cubicBezTo>
                    <a:pt x="1189" y="0"/>
                    <a:pt x="0" y="1189"/>
                    <a:pt x="0" y="2656"/>
                  </a:cubicBezTo>
                  <a:lnTo>
                    <a:pt x="0" y="16748"/>
                  </a:lnTo>
                  <a:cubicBezTo>
                    <a:pt x="0" y="18216"/>
                    <a:pt x="1189" y="19405"/>
                    <a:pt x="2657" y="19405"/>
                  </a:cubicBezTo>
                  <a:lnTo>
                    <a:pt x="26325" y="19405"/>
                  </a:lnTo>
                  <a:cubicBezTo>
                    <a:pt x="27791" y="19405"/>
                    <a:pt x="28981" y="18216"/>
                    <a:pt x="28981" y="16748"/>
                  </a:cubicBezTo>
                  <a:lnTo>
                    <a:pt x="28981" y="2656"/>
                  </a:lnTo>
                  <a:cubicBezTo>
                    <a:pt x="28981" y="1189"/>
                    <a:pt x="27791" y="0"/>
                    <a:pt x="26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6"/>
            <p:cNvSpPr/>
            <p:nvPr/>
          </p:nvSpPr>
          <p:spPr>
            <a:xfrm>
              <a:off x="5489925" y="2278500"/>
              <a:ext cx="724500" cy="350525"/>
            </a:xfrm>
            <a:custGeom>
              <a:avLst/>
              <a:gdLst/>
              <a:ahLst/>
              <a:cxnLst/>
              <a:rect l="l" t="t" r="r" b="b"/>
              <a:pathLst>
                <a:path w="28980" h="14021" extrusionOk="0">
                  <a:moveTo>
                    <a:pt x="2656" y="0"/>
                  </a:moveTo>
                  <a:cubicBezTo>
                    <a:pt x="1189" y="0"/>
                    <a:pt x="0" y="1189"/>
                    <a:pt x="0" y="2657"/>
                  </a:cubicBezTo>
                  <a:lnTo>
                    <a:pt x="0" y="12904"/>
                  </a:lnTo>
                  <a:lnTo>
                    <a:pt x="5734" y="7169"/>
                  </a:lnTo>
                  <a:cubicBezTo>
                    <a:pt x="6365" y="6539"/>
                    <a:pt x="7192" y="6223"/>
                    <a:pt x="8018" y="6223"/>
                  </a:cubicBezTo>
                  <a:cubicBezTo>
                    <a:pt x="8845" y="6223"/>
                    <a:pt x="9671" y="6539"/>
                    <a:pt x="10301" y="7169"/>
                  </a:cubicBezTo>
                  <a:lnTo>
                    <a:pt x="15098" y="11965"/>
                  </a:lnTo>
                  <a:cubicBezTo>
                    <a:pt x="15729" y="12596"/>
                    <a:pt x="16555" y="12911"/>
                    <a:pt x="17381" y="12911"/>
                  </a:cubicBezTo>
                  <a:cubicBezTo>
                    <a:pt x="18208" y="12911"/>
                    <a:pt x="19034" y="12596"/>
                    <a:pt x="19665" y="11965"/>
                  </a:cubicBezTo>
                  <a:lnTo>
                    <a:pt x="21010" y="10620"/>
                  </a:lnTo>
                  <a:cubicBezTo>
                    <a:pt x="21641" y="9989"/>
                    <a:pt x="22468" y="9674"/>
                    <a:pt x="23294" y="9674"/>
                  </a:cubicBezTo>
                  <a:cubicBezTo>
                    <a:pt x="24121" y="9674"/>
                    <a:pt x="24948" y="9989"/>
                    <a:pt x="25578" y="10620"/>
                  </a:cubicBezTo>
                  <a:lnTo>
                    <a:pt x="28979" y="14020"/>
                  </a:lnTo>
                  <a:lnTo>
                    <a:pt x="28979" y="2657"/>
                  </a:lnTo>
                  <a:cubicBezTo>
                    <a:pt x="28979" y="1189"/>
                    <a:pt x="27790" y="0"/>
                    <a:pt x="26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6"/>
            <p:cNvSpPr/>
            <p:nvPr/>
          </p:nvSpPr>
          <p:spPr>
            <a:xfrm>
              <a:off x="5489925" y="2434075"/>
              <a:ext cx="724500" cy="329575"/>
            </a:xfrm>
            <a:custGeom>
              <a:avLst/>
              <a:gdLst/>
              <a:ahLst/>
              <a:cxnLst/>
              <a:rect l="l" t="t" r="r" b="b"/>
              <a:pathLst>
                <a:path w="28980" h="13183" extrusionOk="0">
                  <a:moveTo>
                    <a:pt x="8018" y="0"/>
                  </a:moveTo>
                  <a:cubicBezTo>
                    <a:pt x="7192" y="0"/>
                    <a:pt x="6365" y="316"/>
                    <a:pt x="5734" y="946"/>
                  </a:cubicBezTo>
                  <a:lnTo>
                    <a:pt x="0" y="6681"/>
                  </a:lnTo>
                  <a:lnTo>
                    <a:pt x="0" y="10526"/>
                  </a:lnTo>
                  <a:cubicBezTo>
                    <a:pt x="0" y="11993"/>
                    <a:pt x="1189" y="13182"/>
                    <a:pt x="2656" y="13182"/>
                  </a:cubicBezTo>
                  <a:lnTo>
                    <a:pt x="26323" y="13182"/>
                  </a:lnTo>
                  <a:cubicBezTo>
                    <a:pt x="27790" y="13182"/>
                    <a:pt x="28979" y="11993"/>
                    <a:pt x="28979" y="10526"/>
                  </a:cubicBezTo>
                  <a:lnTo>
                    <a:pt x="28979" y="7797"/>
                  </a:lnTo>
                  <a:lnTo>
                    <a:pt x="25578" y="4397"/>
                  </a:lnTo>
                  <a:cubicBezTo>
                    <a:pt x="24948" y="3766"/>
                    <a:pt x="24121" y="3451"/>
                    <a:pt x="23294" y="3451"/>
                  </a:cubicBezTo>
                  <a:cubicBezTo>
                    <a:pt x="22468" y="3451"/>
                    <a:pt x="21641" y="3766"/>
                    <a:pt x="21010" y="4397"/>
                  </a:cubicBezTo>
                  <a:lnTo>
                    <a:pt x="19665" y="5742"/>
                  </a:lnTo>
                  <a:cubicBezTo>
                    <a:pt x="19034" y="6373"/>
                    <a:pt x="18208" y="6688"/>
                    <a:pt x="17381" y="6688"/>
                  </a:cubicBezTo>
                  <a:cubicBezTo>
                    <a:pt x="16555" y="6688"/>
                    <a:pt x="15729" y="6373"/>
                    <a:pt x="15098" y="5742"/>
                  </a:cubicBezTo>
                  <a:lnTo>
                    <a:pt x="10301" y="946"/>
                  </a:lnTo>
                  <a:cubicBezTo>
                    <a:pt x="9671" y="316"/>
                    <a:pt x="8845" y="0"/>
                    <a:pt x="80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6"/>
            <p:cNvSpPr/>
            <p:nvPr/>
          </p:nvSpPr>
          <p:spPr>
            <a:xfrm>
              <a:off x="5947450" y="2324400"/>
              <a:ext cx="134475" cy="129375"/>
            </a:xfrm>
            <a:custGeom>
              <a:avLst/>
              <a:gdLst/>
              <a:ahLst/>
              <a:cxnLst/>
              <a:rect l="l" t="t" r="r" b="b"/>
              <a:pathLst>
                <a:path w="5379" h="5175" extrusionOk="0">
                  <a:moveTo>
                    <a:pt x="2791" y="0"/>
                  </a:moveTo>
                  <a:cubicBezTo>
                    <a:pt x="1744" y="0"/>
                    <a:pt x="801" y="630"/>
                    <a:pt x="401" y="1598"/>
                  </a:cubicBezTo>
                  <a:cubicBezTo>
                    <a:pt x="0" y="2564"/>
                    <a:pt x="222" y="3677"/>
                    <a:pt x="961" y="4417"/>
                  </a:cubicBezTo>
                  <a:cubicBezTo>
                    <a:pt x="1457" y="4912"/>
                    <a:pt x="2118" y="5175"/>
                    <a:pt x="2792" y="5175"/>
                  </a:cubicBezTo>
                  <a:cubicBezTo>
                    <a:pt x="3125" y="5175"/>
                    <a:pt x="3461" y="5110"/>
                    <a:pt x="3782" y="4978"/>
                  </a:cubicBezTo>
                  <a:cubicBezTo>
                    <a:pt x="4748" y="4577"/>
                    <a:pt x="5379" y="3634"/>
                    <a:pt x="5379" y="2588"/>
                  </a:cubicBezTo>
                  <a:cubicBezTo>
                    <a:pt x="5378" y="1159"/>
                    <a:pt x="4220" y="0"/>
                    <a:pt x="27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3DAB94-C589-83C3-6D51-44F0A4C2632D}"/>
              </a:ext>
            </a:extLst>
          </p:cNvPr>
          <p:cNvSpPr txBox="1"/>
          <p:nvPr/>
        </p:nvSpPr>
        <p:spPr>
          <a:xfrm>
            <a:off x="1442645" y="1104921"/>
            <a:ext cx="6287299" cy="3230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15000"/>
              </a:lnSpc>
              <a:spcAft>
                <a:spcPts val="1600"/>
              </a:spcAft>
              <a:defRPr>
                <a:solidFill>
                  <a:schemeClr val="accent6"/>
                </a:solidFill>
                <a:latin typeface="Roboto Black"/>
                <a:cs typeface="Roboto Black"/>
              </a:defRPr>
            </a:lvl1pPr>
          </a:lstStyle>
          <a:p>
            <a:r>
              <a:rPr lang="en-US" dirty="0">
                <a:solidFill>
                  <a:srgbClr val="EF4F5F"/>
                </a:solidFill>
              </a:rPr>
              <a:t>A platform to connect customers, restaurant partners and delivery partners</a:t>
            </a:r>
          </a:p>
        </p:txBody>
      </p:sp>
      <p:sp>
        <p:nvSpPr>
          <p:cNvPr id="363" name="Google Shape;363;p47"/>
          <p:cNvSpPr txBox="1">
            <a:spLocks noGrp="1"/>
          </p:cNvSpPr>
          <p:nvPr>
            <p:ph type="title"/>
          </p:nvPr>
        </p:nvSpPr>
        <p:spPr>
          <a:xfrm>
            <a:off x="713250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F4F5F"/>
                </a:solidFill>
              </a:rPr>
              <a:t>About Zomato</a:t>
            </a:r>
            <a:endParaRPr dirty="0">
              <a:solidFill>
                <a:srgbClr val="EF4F5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3E24A-290D-3BAF-FAA4-CE4C75285C02}"/>
              </a:ext>
            </a:extLst>
          </p:cNvPr>
          <p:cNvSpPr txBox="1"/>
          <p:nvPr/>
        </p:nvSpPr>
        <p:spPr>
          <a:xfrm>
            <a:off x="1870860" y="2339291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F4F5F"/>
                </a:solidFill>
                <a:latin typeface="Roboto Black"/>
                <a:cs typeface="Roboto Black"/>
              </a:rPr>
              <a:t>Customers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9FFFF1-B3AA-6D52-4245-86C0F082AA04}"/>
              </a:ext>
            </a:extLst>
          </p:cNvPr>
          <p:cNvSpPr txBox="1"/>
          <p:nvPr/>
        </p:nvSpPr>
        <p:spPr>
          <a:xfrm>
            <a:off x="4053989" y="2381642"/>
            <a:ext cx="1168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F4F5F"/>
                </a:solidFill>
                <a:latin typeface="Roboto Black"/>
                <a:cs typeface="Roboto Black"/>
              </a:rPr>
              <a:t>Restaurants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4BD84-49DD-6753-D4FF-9765A82FA760}"/>
              </a:ext>
            </a:extLst>
          </p:cNvPr>
          <p:cNvSpPr txBox="1"/>
          <p:nvPr/>
        </p:nvSpPr>
        <p:spPr>
          <a:xfrm>
            <a:off x="6435890" y="2381641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F4F5F"/>
                </a:solidFill>
                <a:latin typeface="Roboto Black"/>
                <a:cs typeface="Roboto Black"/>
              </a:rPr>
              <a:t>Delivery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ECD7D8-B304-97AE-8888-469CAA54964B}"/>
              </a:ext>
            </a:extLst>
          </p:cNvPr>
          <p:cNvGrpSpPr/>
          <p:nvPr/>
        </p:nvGrpSpPr>
        <p:grpSpPr>
          <a:xfrm>
            <a:off x="2045622" y="1534756"/>
            <a:ext cx="5166408" cy="729303"/>
            <a:chOff x="2031327" y="1724865"/>
            <a:chExt cx="5166408" cy="729303"/>
          </a:xfrm>
        </p:grpSpPr>
        <p:sp>
          <p:nvSpPr>
            <p:cNvPr id="6" name="Google Shape;375;p48">
              <a:extLst>
                <a:ext uri="{FF2B5EF4-FFF2-40B4-BE49-F238E27FC236}">
                  <a16:creationId xmlns:a16="http://schemas.microsoft.com/office/drawing/2014/main" id="{D997421E-67A2-E34B-12FB-0CA24ACCD594}"/>
                </a:ext>
              </a:extLst>
            </p:cNvPr>
            <p:cNvSpPr/>
            <p:nvPr/>
          </p:nvSpPr>
          <p:spPr>
            <a:xfrm>
              <a:off x="2031327" y="1734168"/>
              <a:ext cx="720000" cy="720000"/>
            </a:xfrm>
            <a:prstGeom prst="rect">
              <a:avLst/>
            </a:prstGeom>
            <a:solidFill>
              <a:srgbClr val="EF4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375;p48">
              <a:extLst>
                <a:ext uri="{FF2B5EF4-FFF2-40B4-BE49-F238E27FC236}">
                  <a16:creationId xmlns:a16="http://schemas.microsoft.com/office/drawing/2014/main" id="{9E9A80AF-719D-B9DC-3F76-A702C7AB15D4}"/>
                </a:ext>
              </a:extLst>
            </p:cNvPr>
            <p:cNvSpPr/>
            <p:nvPr/>
          </p:nvSpPr>
          <p:spPr>
            <a:xfrm>
              <a:off x="4254531" y="1724865"/>
              <a:ext cx="720000" cy="720000"/>
            </a:xfrm>
            <a:prstGeom prst="rect">
              <a:avLst/>
            </a:prstGeom>
            <a:solidFill>
              <a:srgbClr val="EF4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375;p48">
              <a:extLst>
                <a:ext uri="{FF2B5EF4-FFF2-40B4-BE49-F238E27FC236}">
                  <a16:creationId xmlns:a16="http://schemas.microsoft.com/office/drawing/2014/main" id="{F772AD5F-F01C-1318-0D9E-75B391CA2194}"/>
                </a:ext>
              </a:extLst>
            </p:cNvPr>
            <p:cNvSpPr/>
            <p:nvPr/>
          </p:nvSpPr>
          <p:spPr>
            <a:xfrm>
              <a:off x="6477735" y="1724865"/>
              <a:ext cx="720000" cy="720000"/>
            </a:xfrm>
            <a:prstGeom prst="rect">
              <a:avLst/>
            </a:prstGeom>
            <a:solidFill>
              <a:srgbClr val="EF4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13" name="Picture 12" descr="Logo, icon&#10;&#10;Description automatically generated">
              <a:extLst>
                <a:ext uri="{FF2B5EF4-FFF2-40B4-BE49-F238E27FC236}">
                  <a16:creationId xmlns:a16="http://schemas.microsoft.com/office/drawing/2014/main" id="{D13AC82C-3314-347B-4A25-A6A762210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5327" y="1868865"/>
              <a:ext cx="432000" cy="432000"/>
            </a:xfrm>
            <a:prstGeom prst="rect">
              <a:avLst/>
            </a:prstGeom>
          </p:spPr>
        </p:pic>
        <p:pic>
          <p:nvPicPr>
            <p:cNvPr id="15" name="Picture 14" descr="Icon&#10;&#10;Description automatically generated">
              <a:extLst>
                <a:ext uri="{FF2B5EF4-FFF2-40B4-BE49-F238E27FC236}">
                  <a16:creationId xmlns:a16="http://schemas.microsoft.com/office/drawing/2014/main" id="{3570443D-A535-807C-310D-C27E20BC4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39134" y="1824168"/>
              <a:ext cx="540000" cy="540000"/>
            </a:xfrm>
            <a:prstGeom prst="rect">
              <a:avLst/>
            </a:prstGeom>
          </p:spPr>
        </p:pic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D3DD459F-9F67-126A-3361-2AD05141A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98531" y="1868865"/>
              <a:ext cx="432000" cy="4320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4A73C7D-B3EA-8DFC-5771-D979AFC68C42}"/>
              </a:ext>
            </a:extLst>
          </p:cNvPr>
          <p:cNvSpPr txBox="1"/>
          <p:nvPr/>
        </p:nvSpPr>
        <p:spPr>
          <a:xfrm>
            <a:off x="1576762" y="2645615"/>
            <a:ext cx="165772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>
                <a:solidFill>
                  <a:srgbClr val="363636"/>
                </a:solidFill>
                <a:latin typeface="Okra"/>
              </a:rPr>
              <a:t>P</a:t>
            </a:r>
            <a:r>
              <a:rPr lang="en-IN" sz="1100" b="0" i="0" dirty="0">
                <a:solidFill>
                  <a:srgbClr val="363636"/>
                </a:solidFill>
                <a:effectLst/>
                <a:latin typeface="Okra"/>
              </a:rPr>
              <a:t>latform to search and discover restaurants, read and write customer generated reviews, order food, book a table and make payments while dining-out at restaurants</a:t>
            </a: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CEA350-8D85-8038-56D1-F9C29E9E291F}"/>
              </a:ext>
            </a:extLst>
          </p:cNvPr>
          <p:cNvSpPr txBox="1"/>
          <p:nvPr/>
        </p:nvSpPr>
        <p:spPr>
          <a:xfrm>
            <a:off x="3879270" y="2689418"/>
            <a:ext cx="151834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>
                <a:solidFill>
                  <a:srgbClr val="363636"/>
                </a:solidFill>
                <a:latin typeface="Okra"/>
              </a:rPr>
              <a:t>Provide restaurant partners with industry-specific marketing tools which enable them to engage and acquire customers to grow their business</a:t>
            </a:r>
            <a:endParaRPr lang="en-US" sz="1100" dirty="0">
              <a:solidFill>
                <a:srgbClr val="363636"/>
              </a:solidFill>
              <a:latin typeface="Okr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CF5251-D831-07E2-3DB7-D75E5D9CE020}"/>
              </a:ext>
            </a:extLst>
          </p:cNvPr>
          <p:cNvSpPr txBox="1"/>
          <p:nvPr/>
        </p:nvSpPr>
        <p:spPr>
          <a:xfrm>
            <a:off x="6033676" y="2689418"/>
            <a:ext cx="165273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>
                <a:solidFill>
                  <a:srgbClr val="363636"/>
                </a:solidFill>
                <a:latin typeface="Okra"/>
              </a:rPr>
              <a:t>Provide a reliable and efficient last mile delivery service while providing our delivery partners with transparent and flexible earning opportunities</a:t>
            </a:r>
            <a:endParaRPr lang="en-US" sz="1100" dirty="0">
              <a:solidFill>
                <a:srgbClr val="363636"/>
              </a:solidFill>
              <a:latin typeface="Okra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5E0888D-D343-181A-151B-BEEC71AD9161}"/>
              </a:ext>
            </a:extLst>
          </p:cNvPr>
          <p:cNvGrpSpPr/>
          <p:nvPr/>
        </p:nvGrpSpPr>
        <p:grpSpPr>
          <a:xfrm>
            <a:off x="1472486" y="4104180"/>
            <a:ext cx="6227616" cy="815485"/>
            <a:chOff x="466227" y="4301121"/>
            <a:chExt cx="6227616" cy="81548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6F77A16-2BC3-211C-6B6A-4190D6C8BAE4}"/>
                </a:ext>
              </a:extLst>
            </p:cNvPr>
            <p:cNvSpPr txBox="1"/>
            <p:nvPr/>
          </p:nvSpPr>
          <p:spPr>
            <a:xfrm>
              <a:off x="466227" y="4301692"/>
              <a:ext cx="9621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EF4F5F"/>
                  </a:solidFill>
                  <a:latin typeface="Impact" panose="020B0806030902050204" pitchFamily="34" charset="0"/>
                </a:rPr>
                <a:t>1.5 Mn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139D27-7EDC-75D9-4A39-E1C914F49A82}"/>
                </a:ext>
              </a:extLst>
            </p:cNvPr>
            <p:cNvSpPr txBox="1"/>
            <p:nvPr/>
          </p:nvSpPr>
          <p:spPr>
            <a:xfrm>
              <a:off x="466227" y="4716497"/>
              <a:ext cx="9637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Orders a day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36FDDB-423A-2DBF-30C2-F4139779DEC4}"/>
                </a:ext>
              </a:extLst>
            </p:cNvPr>
            <p:cNvSpPr txBox="1"/>
            <p:nvPr/>
          </p:nvSpPr>
          <p:spPr>
            <a:xfrm>
              <a:off x="1948004" y="4301692"/>
              <a:ext cx="1111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EF4F5F"/>
                  </a:solidFill>
                  <a:latin typeface="Impact" panose="020B0806030902050204" pitchFamily="34" charset="0"/>
                </a:rPr>
                <a:t>32.1</a:t>
              </a:r>
              <a:r>
                <a:rPr lang="en-US" sz="2400" dirty="0">
                  <a:latin typeface="Impact" panose="020B0806030902050204" pitchFamily="34" charset="0"/>
                </a:rPr>
                <a:t> </a:t>
              </a:r>
              <a:r>
                <a:rPr lang="en-US" sz="2400" dirty="0">
                  <a:solidFill>
                    <a:srgbClr val="EF4F5F"/>
                  </a:solidFill>
                  <a:latin typeface="Impact" panose="020B0806030902050204" pitchFamily="34" charset="0"/>
                </a:rPr>
                <a:t>Mn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7A2343-8398-02A6-A507-A967712BDCC2}"/>
                </a:ext>
              </a:extLst>
            </p:cNvPr>
            <p:cNvSpPr txBox="1"/>
            <p:nvPr/>
          </p:nvSpPr>
          <p:spPr>
            <a:xfrm>
              <a:off x="1751423" y="4716496"/>
              <a:ext cx="15199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Monthly Active Users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8D48E9-F76A-BF0A-DEE4-06612897982D}"/>
                </a:ext>
              </a:extLst>
            </p:cNvPr>
            <p:cNvSpPr txBox="1"/>
            <p:nvPr/>
          </p:nvSpPr>
          <p:spPr>
            <a:xfrm>
              <a:off x="3810910" y="4301121"/>
              <a:ext cx="1088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EF4F5F"/>
                  </a:solidFill>
                  <a:latin typeface="Impact" panose="020B0806030902050204" pitchFamily="34" charset="0"/>
                </a:rPr>
                <a:t>Rs. 455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00059C5-E877-C53E-BB6B-A5D792FA6CFE}"/>
                </a:ext>
              </a:extLst>
            </p:cNvPr>
            <p:cNvSpPr txBox="1"/>
            <p:nvPr/>
          </p:nvSpPr>
          <p:spPr>
            <a:xfrm>
              <a:off x="3673456" y="4716496"/>
              <a:ext cx="14462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Average Order Value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C913A06-9148-F710-5EBA-B014EE87F273}"/>
                </a:ext>
              </a:extLst>
            </p:cNvPr>
            <p:cNvSpPr txBox="1"/>
            <p:nvPr/>
          </p:nvSpPr>
          <p:spPr>
            <a:xfrm>
              <a:off x="5574627" y="4301121"/>
              <a:ext cx="9509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EF4F5F"/>
                  </a:solidFill>
                  <a:latin typeface="Impact" panose="020B0806030902050204" pitchFamily="34" charset="0"/>
                </a:rPr>
                <a:t>12000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93BAE6-953D-C4C7-375C-60464947604D}"/>
                </a:ext>
              </a:extLst>
            </p:cNvPr>
            <p:cNvSpPr txBox="1"/>
            <p:nvPr/>
          </p:nvSpPr>
          <p:spPr>
            <a:xfrm>
              <a:off x="5406311" y="4716496"/>
              <a:ext cx="1287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b="1" dirty="0"/>
                <a:t>No. of Restaurant </a:t>
              </a:r>
            </a:p>
            <a:p>
              <a:pPr algn="ctr"/>
              <a:r>
                <a:rPr lang="en-US" sz="1000" b="1" dirty="0"/>
                <a:t>Partners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4" name="Google Shape;1804;p37"/>
          <p:cNvGrpSpPr/>
          <p:nvPr/>
        </p:nvGrpSpPr>
        <p:grpSpPr>
          <a:xfrm>
            <a:off x="2458788" y="1218038"/>
            <a:ext cx="3715352" cy="3444766"/>
            <a:chOff x="2458788" y="1218038"/>
            <a:chExt cx="3715352" cy="3444766"/>
          </a:xfrm>
        </p:grpSpPr>
        <p:sp>
          <p:nvSpPr>
            <p:cNvPr id="1805" name="Google Shape;1805;p37"/>
            <p:cNvSpPr/>
            <p:nvPr/>
          </p:nvSpPr>
          <p:spPr>
            <a:xfrm flipH="1">
              <a:off x="2798540" y="1287204"/>
              <a:ext cx="3375600" cy="3375600"/>
            </a:xfrm>
            <a:prstGeom prst="arc">
              <a:avLst>
                <a:gd name="adj1" fmla="val 16254133"/>
                <a:gd name="adj2" fmla="val 5391730"/>
              </a:avLst>
            </a:prstGeom>
            <a:noFill/>
            <a:ln w="1143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7"/>
            <p:cNvSpPr/>
            <p:nvPr/>
          </p:nvSpPr>
          <p:spPr>
            <a:xfrm>
              <a:off x="3143538" y="1218038"/>
              <a:ext cx="756300" cy="756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7"/>
            <p:cNvSpPr txBox="1"/>
            <p:nvPr/>
          </p:nvSpPr>
          <p:spPr>
            <a:xfrm>
              <a:off x="3145475" y="1483975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01</a:t>
              </a:r>
              <a:endParaRPr sz="30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808" name="Google Shape;1808;p37"/>
            <p:cNvSpPr/>
            <p:nvPr/>
          </p:nvSpPr>
          <p:spPr>
            <a:xfrm>
              <a:off x="2458788" y="2558225"/>
              <a:ext cx="756300" cy="756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7"/>
            <p:cNvSpPr txBox="1"/>
            <p:nvPr/>
          </p:nvSpPr>
          <p:spPr>
            <a:xfrm>
              <a:off x="2460725" y="2824163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02</a:t>
              </a:r>
              <a:endParaRPr sz="30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810" name="Google Shape;1810;p37"/>
            <p:cNvSpPr/>
            <p:nvPr/>
          </p:nvSpPr>
          <p:spPr>
            <a:xfrm>
              <a:off x="3143538" y="3898388"/>
              <a:ext cx="756300" cy="756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7"/>
            <p:cNvSpPr txBox="1"/>
            <p:nvPr/>
          </p:nvSpPr>
          <p:spPr>
            <a:xfrm>
              <a:off x="3145475" y="4164325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03</a:t>
              </a:r>
              <a:endParaRPr sz="30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812" name="Google Shape;1812;p37"/>
          <p:cNvGrpSpPr/>
          <p:nvPr/>
        </p:nvGrpSpPr>
        <p:grpSpPr>
          <a:xfrm>
            <a:off x="2910040" y="1218038"/>
            <a:ext cx="3766710" cy="3444766"/>
            <a:chOff x="2910040" y="1218038"/>
            <a:chExt cx="3766710" cy="3444766"/>
          </a:xfrm>
        </p:grpSpPr>
        <p:sp>
          <p:nvSpPr>
            <p:cNvPr id="1813" name="Google Shape;1813;p37"/>
            <p:cNvSpPr/>
            <p:nvPr/>
          </p:nvSpPr>
          <p:spPr>
            <a:xfrm>
              <a:off x="2910040" y="1287204"/>
              <a:ext cx="3375600" cy="3375600"/>
            </a:xfrm>
            <a:prstGeom prst="arc">
              <a:avLst>
                <a:gd name="adj1" fmla="val 16237285"/>
                <a:gd name="adj2" fmla="val 5401866"/>
              </a:avLst>
            </a:prstGeom>
            <a:noFill/>
            <a:ln w="1143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7"/>
            <p:cNvSpPr/>
            <p:nvPr/>
          </p:nvSpPr>
          <p:spPr>
            <a:xfrm>
              <a:off x="5185013" y="1218038"/>
              <a:ext cx="756300" cy="75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7"/>
            <p:cNvSpPr txBox="1"/>
            <p:nvPr/>
          </p:nvSpPr>
          <p:spPr>
            <a:xfrm>
              <a:off x="5186950" y="1483975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01</a:t>
              </a:r>
              <a:endParaRPr sz="30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816" name="Google Shape;1816;p37"/>
            <p:cNvSpPr/>
            <p:nvPr/>
          </p:nvSpPr>
          <p:spPr>
            <a:xfrm>
              <a:off x="5185013" y="3898388"/>
              <a:ext cx="756300" cy="75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7"/>
            <p:cNvSpPr txBox="1"/>
            <p:nvPr/>
          </p:nvSpPr>
          <p:spPr>
            <a:xfrm>
              <a:off x="5186950" y="4164325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03</a:t>
              </a:r>
              <a:endParaRPr sz="30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818" name="Google Shape;1818;p37"/>
            <p:cNvSpPr/>
            <p:nvPr/>
          </p:nvSpPr>
          <p:spPr>
            <a:xfrm>
              <a:off x="5920450" y="2558225"/>
              <a:ext cx="756300" cy="75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7"/>
            <p:cNvSpPr txBox="1"/>
            <p:nvPr/>
          </p:nvSpPr>
          <p:spPr>
            <a:xfrm>
              <a:off x="5922388" y="2824163"/>
              <a:ext cx="753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02</a:t>
              </a:r>
              <a:endParaRPr sz="30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1820" name="Google Shape;1820;p3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Comparison</a:t>
            </a:r>
            <a:endParaRPr dirty="0"/>
          </a:p>
        </p:txBody>
      </p:sp>
      <p:sp>
        <p:nvSpPr>
          <p:cNvPr id="1821" name="Google Shape;1821;p37"/>
          <p:cNvSpPr txBox="1"/>
          <p:nvPr/>
        </p:nvSpPr>
        <p:spPr>
          <a:xfrm>
            <a:off x="472992" y="1270826"/>
            <a:ext cx="1923730" cy="114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Experience specially tailored to food delivery. Can operate more than one brand making it easier to batch prep ingredients.</a:t>
            </a:r>
            <a:endParaRPr sz="10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22" name="Google Shape;1822;p37"/>
          <p:cNvSpPr txBox="1"/>
          <p:nvPr/>
        </p:nvSpPr>
        <p:spPr>
          <a:xfrm>
            <a:off x="483700" y="1189600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EF4F5F"/>
                </a:solidFill>
                <a:latin typeface="Fira Sans"/>
                <a:ea typeface="Fira Sans"/>
                <a:cs typeface="Fira Sans"/>
                <a:sym typeface="Fira Sans"/>
              </a:rPr>
              <a:t>Efficiency</a:t>
            </a:r>
            <a:endParaRPr sz="1200" b="1" dirty="0">
              <a:solidFill>
                <a:srgbClr val="EF4F5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23" name="Google Shape;1823;p37"/>
          <p:cNvSpPr txBox="1"/>
          <p:nvPr/>
        </p:nvSpPr>
        <p:spPr>
          <a:xfrm>
            <a:off x="478248" y="2581788"/>
            <a:ext cx="1689900" cy="1141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Flexible with location el</a:t>
            </a:r>
            <a:r>
              <a:rPr lang="en-IN" sz="10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</a:t>
            </a:r>
            <a:r>
              <a:rPr lang="e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minates rental budget. Labor cost of hiring servers also is an added advantage.</a:t>
            </a:r>
            <a:endParaRPr sz="1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24" name="Google Shape;1824;p37"/>
          <p:cNvSpPr txBox="1"/>
          <p:nvPr/>
        </p:nvSpPr>
        <p:spPr>
          <a:xfrm>
            <a:off x="483700" y="2507355"/>
            <a:ext cx="16342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EF4F5F"/>
                </a:solidFill>
                <a:latin typeface="Fira Sans"/>
                <a:ea typeface="Fira Sans"/>
                <a:cs typeface="Fira Sans"/>
                <a:sym typeface="Fira Sans"/>
              </a:rPr>
              <a:t>Finance</a:t>
            </a:r>
            <a:endParaRPr sz="1200" b="1" dirty="0">
              <a:solidFill>
                <a:srgbClr val="EF4F5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25" name="Google Shape;1825;p37"/>
          <p:cNvSpPr txBox="1"/>
          <p:nvPr/>
        </p:nvSpPr>
        <p:spPr>
          <a:xfrm>
            <a:off x="463861" y="4275425"/>
            <a:ext cx="2322008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I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For Zomato, the colossal amount of data on feeding patterns could prove very useful allowing them to customise their menu based on locality and time.</a:t>
            </a:r>
          </a:p>
        </p:txBody>
      </p:sp>
      <p:sp>
        <p:nvSpPr>
          <p:cNvPr id="1826" name="Google Shape;1826;p37"/>
          <p:cNvSpPr txBox="1"/>
          <p:nvPr/>
        </p:nvSpPr>
        <p:spPr>
          <a:xfrm>
            <a:off x="478248" y="3828049"/>
            <a:ext cx="1544542" cy="21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200" b="1" dirty="0">
                <a:solidFill>
                  <a:srgbClr val="EF4F5F"/>
                </a:solidFill>
                <a:latin typeface="Fira Sans"/>
                <a:ea typeface="Fira Sans"/>
                <a:cs typeface="Fira Sans"/>
                <a:sym typeface="Fira Sans"/>
              </a:rPr>
              <a:t>Flexible Menu</a:t>
            </a:r>
          </a:p>
        </p:txBody>
      </p:sp>
      <p:sp>
        <p:nvSpPr>
          <p:cNvPr id="1827" name="Google Shape;1827;p37"/>
          <p:cNvSpPr txBox="1"/>
          <p:nvPr/>
        </p:nvSpPr>
        <p:spPr>
          <a:xfrm>
            <a:off x="6905800" y="1516972"/>
            <a:ext cx="1689900" cy="74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With the minority stake </a:t>
            </a:r>
            <a:r>
              <a:rPr lang="en-I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Z</a:t>
            </a:r>
            <a:r>
              <a:rPr lang="en" sz="10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omato</a:t>
            </a:r>
            <a:r>
              <a:rPr lang="e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already holds in </a:t>
            </a:r>
            <a:r>
              <a:rPr lang="en" sz="10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BlinkIt</a:t>
            </a:r>
            <a:r>
              <a:rPr lang="e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it could end up eating its own revenue entering this space.</a:t>
            </a:r>
            <a:endParaRPr sz="10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28" name="Google Shape;1828;p37"/>
          <p:cNvSpPr txBox="1"/>
          <p:nvPr/>
        </p:nvSpPr>
        <p:spPr>
          <a:xfrm>
            <a:off x="6804532" y="1218038"/>
            <a:ext cx="1791168" cy="19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EF4F5F"/>
                </a:solidFill>
                <a:latin typeface="Fira Sans"/>
                <a:ea typeface="Fira Sans"/>
                <a:cs typeface="Fira Sans"/>
                <a:sym typeface="Fira Sans"/>
              </a:rPr>
              <a:t>Brand </a:t>
            </a:r>
            <a:r>
              <a:rPr lang="en" sz="1200" b="1" dirty="0" err="1">
                <a:solidFill>
                  <a:srgbClr val="EF4F5F"/>
                </a:solidFill>
                <a:latin typeface="Fira Sans"/>
                <a:ea typeface="Fira Sans"/>
                <a:cs typeface="Fira Sans"/>
                <a:sym typeface="Fira Sans"/>
              </a:rPr>
              <a:t>Cannabalism</a:t>
            </a:r>
            <a:endParaRPr sz="1200" b="1" dirty="0">
              <a:solidFill>
                <a:srgbClr val="EF4F5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29" name="Google Shape;1829;p37"/>
          <p:cNvSpPr txBox="1"/>
          <p:nvPr/>
        </p:nvSpPr>
        <p:spPr>
          <a:xfrm>
            <a:off x="6905800" y="3112128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With a large number of competitors already in this space, it is difficult for a new entrant to be able to enter the space.</a:t>
            </a:r>
            <a:endParaRPr sz="10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30" name="Google Shape;1830;p37"/>
          <p:cNvSpPr txBox="1"/>
          <p:nvPr/>
        </p:nvSpPr>
        <p:spPr>
          <a:xfrm>
            <a:off x="6675688" y="2615826"/>
            <a:ext cx="1920012" cy="17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EF4F5F"/>
                </a:solidFill>
                <a:latin typeface="Fira Sans"/>
                <a:ea typeface="Fira Sans"/>
                <a:cs typeface="Fira Sans"/>
                <a:sym typeface="Fira Sans"/>
              </a:rPr>
              <a:t>Competitive marketspace</a:t>
            </a:r>
            <a:endParaRPr sz="1200" b="1" dirty="0">
              <a:solidFill>
                <a:srgbClr val="EF4F5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31" name="Google Shape;1831;p37"/>
          <p:cNvSpPr txBox="1"/>
          <p:nvPr/>
        </p:nvSpPr>
        <p:spPr>
          <a:xfrm>
            <a:off x="6029710" y="3888928"/>
            <a:ext cx="2593655" cy="109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Low order frequency coupled with very little margin for the company makes this a </a:t>
            </a:r>
            <a:r>
              <a:rPr lang="en" sz="10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probl</a:t>
            </a:r>
            <a:r>
              <a:rPr lang="en-I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</a:t>
            </a:r>
            <a:r>
              <a:rPr lang="en" sz="10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matic</a:t>
            </a:r>
            <a:r>
              <a:rPr lang="en" sz="10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landscape to enter.</a:t>
            </a:r>
            <a:endParaRPr sz="10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32" name="Google Shape;1832;p37"/>
          <p:cNvSpPr txBox="1"/>
          <p:nvPr/>
        </p:nvSpPr>
        <p:spPr>
          <a:xfrm>
            <a:off x="7013575" y="3953899"/>
            <a:ext cx="1582125" cy="2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EF4F5F"/>
                </a:solidFill>
                <a:latin typeface="Fira Sans"/>
                <a:ea typeface="Fira Sans"/>
                <a:cs typeface="Fira Sans"/>
                <a:sym typeface="Fira Sans"/>
              </a:rPr>
              <a:t>Order Frequency</a:t>
            </a:r>
            <a:endParaRPr sz="1200" b="1" dirty="0">
              <a:solidFill>
                <a:srgbClr val="EF4F5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33" name="Google Shape;1833;p37"/>
          <p:cNvSpPr/>
          <p:nvPr/>
        </p:nvSpPr>
        <p:spPr>
          <a:xfrm>
            <a:off x="3339325" y="1830283"/>
            <a:ext cx="2261100" cy="2261100"/>
          </a:xfrm>
          <a:prstGeom prst="pie">
            <a:avLst>
              <a:gd name="adj1" fmla="val 5376899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4" name="Google Shape;1834;p37"/>
          <p:cNvSpPr/>
          <p:nvPr/>
        </p:nvSpPr>
        <p:spPr>
          <a:xfrm rot="10800000">
            <a:off x="3467300" y="1830265"/>
            <a:ext cx="2261100" cy="2261100"/>
          </a:xfrm>
          <a:prstGeom prst="pie">
            <a:avLst>
              <a:gd name="adj1" fmla="val 5376899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5" name="Google Shape;1835;p37"/>
          <p:cNvSpPr txBox="1"/>
          <p:nvPr/>
        </p:nvSpPr>
        <p:spPr>
          <a:xfrm>
            <a:off x="3339325" y="3202325"/>
            <a:ext cx="11166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Cloud Kitchen</a:t>
            </a:r>
            <a:endParaRPr b="1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36" name="Google Shape;1836;p37"/>
          <p:cNvSpPr txBox="1"/>
          <p:nvPr/>
        </p:nvSpPr>
        <p:spPr>
          <a:xfrm>
            <a:off x="4496830" y="3141677"/>
            <a:ext cx="11166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Grocery</a:t>
            </a:r>
            <a:endParaRPr b="1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 descr="Logo, icon&#10;&#10;Description automatically generated">
            <a:extLst>
              <a:ext uri="{FF2B5EF4-FFF2-40B4-BE49-F238E27FC236}">
                <a16:creationId xmlns:a16="http://schemas.microsoft.com/office/drawing/2014/main" id="{EE0FC1F0-1547-C1C4-8C35-CD1326E35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894" y="2550921"/>
            <a:ext cx="517942" cy="517942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F9496C04-CC96-9154-E2A0-3B754F5FC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748" y="2444905"/>
            <a:ext cx="587754" cy="5877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9893-3711-CAAA-EE58-1C1178C22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/ UX</a:t>
            </a:r>
          </a:p>
        </p:txBody>
      </p:sp>
      <p:pic>
        <p:nvPicPr>
          <p:cNvPr id="10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053E68F-2989-3EA4-CED0-592CBF9DE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700"/>
            <a:ext cx="91440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0"/>
          <p:cNvSpPr txBox="1">
            <a:spLocks noGrp="1"/>
          </p:cNvSpPr>
          <p:nvPr>
            <p:ph type="title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GTM Strategy</a:t>
            </a:r>
            <a:endParaRPr dirty="0"/>
          </a:p>
        </p:txBody>
      </p:sp>
      <p:sp>
        <p:nvSpPr>
          <p:cNvPr id="8" name="Google Shape;123;p19">
            <a:extLst>
              <a:ext uri="{FF2B5EF4-FFF2-40B4-BE49-F238E27FC236}">
                <a16:creationId xmlns:a16="http://schemas.microsoft.com/office/drawing/2014/main" id="{8BAEB57E-3F5F-889A-788B-5CB2F26CCBAF}"/>
              </a:ext>
            </a:extLst>
          </p:cNvPr>
          <p:cNvSpPr/>
          <p:nvPr/>
        </p:nvSpPr>
        <p:spPr>
          <a:xfrm flipH="1">
            <a:off x="1262043" y="2204962"/>
            <a:ext cx="6502942" cy="1716882"/>
          </a:xfrm>
          <a:custGeom>
            <a:avLst/>
            <a:gdLst/>
            <a:ahLst/>
            <a:cxnLst/>
            <a:rect l="l" t="t" r="r" b="b"/>
            <a:pathLst>
              <a:path w="224918" h="59382" extrusionOk="0">
                <a:moveTo>
                  <a:pt x="204969" y="1"/>
                </a:moveTo>
                <a:cubicBezTo>
                  <a:pt x="194287" y="1"/>
                  <a:pt x="185622" y="8687"/>
                  <a:pt x="185622" y="19353"/>
                </a:cubicBezTo>
                <a:lnTo>
                  <a:pt x="185622" y="19420"/>
                </a:lnTo>
                <a:cubicBezTo>
                  <a:pt x="185622" y="22455"/>
                  <a:pt x="183821" y="25257"/>
                  <a:pt x="181019" y="26525"/>
                </a:cubicBezTo>
                <a:lnTo>
                  <a:pt x="179985" y="26959"/>
                </a:lnTo>
                <a:cubicBezTo>
                  <a:pt x="178962" y="27420"/>
                  <a:pt x="177868" y="27649"/>
                  <a:pt x="176785" y="27649"/>
                </a:cubicBezTo>
                <a:cubicBezTo>
                  <a:pt x="174973" y="27649"/>
                  <a:pt x="173190" y="27010"/>
                  <a:pt x="171813" y="25758"/>
                </a:cubicBezTo>
                <a:cubicBezTo>
                  <a:pt x="170345" y="24423"/>
                  <a:pt x="168710" y="23323"/>
                  <a:pt x="166909" y="22489"/>
                </a:cubicBezTo>
                <a:cubicBezTo>
                  <a:pt x="166876" y="22489"/>
                  <a:pt x="166876" y="22455"/>
                  <a:pt x="166842" y="22455"/>
                </a:cubicBezTo>
                <a:cubicBezTo>
                  <a:pt x="166642" y="22355"/>
                  <a:pt x="166442" y="22289"/>
                  <a:pt x="166242" y="22189"/>
                </a:cubicBezTo>
                <a:cubicBezTo>
                  <a:pt x="166175" y="22155"/>
                  <a:pt x="166109" y="22122"/>
                  <a:pt x="166008" y="22088"/>
                </a:cubicBezTo>
                <a:cubicBezTo>
                  <a:pt x="165875" y="22022"/>
                  <a:pt x="165708" y="21955"/>
                  <a:pt x="165541" y="21922"/>
                </a:cubicBezTo>
                <a:cubicBezTo>
                  <a:pt x="165408" y="21855"/>
                  <a:pt x="165275" y="21822"/>
                  <a:pt x="165175" y="21788"/>
                </a:cubicBezTo>
                <a:lnTo>
                  <a:pt x="164774" y="21655"/>
                </a:lnTo>
                <a:cubicBezTo>
                  <a:pt x="164641" y="21588"/>
                  <a:pt x="164474" y="21555"/>
                  <a:pt x="164307" y="21488"/>
                </a:cubicBezTo>
                <a:cubicBezTo>
                  <a:pt x="164207" y="21455"/>
                  <a:pt x="164107" y="21421"/>
                  <a:pt x="164007" y="21421"/>
                </a:cubicBezTo>
                <a:cubicBezTo>
                  <a:pt x="163807" y="21355"/>
                  <a:pt x="163607" y="21288"/>
                  <a:pt x="163407" y="21255"/>
                </a:cubicBezTo>
                <a:cubicBezTo>
                  <a:pt x="163340" y="21221"/>
                  <a:pt x="163240" y="21221"/>
                  <a:pt x="163173" y="21188"/>
                </a:cubicBezTo>
                <a:cubicBezTo>
                  <a:pt x="162973" y="21154"/>
                  <a:pt x="162739" y="21088"/>
                  <a:pt x="162506" y="21054"/>
                </a:cubicBezTo>
                <a:cubicBezTo>
                  <a:pt x="162439" y="21054"/>
                  <a:pt x="162373" y="21021"/>
                  <a:pt x="162306" y="21021"/>
                </a:cubicBezTo>
                <a:cubicBezTo>
                  <a:pt x="162072" y="20954"/>
                  <a:pt x="161872" y="20921"/>
                  <a:pt x="161639" y="20888"/>
                </a:cubicBezTo>
                <a:cubicBezTo>
                  <a:pt x="161572" y="20888"/>
                  <a:pt x="161472" y="20888"/>
                  <a:pt x="161405" y="20854"/>
                </a:cubicBezTo>
                <a:cubicBezTo>
                  <a:pt x="161205" y="20821"/>
                  <a:pt x="160972" y="20821"/>
                  <a:pt x="160771" y="20787"/>
                </a:cubicBezTo>
                <a:cubicBezTo>
                  <a:pt x="160671" y="20787"/>
                  <a:pt x="160571" y="20754"/>
                  <a:pt x="160471" y="20754"/>
                </a:cubicBezTo>
                <a:cubicBezTo>
                  <a:pt x="160404" y="20754"/>
                  <a:pt x="160304" y="20721"/>
                  <a:pt x="160204" y="20721"/>
                </a:cubicBezTo>
                <a:lnTo>
                  <a:pt x="159937" y="20721"/>
                </a:lnTo>
                <a:lnTo>
                  <a:pt x="159470" y="20687"/>
                </a:lnTo>
                <a:lnTo>
                  <a:pt x="158069" y="20687"/>
                </a:lnTo>
                <a:cubicBezTo>
                  <a:pt x="157869" y="20687"/>
                  <a:pt x="157669" y="20721"/>
                  <a:pt x="157469" y="20721"/>
                </a:cubicBezTo>
                <a:cubicBezTo>
                  <a:pt x="157336" y="20721"/>
                  <a:pt x="157236" y="20754"/>
                  <a:pt x="157135" y="20754"/>
                </a:cubicBezTo>
                <a:cubicBezTo>
                  <a:pt x="156902" y="20754"/>
                  <a:pt x="156668" y="20787"/>
                  <a:pt x="156468" y="20821"/>
                </a:cubicBezTo>
                <a:cubicBezTo>
                  <a:pt x="156368" y="20821"/>
                  <a:pt x="156302" y="20854"/>
                  <a:pt x="156201" y="20854"/>
                </a:cubicBezTo>
                <a:cubicBezTo>
                  <a:pt x="155935" y="20888"/>
                  <a:pt x="155668" y="20921"/>
                  <a:pt x="155401" y="20988"/>
                </a:cubicBezTo>
                <a:lnTo>
                  <a:pt x="155267" y="20988"/>
                </a:lnTo>
                <a:cubicBezTo>
                  <a:pt x="154333" y="21154"/>
                  <a:pt x="153433" y="21421"/>
                  <a:pt x="152532" y="21722"/>
                </a:cubicBezTo>
                <a:cubicBezTo>
                  <a:pt x="152232" y="21822"/>
                  <a:pt x="151932" y="21922"/>
                  <a:pt x="151665" y="22022"/>
                </a:cubicBezTo>
                <a:cubicBezTo>
                  <a:pt x="151632" y="22055"/>
                  <a:pt x="151632" y="22055"/>
                  <a:pt x="151598" y="22055"/>
                </a:cubicBezTo>
                <a:cubicBezTo>
                  <a:pt x="151331" y="22155"/>
                  <a:pt x="151064" y="22289"/>
                  <a:pt x="150798" y="22389"/>
                </a:cubicBezTo>
                <a:cubicBezTo>
                  <a:pt x="150798" y="22422"/>
                  <a:pt x="150764" y="22422"/>
                  <a:pt x="150731" y="22455"/>
                </a:cubicBezTo>
                <a:cubicBezTo>
                  <a:pt x="150464" y="22555"/>
                  <a:pt x="150231" y="22689"/>
                  <a:pt x="149964" y="22822"/>
                </a:cubicBezTo>
                <a:cubicBezTo>
                  <a:pt x="149964" y="22822"/>
                  <a:pt x="149930" y="22822"/>
                  <a:pt x="149897" y="22856"/>
                </a:cubicBezTo>
                <a:cubicBezTo>
                  <a:pt x="149630" y="22989"/>
                  <a:pt x="149397" y="23123"/>
                  <a:pt x="149163" y="23256"/>
                </a:cubicBezTo>
                <a:cubicBezTo>
                  <a:pt x="149130" y="23256"/>
                  <a:pt x="149096" y="23289"/>
                  <a:pt x="149096" y="23289"/>
                </a:cubicBezTo>
                <a:cubicBezTo>
                  <a:pt x="148830" y="23456"/>
                  <a:pt x="148596" y="23590"/>
                  <a:pt x="148329" y="23756"/>
                </a:cubicBezTo>
                <a:cubicBezTo>
                  <a:pt x="147529" y="24290"/>
                  <a:pt x="146761" y="24857"/>
                  <a:pt x="146028" y="25491"/>
                </a:cubicBezTo>
                <a:cubicBezTo>
                  <a:pt x="145927" y="25591"/>
                  <a:pt x="145827" y="25658"/>
                  <a:pt x="145727" y="25724"/>
                </a:cubicBezTo>
                <a:cubicBezTo>
                  <a:pt x="144233" y="26896"/>
                  <a:pt x="142409" y="27492"/>
                  <a:pt x="140565" y="27492"/>
                </a:cubicBezTo>
                <a:cubicBezTo>
                  <a:pt x="139363" y="27492"/>
                  <a:pt x="138153" y="27239"/>
                  <a:pt x="137021" y="26725"/>
                </a:cubicBezTo>
                <a:cubicBezTo>
                  <a:pt x="133919" y="25357"/>
                  <a:pt x="131984" y="22322"/>
                  <a:pt x="131917" y="18919"/>
                </a:cubicBezTo>
                <a:cubicBezTo>
                  <a:pt x="131917" y="18586"/>
                  <a:pt x="131884" y="18219"/>
                  <a:pt x="131851" y="17852"/>
                </a:cubicBezTo>
                <a:cubicBezTo>
                  <a:pt x="131517" y="13182"/>
                  <a:pt x="129449" y="8946"/>
                  <a:pt x="126313" y="5777"/>
                </a:cubicBezTo>
                <a:lnTo>
                  <a:pt x="126280" y="5777"/>
                </a:lnTo>
                <a:cubicBezTo>
                  <a:pt x="126113" y="5577"/>
                  <a:pt x="125913" y="5410"/>
                  <a:pt x="125746" y="5243"/>
                </a:cubicBezTo>
                <a:cubicBezTo>
                  <a:pt x="125713" y="5210"/>
                  <a:pt x="125680" y="5176"/>
                  <a:pt x="125680" y="5176"/>
                </a:cubicBezTo>
                <a:cubicBezTo>
                  <a:pt x="125480" y="5010"/>
                  <a:pt x="125313" y="4843"/>
                  <a:pt x="125146" y="4709"/>
                </a:cubicBezTo>
                <a:cubicBezTo>
                  <a:pt x="125113" y="4676"/>
                  <a:pt x="125046" y="4609"/>
                  <a:pt x="125013" y="4576"/>
                </a:cubicBezTo>
                <a:cubicBezTo>
                  <a:pt x="124846" y="4442"/>
                  <a:pt x="124712" y="4342"/>
                  <a:pt x="124546" y="4209"/>
                </a:cubicBezTo>
                <a:cubicBezTo>
                  <a:pt x="124479" y="4142"/>
                  <a:pt x="124412" y="4109"/>
                  <a:pt x="124345" y="4042"/>
                </a:cubicBezTo>
                <a:cubicBezTo>
                  <a:pt x="124212" y="3942"/>
                  <a:pt x="124045" y="3809"/>
                  <a:pt x="123912" y="3709"/>
                </a:cubicBezTo>
                <a:cubicBezTo>
                  <a:pt x="123812" y="3642"/>
                  <a:pt x="123745" y="3575"/>
                  <a:pt x="123645" y="3542"/>
                </a:cubicBezTo>
                <a:cubicBezTo>
                  <a:pt x="123511" y="3442"/>
                  <a:pt x="123378" y="3342"/>
                  <a:pt x="123245" y="3242"/>
                </a:cubicBezTo>
                <a:cubicBezTo>
                  <a:pt x="123145" y="3175"/>
                  <a:pt x="123044" y="3108"/>
                  <a:pt x="122944" y="3041"/>
                </a:cubicBezTo>
                <a:cubicBezTo>
                  <a:pt x="122811" y="2975"/>
                  <a:pt x="122678" y="2908"/>
                  <a:pt x="122544" y="2808"/>
                </a:cubicBezTo>
                <a:cubicBezTo>
                  <a:pt x="122444" y="2741"/>
                  <a:pt x="122311" y="2675"/>
                  <a:pt x="122177" y="2608"/>
                </a:cubicBezTo>
                <a:cubicBezTo>
                  <a:pt x="122077" y="2541"/>
                  <a:pt x="121977" y="2474"/>
                  <a:pt x="121844" y="2408"/>
                </a:cubicBezTo>
                <a:cubicBezTo>
                  <a:pt x="121710" y="2341"/>
                  <a:pt x="121577" y="2241"/>
                  <a:pt x="121443" y="2174"/>
                </a:cubicBezTo>
                <a:cubicBezTo>
                  <a:pt x="121343" y="2141"/>
                  <a:pt x="121210" y="2074"/>
                  <a:pt x="121110" y="2007"/>
                </a:cubicBezTo>
                <a:cubicBezTo>
                  <a:pt x="120976" y="1941"/>
                  <a:pt x="120810" y="1874"/>
                  <a:pt x="120676" y="1807"/>
                </a:cubicBezTo>
                <a:cubicBezTo>
                  <a:pt x="120576" y="1741"/>
                  <a:pt x="120443" y="1707"/>
                  <a:pt x="120343" y="1674"/>
                </a:cubicBezTo>
                <a:cubicBezTo>
                  <a:pt x="120209" y="1574"/>
                  <a:pt x="120042" y="1507"/>
                  <a:pt x="119876" y="1440"/>
                </a:cubicBezTo>
                <a:cubicBezTo>
                  <a:pt x="119775" y="1407"/>
                  <a:pt x="119675" y="1374"/>
                  <a:pt x="119575" y="1340"/>
                </a:cubicBezTo>
                <a:cubicBezTo>
                  <a:pt x="119409" y="1274"/>
                  <a:pt x="119242" y="1207"/>
                  <a:pt x="119075" y="1140"/>
                </a:cubicBezTo>
                <a:lnTo>
                  <a:pt x="118741" y="1040"/>
                </a:lnTo>
                <a:cubicBezTo>
                  <a:pt x="118575" y="973"/>
                  <a:pt x="118408" y="940"/>
                  <a:pt x="118241" y="873"/>
                </a:cubicBezTo>
                <a:lnTo>
                  <a:pt x="117907" y="773"/>
                </a:lnTo>
                <a:cubicBezTo>
                  <a:pt x="117741" y="740"/>
                  <a:pt x="117607" y="673"/>
                  <a:pt x="117407" y="640"/>
                </a:cubicBezTo>
                <a:cubicBezTo>
                  <a:pt x="117307" y="606"/>
                  <a:pt x="117174" y="573"/>
                  <a:pt x="117074" y="540"/>
                </a:cubicBezTo>
                <a:cubicBezTo>
                  <a:pt x="116907" y="506"/>
                  <a:pt x="116740" y="473"/>
                  <a:pt x="116573" y="440"/>
                </a:cubicBezTo>
                <a:cubicBezTo>
                  <a:pt x="116473" y="406"/>
                  <a:pt x="116340" y="373"/>
                  <a:pt x="116206" y="373"/>
                </a:cubicBezTo>
                <a:cubicBezTo>
                  <a:pt x="116039" y="340"/>
                  <a:pt x="115873" y="306"/>
                  <a:pt x="115739" y="273"/>
                </a:cubicBezTo>
                <a:cubicBezTo>
                  <a:pt x="115606" y="239"/>
                  <a:pt x="115439" y="239"/>
                  <a:pt x="115306" y="206"/>
                </a:cubicBezTo>
                <a:cubicBezTo>
                  <a:pt x="115172" y="206"/>
                  <a:pt x="115005" y="173"/>
                  <a:pt x="114872" y="173"/>
                </a:cubicBezTo>
                <a:cubicBezTo>
                  <a:pt x="114705" y="139"/>
                  <a:pt x="114572" y="139"/>
                  <a:pt x="114405" y="106"/>
                </a:cubicBezTo>
                <a:cubicBezTo>
                  <a:pt x="114305" y="106"/>
                  <a:pt x="114238" y="106"/>
                  <a:pt x="114138" y="73"/>
                </a:cubicBezTo>
                <a:lnTo>
                  <a:pt x="113838" y="73"/>
                </a:lnTo>
                <a:cubicBezTo>
                  <a:pt x="113671" y="39"/>
                  <a:pt x="113504" y="39"/>
                  <a:pt x="113371" y="39"/>
                </a:cubicBezTo>
                <a:lnTo>
                  <a:pt x="111836" y="39"/>
                </a:lnTo>
                <a:cubicBezTo>
                  <a:pt x="111636" y="39"/>
                  <a:pt x="111470" y="73"/>
                  <a:pt x="111269" y="73"/>
                </a:cubicBezTo>
                <a:cubicBezTo>
                  <a:pt x="111103" y="73"/>
                  <a:pt x="110936" y="106"/>
                  <a:pt x="110769" y="106"/>
                </a:cubicBezTo>
                <a:cubicBezTo>
                  <a:pt x="110602" y="139"/>
                  <a:pt x="110435" y="139"/>
                  <a:pt x="110302" y="173"/>
                </a:cubicBezTo>
                <a:cubicBezTo>
                  <a:pt x="110102" y="173"/>
                  <a:pt x="109902" y="206"/>
                  <a:pt x="109735" y="239"/>
                </a:cubicBezTo>
                <a:cubicBezTo>
                  <a:pt x="109635" y="239"/>
                  <a:pt x="109568" y="273"/>
                  <a:pt x="109501" y="273"/>
                </a:cubicBezTo>
                <a:cubicBezTo>
                  <a:pt x="108601" y="406"/>
                  <a:pt x="107734" y="606"/>
                  <a:pt x="106900" y="873"/>
                </a:cubicBezTo>
                <a:cubicBezTo>
                  <a:pt x="106866" y="873"/>
                  <a:pt x="106833" y="907"/>
                  <a:pt x="106800" y="907"/>
                </a:cubicBezTo>
                <a:cubicBezTo>
                  <a:pt x="106533" y="973"/>
                  <a:pt x="106266" y="1073"/>
                  <a:pt x="106032" y="1173"/>
                </a:cubicBezTo>
                <a:cubicBezTo>
                  <a:pt x="105966" y="1173"/>
                  <a:pt x="105899" y="1207"/>
                  <a:pt x="105832" y="1240"/>
                </a:cubicBezTo>
                <a:cubicBezTo>
                  <a:pt x="105599" y="1307"/>
                  <a:pt x="105365" y="1407"/>
                  <a:pt x="105132" y="1507"/>
                </a:cubicBezTo>
                <a:cubicBezTo>
                  <a:pt x="105065" y="1540"/>
                  <a:pt x="104998" y="1574"/>
                  <a:pt x="104932" y="1607"/>
                </a:cubicBezTo>
                <a:cubicBezTo>
                  <a:pt x="104698" y="1707"/>
                  <a:pt x="104465" y="1807"/>
                  <a:pt x="104231" y="1941"/>
                </a:cubicBezTo>
                <a:cubicBezTo>
                  <a:pt x="104164" y="1941"/>
                  <a:pt x="104098" y="1974"/>
                  <a:pt x="104031" y="2007"/>
                </a:cubicBezTo>
                <a:cubicBezTo>
                  <a:pt x="103797" y="2141"/>
                  <a:pt x="103564" y="2241"/>
                  <a:pt x="103330" y="2374"/>
                </a:cubicBezTo>
                <a:cubicBezTo>
                  <a:pt x="103264" y="2408"/>
                  <a:pt x="103197" y="2441"/>
                  <a:pt x="103164" y="2474"/>
                </a:cubicBezTo>
                <a:cubicBezTo>
                  <a:pt x="102930" y="2608"/>
                  <a:pt x="102697" y="2741"/>
                  <a:pt x="102496" y="2875"/>
                </a:cubicBezTo>
                <a:cubicBezTo>
                  <a:pt x="102430" y="2908"/>
                  <a:pt x="102363" y="2941"/>
                  <a:pt x="102296" y="2975"/>
                </a:cubicBezTo>
                <a:cubicBezTo>
                  <a:pt x="102096" y="3108"/>
                  <a:pt x="101863" y="3275"/>
                  <a:pt x="101662" y="3408"/>
                </a:cubicBezTo>
                <a:cubicBezTo>
                  <a:pt x="101596" y="3442"/>
                  <a:pt x="101562" y="3475"/>
                  <a:pt x="101496" y="3508"/>
                </a:cubicBezTo>
                <a:cubicBezTo>
                  <a:pt x="101296" y="3675"/>
                  <a:pt x="101062" y="3842"/>
                  <a:pt x="100862" y="3975"/>
                </a:cubicBezTo>
                <a:cubicBezTo>
                  <a:pt x="100795" y="4009"/>
                  <a:pt x="100762" y="4042"/>
                  <a:pt x="100728" y="4076"/>
                </a:cubicBezTo>
                <a:cubicBezTo>
                  <a:pt x="100495" y="4242"/>
                  <a:pt x="100295" y="4442"/>
                  <a:pt x="100095" y="4609"/>
                </a:cubicBezTo>
                <a:cubicBezTo>
                  <a:pt x="100061" y="4643"/>
                  <a:pt x="100028" y="4676"/>
                  <a:pt x="99995" y="4709"/>
                </a:cubicBezTo>
                <a:cubicBezTo>
                  <a:pt x="99761" y="4876"/>
                  <a:pt x="99561" y="5076"/>
                  <a:pt x="99361" y="5276"/>
                </a:cubicBezTo>
                <a:cubicBezTo>
                  <a:pt x="99327" y="5276"/>
                  <a:pt x="99294" y="5310"/>
                  <a:pt x="99261" y="5343"/>
                </a:cubicBezTo>
                <a:cubicBezTo>
                  <a:pt x="99061" y="5543"/>
                  <a:pt x="98860" y="5743"/>
                  <a:pt x="98660" y="5944"/>
                </a:cubicBezTo>
                <a:cubicBezTo>
                  <a:pt x="98627" y="5977"/>
                  <a:pt x="98627" y="5977"/>
                  <a:pt x="98594" y="6010"/>
                </a:cubicBezTo>
                <a:cubicBezTo>
                  <a:pt x="98393" y="6210"/>
                  <a:pt x="98193" y="6444"/>
                  <a:pt x="97993" y="6677"/>
                </a:cubicBezTo>
                <a:cubicBezTo>
                  <a:pt x="95024" y="10113"/>
                  <a:pt x="93223" y="14550"/>
                  <a:pt x="93223" y="19420"/>
                </a:cubicBezTo>
                <a:cubicBezTo>
                  <a:pt x="93223" y="22489"/>
                  <a:pt x="91422" y="25257"/>
                  <a:pt x="88620" y="26525"/>
                </a:cubicBezTo>
                <a:lnTo>
                  <a:pt x="87619" y="26992"/>
                </a:lnTo>
                <a:cubicBezTo>
                  <a:pt x="86597" y="27441"/>
                  <a:pt x="85501" y="27666"/>
                  <a:pt x="84414" y="27666"/>
                </a:cubicBezTo>
                <a:cubicBezTo>
                  <a:pt x="82591" y="27666"/>
                  <a:pt x="80792" y="27032"/>
                  <a:pt x="79413" y="25758"/>
                </a:cubicBezTo>
                <a:cubicBezTo>
                  <a:pt x="75977" y="22622"/>
                  <a:pt x="71408" y="20687"/>
                  <a:pt x="66371" y="20687"/>
                </a:cubicBezTo>
                <a:cubicBezTo>
                  <a:pt x="61500" y="20687"/>
                  <a:pt x="57031" y="22522"/>
                  <a:pt x="53628" y="25491"/>
                </a:cubicBezTo>
                <a:cubicBezTo>
                  <a:pt x="52088" y="26841"/>
                  <a:pt x="50147" y="27538"/>
                  <a:pt x="48177" y="27538"/>
                </a:cubicBezTo>
                <a:cubicBezTo>
                  <a:pt x="47033" y="27538"/>
                  <a:pt x="45879" y="27303"/>
                  <a:pt x="44789" y="26825"/>
                </a:cubicBezTo>
                <a:lnTo>
                  <a:pt x="44655" y="26758"/>
                </a:lnTo>
                <a:cubicBezTo>
                  <a:pt x="41520" y="25357"/>
                  <a:pt x="39585" y="22322"/>
                  <a:pt x="39518" y="18919"/>
                </a:cubicBezTo>
                <a:cubicBezTo>
                  <a:pt x="39518" y="18619"/>
                  <a:pt x="39518" y="18286"/>
                  <a:pt x="39485" y="17952"/>
                </a:cubicBezTo>
                <a:cubicBezTo>
                  <a:pt x="38818" y="8512"/>
                  <a:pt x="31179" y="840"/>
                  <a:pt x="21739" y="106"/>
                </a:cubicBezTo>
                <a:cubicBezTo>
                  <a:pt x="21201" y="62"/>
                  <a:pt x="20667" y="41"/>
                  <a:pt x="20137" y="41"/>
                </a:cubicBezTo>
                <a:cubicBezTo>
                  <a:pt x="8988" y="41"/>
                  <a:pt x="0" y="9585"/>
                  <a:pt x="924" y="20954"/>
                </a:cubicBezTo>
                <a:cubicBezTo>
                  <a:pt x="1658" y="30361"/>
                  <a:pt x="9330" y="37966"/>
                  <a:pt x="18737" y="38667"/>
                </a:cubicBezTo>
                <a:cubicBezTo>
                  <a:pt x="19222" y="38703"/>
                  <a:pt x="19704" y="38721"/>
                  <a:pt x="20183" y="38721"/>
                </a:cubicBezTo>
                <a:cubicBezTo>
                  <a:pt x="25029" y="38721"/>
                  <a:pt x="29480" y="36909"/>
                  <a:pt x="32880" y="33964"/>
                </a:cubicBezTo>
                <a:cubicBezTo>
                  <a:pt x="34447" y="32605"/>
                  <a:pt x="36420" y="31902"/>
                  <a:pt x="38422" y="31902"/>
                </a:cubicBezTo>
                <a:cubicBezTo>
                  <a:pt x="39616" y="31902"/>
                  <a:pt x="40819" y="32152"/>
                  <a:pt x="41953" y="32663"/>
                </a:cubicBezTo>
                <a:cubicBezTo>
                  <a:pt x="45022" y="34030"/>
                  <a:pt x="46957" y="37099"/>
                  <a:pt x="47057" y="40468"/>
                </a:cubicBezTo>
                <a:cubicBezTo>
                  <a:pt x="47057" y="41135"/>
                  <a:pt x="47124" y="41836"/>
                  <a:pt x="47190" y="42503"/>
                </a:cubicBezTo>
                <a:cubicBezTo>
                  <a:pt x="48291" y="51276"/>
                  <a:pt x="55396" y="58281"/>
                  <a:pt x="64169" y="59248"/>
                </a:cubicBezTo>
                <a:cubicBezTo>
                  <a:pt x="64915" y="59332"/>
                  <a:pt x="65654" y="59372"/>
                  <a:pt x="66384" y="59372"/>
                </a:cubicBezTo>
                <a:cubicBezTo>
                  <a:pt x="77040" y="59372"/>
                  <a:pt x="85718" y="50712"/>
                  <a:pt x="85718" y="40035"/>
                </a:cubicBezTo>
                <a:lnTo>
                  <a:pt x="85718" y="39968"/>
                </a:lnTo>
                <a:cubicBezTo>
                  <a:pt x="85718" y="36899"/>
                  <a:pt x="87519" y="34130"/>
                  <a:pt x="90321" y="32863"/>
                </a:cubicBezTo>
                <a:lnTo>
                  <a:pt x="91355" y="32429"/>
                </a:lnTo>
                <a:cubicBezTo>
                  <a:pt x="92379" y="31967"/>
                  <a:pt x="93472" y="31739"/>
                  <a:pt x="94556" y="31739"/>
                </a:cubicBezTo>
                <a:cubicBezTo>
                  <a:pt x="96367" y="31739"/>
                  <a:pt x="98150" y="32378"/>
                  <a:pt x="99528" y="33630"/>
                </a:cubicBezTo>
                <a:cubicBezTo>
                  <a:pt x="100995" y="34964"/>
                  <a:pt x="102630" y="36065"/>
                  <a:pt x="104431" y="36899"/>
                </a:cubicBezTo>
                <a:cubicBezTo>
                  <a:pt x="104431" y="36899"/>
                  <a:pt x="104465" y="36899"/>
                  <a:pt x="104465" y="36932"/>
                </a:cubicBezTo>
                <a:cubicBezTo>
                  <a:pt x="104665" y="37032"/>
                  <a:pt x="104898" y="37099"/>
                  <a:pt x="105098" y="37199"/>
                </a:cubicBezTo>
                <a:cubicBezTo>
                  <a:pt x="105165" y="37233"/>
                  <a:pt x="105232" y="37266"/>
                  <a:pt x="105298" y="37299"/>
                </a:cubicBezTo>
                <a:cubicBezTo>
                  <a:pt x="105465" y="37366"/>
                  <a:pt x="105632" y="37399"/>
                  <a:pt x="105799" y="37466"/>
                </a:cubicBezTo>
                <a:cubicBezTo>
                  <a:pt x="105932" y="37533"/>
                  <a:pt x="106032" y="37566"/>
                  <a:pt x="106166" y="37600"/>
                </a:cubicBezTo>
                <a:cubicBezTo>
                  <a:pt x="106299" y="37666"/>
                  <a:pt x="106399" y="37700"/>
                  <a:pt x="106533" y="37733"/>
                </a:cubicBezTo>
                <a:cubicBezTo>
                  <a:pt x="106699" y="37800"/>
                  <a:pt x="106866" y="37833"/>
                  <a:pt x="107033" y="37900"/>
                </a:cubicBezTo>
                <a:cubicBezTo>
                  <a:pt x="107133" y="37933"/>
                  <a:pt x="107233" y="37966"/>
                  <a:pt x="107333" y="38000"/>
                </a:cubicBezTo>
                <a:cubicBezTo>
                  <a:pt x="107533" y="38033"/>
                  <a:pt x="107734" y="38100"/>
                  <a:pt x="107900" y="38133"/>
                </a:cubicBezTo>
                <a:cubicBezTo>
                  <a:pt x="108000" y="38167"/>
                  <a:pt x="108067" y="38167"/>
                  <a:pt x="108167" y="38200"/>
                </a:cubicBezTo>
                <a:cubicBezTo>
                  <a:pt x="108367" y="38267"/>
                  <a:pt x="108601" y="38300"/>
                  <a:pt x="108801" y="38333"/>
                </a:cubicBezTo>
                <a:cubicBezTo>
                  <a:pt x="108868" y="38367"/>
                  <a:pt x="108934" y="38367"/>
                  <a:pt x="109001" y="38400"/>
                </a:cubicBezTo>
                <a:cubicBezTo>
                  <a:pt x="109235" y="38433"/>
                  <a:pt x="109468" y="38467"/>
                  <a:pt x="109702" y="38500"/>
                </a:cubicBezTo>
                <a:cubicBezTo>
                  <a:pt x="109768" y="38500"/>
                  <a:pt x="109835" y="38500"/>
                  <a:pt x="109902" y="38534"/>
                </a:cubicBezTo>
                <a:cubicBezTo>
                  <a:pt x="110135" y="38567"/>
                  <a:pt x="110335" y="38600"/>
                  <a:pt x="110569" y="38600"/>
                </a:cubicBezTo>
                <a:cubicBezTo>
                  <a:pt x="110669" y="38600"/>
                  <a:pt x="110736" y="38634"/>
                  <a:pt x="110836" y="38634"/>
                </a:cubicBezTo>
                <a:cubicBezTo>
                  <a:pt x="110936" y="38634"/>
                  <a:pt x="111036" y="38667"/>
                  <a:pt x="111103" y="38667"/>
                </a:cubicBezTo>
                <a:lnTo>
                  <a:pt x="111369" y="38667"/>
                </a:lnTo>
                <a:cubicBezTo>
                  <a:pt x="111536" y="38667"/>
                  <a:pt x="111703" y="38700"/>
                  <a:pt x="111870" y="38700"/>
                </a:cubicBezTo>
                <a:lnTo>
                  <a:pt x="113271" y="38700"/>
                </a:lnTo>
                <a:cubicBezTo>
                  <a:pt x="113471" y="38700"/>
                  <a:pt x="113671" y="38667"/>
                  <a:pt x="113871" y="38667"/>
                </a:cubicBezTo>
                <a:cubicBezTo>
                  <a:pt x="113971" y="38667"/>
                  <a:pt x="114071" y="38667"/>
                  <a:pt x="114205" y="38634"/>
                </a:cubicBezTo>
                <a:cubicBezTo>
                  <a:pt x="114438" y="38634"/>
                  <a:pt x="114638" y="38600"/>
                  <a:pt x="114872" y="38567"/>
                </a:cubicBezTo>
                <a:cubicBezTo>
                  <a:pt x="114972" y="38567"/>
                  <a:pt x="115039" y="38567"/>
                  <a:pt x="115105" y="38534"/>
                </a:cubicBezTo>
                <a:cubicBezTo>
                  <a:pt x="116073" y="38433"/>
                  <a:pt x="116973" y="38233"/>
                  <a:pt x="117874" y="37966"/>
                </a:cubicBezTo>
                <a:lnTo>
                  <a:pt x="117941" y="37966"/>
                </a:lnTo>
                <a:cubicBezTo>
                  <a:pt x="118208" y="37866"/>
                  <a:pt x="118475" y="37800"/>
                  <a:pt x="118775" y="37700"/>
                </a:cubicBezTo>
                <a:cubicBezTo>
                  <a:pt x="118808" y="37666"/>
                  <a:pt x="118841" y="37666"/>
                  <a:pt x="118875" y="37666"/>
                </a:cubicBezTo>
                <a:cubicBezTo>
                  <a:pt x="119142" y="37566"/>
                  <a:pt x="119375" y="37466"/>
                  <a:pt x="119642" y="37366"/>
                </a:cubicBezTo>
                <a:cubicBezTo>
                  <a:pt x="119675" y="37366"/>
                  <a:pt x="119709" y="37333"/>
                  <a:pt x="119742" y="37333"/>
                </a:cubicBezTo>
                <a:cubicBezTo>
                  <a:pt x="120009" y="37233"/>
                  <a:pt x="120242" y="37133"/>
                  <a:pt x="120509" y="36999"/>
                </a:cubicBezTo>
                <a:cubicBezTo>
                  <a:pt x="120543" y="36999"/>
                  <a:pt x="120576" y="36966"/>
                  <a:pt x="120609" y="36966"/>
                </a:cubicBezTo>
                <a:cubicBezTo>
                  <a:pt x="120843" y="36832"/>
                  <a:pt x="121110" y="36732"/>
                  <a:pt x="121343" y="36599"/>
                </a:cubicBezTo>
                <a:cubicBezTo>
                  <a:pt x="121377" y="36599"/>
                  <a:pt x="121410" y="36565"/>
                  <a:pt x="121410" y="36565"/>
                </a:cubicBezTo>
                <a:cubicBezTo>
                  <a:pt x="121677" y="36432"/>
                  <a:pt x="121944" y="36265"/>
                  <a:pt x="122211" y="36132"/>
                </a:cubicBezTo>
                <a:cubicBezTo>
                  <a:pt x="123245" y="35531"/>
                  <a:pt x="124245" y="34831"/>
                  <a:pt x="125146" y="34030"/>
                </a:cubicBezTo>
                <a:cubicBezTo>
                  <a:pt x="126775" y="32648"/>
                  <a:pt x="128787" y="31924"/>
                  <a:pt x="130831" y="31924"/>
                </a:cubicBezTo>
                <a:cubicBezTo>
                  <a:pt x="131550" y="31924"/>
                  <a:pt x="132273" y="32013"/>
                  <a:pt x="132985" y="32196"/>
                </a:cubicBezTo>
                <a:cubicBezTo>
                  <a:pt x="133419" y="32329"/>
                  <a:pt x="133886" y="32463"/>
                  <a:pt x="134319" y="32663"/>
                </a:cubicBezTo>
                <a:cubicBezTo>
                  <a:pt x="137388" y="34030"/>
                  <a:pt x="139323" y="37099"/>
                  <a:pt x="139423" y="40468"/>
                </a:cubicBezTo>
                <a:cubicBezTo>
                  <a:pt x="139423" y="41135"/>
                  <a:pt x="139490" y="41836"/>
                  <a:pt x="139556" y="42503"/>
                </a:cubicBezTo>
                <a:cubicBezTo>
                  <a:pt x="139590" y="42670"/>
                  <a:pt x="139623" y="42837"/>
                  <a:pt x="139656" y="43003"/>
                </a:cubicBezTo>
                <a:cubicBezTo>
                  <a:pt x="139690" y="43170"/>
                  <a:pt x="139690" y="43370"/>
                  <a:pt x="139756" y="43570"/>
                </a:cubicBezTo>
                <a:cubicBezTo>
                  <a:pt x="139823" y="44004"/>
                  <a:pt x="139923" y="44471"/>
                  <a:pt x="140023" y="44905"/>
                </a:cubicBezTo>
                <a:cubicBezTo>
                  <a:pt x="140057" y="44938"/>
                  <a:pt x="140057" y="45005"/>
                  <a:pt x="140057" y="45038"/>
                </a:cubicBezTo>
                <a:cubicBezTo>
                  <a:pt x="141624" y="50842"/>
                  <a:pt x="145827" y="55579"/>
                  <a:pt x="151265" y="57881"/>
                </a:cubicBezTo>
                <a:cubicBezTo>
                  <a:pt x="151298" y="57881"/>
                  <a:pt x="151331" y="57881"/>
                  <a:pt x="151365" y="57914"/>
                </a:cubicBezTo>
                <a:cubicBezTo>
                  <a:pt x="151632" y="58014"/>
                  <a:pt x="151932" y="58148"/>
                  <a:pt x="152232" y="58248"/>
                </a:cubicBezTo>
                <a:cubicBezTo>
                  <a:pt x="152499" y="58314"/>
                  <a:pt x="152732" y="58414"/>
                  <a:pt x="152999" y="58481"/>
                </a:cubicBezTo>
                <a:cubicBezTo>
                  <a:pt x="153199" y="58548"/>
                  <a:pt x="153433" y="58615"/>
                  <a:pt x="153633" y="58681"/>
                </a:cubicBezTo>
                <a:cubicBezTo>
                  <a:pt x="153967" y="58781"/>
                  <a:pt x="154333" y="58881"/>
                  <a:pt x="154700" y="58948"/>
                </a:cubicBezTo>
                <a:cubicBezTo>
                  <a:pt x="154834" y="58982"/>
                  <a:pt x="155001" y="59015"/>
                  <a:pt x="155167" y="59048"/>
                </a:cubicBezTo>
                <a:cubicBezTo>
                  <a:pt x="155568" y="59115"/>
                  <a:pt x="156001" y="59182"/>
                  <a:pt x="156435" y="59248"/>
                </a:cubicBezTo>
                <a:lnTo>
                  <a:pt x="156535" y="59248"/>
                </a:lnTo>
                <a:cubicBezTo>
                  <a:pt x="156635" y="59282"/>
                  <a:pt x="156735" y="59282"/>
                  <a:pt x="156835" y="59282"/>
                </a:cubicBezTo>
                <a:cubicBezTo>
                  <a:pt x="156935" y="59282"/>
                  <a:pt x="157069" y="59315"/>
                  <a:pt x="157202" y="59315"/>
                </a:cubicBezTo>
                <a:lnTo>
                  <a:pt x="157369" y="59315"/>
                </a:lnTo>
                <a:cubicBezTo>
                  <a:pt x="157569" y="59348"/>
                  <a:pt x="157769" y="59348"/>
                  <a:pt x="157969" y="59348"/>
                </a:cubicBezTo>
                <a:cubicBezTo>
                  <a:pt x="158170" y="59348"/>
                  <a:pt x="158336" y="59382"/>
                  <a:pt x="158503" y="59382"/>
                </a:cubicBezTo>
                <a:lnTo>
                  <a:pt x="159037" y="59382"/>
                </a:lnTo>
                <a:cubicBezTo>
                  <a:pt x="159237" y="59348"/>
                  <a:pt x="159404" y="59348"/>
                  <a:pt x="159571" y="59348"/>
                </a:cubicBezTo>
                <a:cubicBezTo>
                  <a:pt x="159771" y="59348"/>
                  <a:pt x="159937" y="59348"/>
                  <a:pt x="160104" y="59315"/>
                </a:cubicBezTo>
                <a:cubicBezTo>
                  <a:pt x="160271" y="59315"/>
                  <a:pt x="160471" y="59282"/>
                  <a:pt x="160671" y="59282"/>
                </a:cubicBezTo>
                <a:cubicBezTo>
                  <a:pt x="160805" y="59248"/>
                  <a:pt x="160972" y="59248"/>
                  <a:pt x="161138" y="59215"/>
                </a:cubicBezTo>
                <a:cubicBezTo>
                  <a:pt x="161338" y="59215"/>
                  <a:pt x="161505" y="59182"/>
                  <a:pt x="161705" y="59148"/>
                </a:cubicBezTo>
                <a:cubicBezTo>
                  <a:pt x="161839" y="59115"/>
                  <a:pt x="162006" y="59082"/>
                  <a:pt x="162139" y="59082"/>
                </a:cubicBezTo>
                <a:cubicBezTo>
                  <a:pt x="162339" y="59048"/>
                  <a:pt x="162539" y="58982"/>
                  <a:pt x="162739" y="58948"/>
                </a:cubicBezTo>
                <a:cubicBezTo>
                  <a:pt x="162873" y="58915"/>
                  <a:pt x="163006" y="58881"/>
                  <a:pt x="163106" y="58881"/>
                </a:cubicBezTo>
                <a:cubicBezTo>
                  <a:pt x="163340" y="58815"/>
                  <a:pt x="163540" y="58781"/>
                  <a:pt x="163774" y="58715"/>
                </a:cubicBezTo>
                <a:cubicBezTo>
                  <a:pt x="163874" y="58681"/>
                  <a:pt x="163974" y="58648"/>
                  <a:pt x="164074" y="58615"/>
                </a:cubicBezTo>
                <a:cubicBezTo>
                  <a:pt x="164307" y="58548"/>
                  <a:pt x="164541" y="58481"/>
                  <a:pt x="164774" y="58414"/>
                </a:cubicBezTo>
                <a:cubicBezTo>
                  <a:pt x="164841" y="58381"/>
                  <a:pt x="164908" y="58348"/>
                  <a:pt x="165008" y="58348"/>
                </a:cubicBezTo>
                <a:cubicBezTo>
                  <a:pt x="165241" y="58248"/>
                  <a:pt x="165508" y="58148"/>
                  <a:pt x="165742" y="58081"/>
                </a:cubicBezTo>
                <a:lnTo>
                  <a:pt x="165875" y="58014"/>
                </a:lnTo>
                <a:cubicBezTo>
                  <a:pt x="166142" y="57881"/>
                  <a:pt x="166409" y="57781"/>
                  <a:pt x="166676" y="57681"/>
                </a:cubicBezTo>
                <a:cubicBezTo>
                  <a:pt x="166709" y="57647"/>
                  <a:pt x="166709" y="57647"/>
                  <a:pt x="166742" y="57647"/>
                </a:cubicBezTo>
                <a:cubicBezTo>
                  <a:pt x="173447" y="54578"/>
                  <a:pt x="178117" y="47807"/>
                  <a:pt x="178084" y="39968"/>
                </a:cubicBezTo>
                <a:cubicBezTo>
                  <a:pt x="178084" y="36899"/>
                  <a:pt x="179885" y="34130"/>
                  <a:pt x="182687" y="32863"/>
                </a:cubicBezTo>
                <a:lnTo>
                  <a:pt x="183721" y="32429"/>
                </a:lnTo>
                <a:cubicBezTo>
                  <a:pt x="184745" y="31967"/>
                  <a:pt x="185838" y="31739"/>
                  <a:pt x="186922" y="31739"/>
                </a:cubicBezTo>
                <a:cubicBezTo>
                  <a:pt x="188733" y="31739"/>
                  <a:pt x="190516" y="32378"/>
                  <a:pt x="191894" y="33630"/>
                </a:cubicBezTo>
                <a:cubicBezTo>
                  <a:pt x="195329" y="36799"/>
                  <a:pt x="199933" y="38700"/>
                  <a:pt x="204936" y="38700"/>
                </a:cubicBezTo>
                <a:cubicBezTo>
                  <a:pt x="208872" y="38700"/>
                  <a:pt x="212542" y="37533"/>
                  <a:pt x="215577" y="35498"/>
                </a:cubicBezTo>
                <a:cubicBezTo>
                  <a:pt x="221948" y="31295"/>
                  <a:pt x="224917" y="23756"/>
                  <a:pt x="223983" y="16651"/>
                </a:cubicBezTo>
                <a:cubicBezTo>
                  <a:pt x="223483" y="12949"/>
                  <a:pt x="221948" y="9346"/>
                  <a:pt x="219313" y="6411"/>
                </a:cubicBezTo>
                <a:cubicBezTo>
                  <a:pt x="215944" y="2708"/>
                  <a:pt x="211207" y="373"/>
                  <a:pt x="206204" y="39"/>
                </a:cubicBezTo>
                <a:cubicBezTo>
                  <a:pt x="205789" y="13"/>
                  <a:pt x="205378" y="1"/>
                  <a:pt x="204969" y="1"/>
                </a:cubicBezTo>
                <a:close/>
              </a:path>
            </a:pathLst>
          </a:custGeom>
          <a:solidFill>
            <a:srgbClr val="EF4F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126;p19">
            <a:extLst>
              <a:ext uri="{FF2B5EF4-FFF2-40B4-BE49-F238E27FC236}">
                <a16:creationId xmlns:a16="http://schemas.microsoft.com/office/drawing/2014/main" id="{CA5317BB-9C13-419C-5183-239DF1BDFBF7}"/>
              </a:ext>
            </a:extLst>
          </p:cNvPr>
          <p:cNvSpPr txBox="1"/>
          <p:nvPr/>
        </p:nvSpPr>
        <p:spPr>
          <a:xfrm>
            <a:off x="1849104" y="1449193"/>
            <a:ext cx="2542451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6200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beta will be rolled out as a pilot program to a select group of users and engagement tracked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28;p19">
            <a:extLst>
              <a:ext uri="{FF2B5EF4-FFF2-40B4-BE49-F238E27FC236}">
                <a16:creationId xmlns:a16="http://schemas.microsoft.com/office/drawing/2014/main" id="{26BD1F01-8F07-219D-D7AD-5F04DC8F7E04}"/>
              </a:ext>
            </a:extLst>
          </p:cNvPr>
          <p:cNvSpPr txBox="1"/>
          <p:nvPr/>
        </p:nvSpPr>
        <p:spPr>
          <a:xfrm>
            <a:off x="4589816" y="1400413"/>
            <a:ext cx="2518278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6200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 spc="-1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Complete Launch of MVP with promotions across all channels. User engagement tracked to make real time decisions.</a:t>
            </a:r>
            <a:endParaRPr sz="1100" spc="-1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" name="Google Shape;130;p19">
            <a:extLst>
              <a:ext uri="{FF2B5EF4-FFF2-40B4-BE49-F238E27FC236}">
                <a16:creationId xmlns:a16="http://schemas.microsoft.com/office/drawing/2014/main" id="{90F517E3-C931-8574-EFDE-FAB79ECB7696}"/>
              </a:ext>
            </a:extLst>
          </p:cNvPr>
          <p:cNvGrpSpPr/>
          <p:nvPr/>
        </p:nvGrpSpPr>
        <p:grpSpPr>
          <a:xfrm>
            <a:off x="1617937" y="2556754"/>
            <a:ext cx="449366" cy="449393"/>
            <a:chOff x="1586614" y="2525399"/>
            <a:chExt cx="512156" cy="512187"/>
          </a:xfrm>
        </p:grpSpPr>
        <p:sp>
          <p:nvSpPr>
            <p:cNvPr id="13" name="Google Shape;131;p19">
              <a:extLst>
                <a:ext uri="{FF2B5EF4-FFF2-40B4-BE49-F238E27FC236}">
                  <a16:creationId xmlns:a16="http://schemas.microsoft.com/office/drawing/2014/main" id="{3F95CE00-F6A1-C35B-C97D-4C3F9F1FB02B}"/>
                </a:ext>
              </a:extLst>
            </p:cNvPr>
            <p:cNvSpPr/>
            <p:nvPr/>
          </p:nvSpPr>
          <p:spPr>
            <a:xfrm>
              <a:off x="2015816" y="2557233"/>
              <a:ext cx="73327" cy="56932"/>
            </a:xfrm>
            <a:custGeom>
              <a:avLst/>
              <a:gdLst/>
              <a:ahLst/>
              <a:cxnLst/>
              <a:rect l="l" t="t" r="r" b="b"/>
              <a:pathLst>
                <a:path w="2536" h="1969" extrusionOk="0">
                  <a:moveTo>
                    <a:pt x="2102" y="0"/>
                  </a:moveTo>
                  <a:lnTo>
                    <a:pt x="0" y="1034"/>
                  </a:lnTo>
                  <a:lnTo>
                    <a:pt x="467" y="1968"/>
                  </a:lnTo>
                  <a:lnTo>
                    <a:pt x="2535" y="934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32;p19">
              <a:extLst>
                <a:ext uri="{FF2B5EF4-FFF2-40B4-BE49-F238E27FC236}">
                  <a16:creationId xmlns:a16="http://schemas.microsoft.com/office/drawing/2014/main" id="{FD22FFC9-8149-FF9E-64B8-6FAA74A24A18}"/>
                </a:ext>
              </a:extLst>
            </p:cNvPr>
            <p:cNvSpPr/>
            <p:nvPr/>
          </p:nvSpPr>
          <p:spPr>
            <a:xfrm>
              <a:off x="2015816" y="2767497"/>
              <a:ext cx="73327" cy="56932"/>
            </a:xfrm>
            <a:custGeom>
              <a:avLst/>
              <a:gdLst/>
              <a:ahLst/>
              <a:cxnLst/>
              <a:rect l="l" t="t" r="r" b="b"/>
              <a:pathLst>
                <a:path w="2536" h="1969" extrusionOk="0">
                  <a:moveTo>
                    <a:pt x="467" y="0"/>
                  </a:moveTo>
                  <a:lnTo>
                    <a:pt x="0" y="934"/>
                  </a:lnTo>
                  <a:lnTo>
                    <a:pt x="2102" y="1968"/>
                  </a:lnTo>
                  <a:lnTo>
                    <a:pt x="2535" y="1034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33;p19">
              <a:extLst>
                <a:ext uri="{FF2B5EF4-FFF2-40B4-BE49-F238E27FC236}">
                  <a16:creationId xmlns:a16="http://schemas.microsoft.com/office/drawing/2014/main" id="{5FBAB897-41B1-4C01-ED7B-971221F95BE9}"/>
                </a:ext>
              </a:extLst>
            </p:cNvPr>
            <p:cNvSpPr/>
            <p:nvPr/>
          </p:nvSpPr>
          <p:spPr>
            <a:xfrm>
              <a:off x="2037993" y="2675868"/>
              <a:ext cx="60778" cy="29926"/>
            </a:xfrm>
            <a:custGeom>
              <a:avLst/>
              <a:gdLst/>
              <a:ahLst/>
              <a:cxnLst/>
              <a:rect l="l" t="t" r="r" b="b"/>
              <a:pathLst>
                <a:path w="2102" h="1035" extrusionOk="0">
                  <a:moveTo>
                    <a:pt x="0" y="0"/>
                  </a:moveTo>
                  <a:lnTo>
                    <a:pt x="0" y="1034"/>
                  </a:lnTo>
                  <a:lnTo>
                    <a:pt x="2102" y="1034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6" name="Google Shape;134;p19">
              <a:extLst>
                <a:ext uri="{FF2B5EF4-FFF2-40B4-BE49-F238E27FC236}">
                  <a16:creationId xmlns:a16="http://schemas.microsoft.com/office/drawing/2014/main" id="{0A499D6A-85FF-2EAD-A235-4C8C0E3463AC}"/>
                </a:ext>
              </a:extLst>
            </p:cNvPr>
            <p:cNvSpPr/>
            <p:nvPr/>
          </p:nvSpPr>
          <p:spPr>
            <a:xfrm>
              <a:off x="1596243" y="2557233"/>
              <a:ext cx="73327" cy="56932"/>
            </a:xfrm>
            <a:custGeom>
              <a:avLst/>
              <a:gdLst/>
              <a:ahLst/>
              <a:cxnLst/>
              <a:rect l="l" t="t" r="r" b="b"/>
              <a:pathLst>
                <a:path w="2536" h="1969" extrusionOk="0">
                  <a:moveTo>
                    <a:pt x="468" y="0"/>
                  </a:moveTo>
                  <a:lnTo>
                    <a:pt x="1" y="934"/>
                  </a:lnTo>
                  <a:lnTo>
                    <a:pt x="2069" y="1968"/>
                  </a:lnTo>
                  <a:lnTo>
                    <a:pt x="2536" y="1034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7" name="Google Shape;135;p19">
              <a:extLst>
                <a:ext uri="{FF2B5EF4-FFF2-40B4-BE49-F238E27FC236}">
                  <a16:creationId xmlns:a16="http://schemas.microsoft.com/office/drawing/2014/main" id="{8DCB5750-5252-5696-C045-BA0F64C05291}"/>
                </a:ext>
              </a:extLst>
            </p:cNvPr>
            <p:cNvSpPr/>
            <p:nvPr/>
          </p:nvSpPr>
          <p:spPr>
            <a:xfrm>
              <a:off x="1596243" y="2767497"/>
              <a:ext cx="73327" cy="56932"/>
            </a:xfrm>
            <a:custGeom>
              <a:avLst/>
              <a:gdLst/>
              <a:ahLst/>
              <a:cxnLst/>
              <a:rect l="l" t="t" r="r" b="b"/>
              <a:pathLst>
                <a:path w="2536" h="1969" extrusionOk="0">
                  <a:moveTo>
                    <a:pt x="2069" y="0"/>
                  </a:moveTo>
                  <a:lnTo>
                    <a:pt x="1" y="1034"/>
                  </a:lnTo>
                  <a:lnTo>
                    <a:pt x="468" y="1968"/>
                  </a:lnTo>
                  <a:lnTo>
                    <a:pt x="2536" y="934"/>
                  </a:lnTo>
                  <a:lnTo>
                    <a:pt x="20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8" name="Google Shape;136;p19">
              <a:extLst>
                <a:ext uri="{FF2B5EF4-FFF2-40B4-BE49-F238E27FC236}">
                  <a16:creationId xmlns:a16="http://schemas.microsoft.com/office/drawing/2014/main" id="{11A712FF-A113-9CDC-B810-8780BE213748}"/>
                </a:ext>
              </a:extLst>
            </p:cNvPr>
            <p:cNvSpPr/>
            <p:nvPr/>
          </p:nvSpPr>
          <p:spPr>
            <a:xfrm>
              <a:off x="1586614" y="2675868"/>
              <a:ext cx="60778" cy="29926"/>
            </a:xfrm>
            <a:custGeom>
              <a:avLst/>
              <a:gdLst/>
              <a:ahLst/>
              <a:cxnLst/>
              <a:rect l="l" t="t" r="r" b="b"/>
              <a:pathLst>
                <a:path w="2102" h="1035" extrusionOk="0">
                  <a:moveTo>
                    <a:pt x="0" y="0"/>
                  </a:moveTo>
                  <a:lnTo>
                    <a:pt x="0" y="1034"/>
                  </a:lnTo>
                  <a:lnTo>
                    <a:pt x="2102" y="1034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37;p19">
              <a:extLst>
                <a:ext uri="{FF2B5EF4-FFF2-40B4-BE49-F238E27FC236}">
                  <a16:creationId xmlns:a16="http://schemas.microsoft.com/office/drawing/2014/main" id="{72C130A2-58C8-DBCC-9C7D-25F51C8C68BC}"/>
                </a:ext>
              </a:extLst>
            </p:cNvPr>
            <p:cNvSpPr/>
            <p:nvPr/>
          </p:nvSpPr>
          <p:spPr>
            <a:xfrm>
              <a:off x="1797832" y="3007659"/>
              <a:ext cx="89721" cy="29926"/>
            </a:xfrm>
            <a:custGeom>
              <a:avLst/>
              <a:gdLst/>
              <a:ahLst/>
              <a:cxnLst/>
              <a:rect l="l" t="t" r="r" b="b"/>
              <a:pathLst>
                <a:path w="3103" h="1035" extrusionOk="0">
                  <a:moveTo>
                    <a:pt x="0" y="0"/>
                  </a:moveTo>
                  <a:lnTo>
                    <a:pt x="0" y="1034"/>
                  </a:lnTo>
                  <a:lnTo>
                    <a:pt x="3103" y="1034"/>
                  </a:lnTo>
                  <a:lnTo>
                    <a:pt x="31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138;p19">
              <a:extLst>
                <a:ext uri="{FF2B5EF4-FFF2-40B4-BE49-F238E27FC236}">
                  <a16:creationId xmlns:a16="http://schemas.microsoft.com/office/drawing/2014/main" id="{71B1512F-3C8C-CBE7-0C10-28853F9B377B}"/>
                </a:ext>
              </a:extLst>
            </p:cNvPr>
            <p:cNvSpPr/>
            <p:nvPr/>
          </p:nvSpPr>
          <p:spPr>
            <a:xfrm>
              <a:off x="1677260" y="2525399"/>
              <a:ext cx="330866" cy="452393"/>
            </a:xfrm>
            <a:custGeom>
              <a:avLst/>
              <a:gdLst/>
              <a:ahLst/>
              <a:cxnLst/>
              <a:rect l="l" t="t" r="r" b="b"/>
              <a:pathLst>
                <a:path w="11443" h="15646" extrusionOk="0">
                  <a:moveTo>
                    <a:pt x="5705" y="6238"/>
                  </a:moveTo>
                  <a:cubicBezTo>
                    <a:pt x="6005" y="6238"/>
                    <a:pt x="6239" y="6472"/>
                    <a:pt x="6239" y="6772"/>
                  </a:cubicBezTo>
                  <a:cubicBezTo>
                    <a:pt x="6239" y="7039"/>
                    <a:pt x="6005" y="7272"/>
                    <a:pt x="5705" y="7272"/>
                  </a:cubicBezTo>
                  <a:cubicBezTo>
                    <a:pt x="5438" y="7272"/>
                    <a:pt x="5205" y="7039"/>
                    <a:pt x="5205" y="6772"/>
                  </a:cubicBezTo>
                  <a:cubicBezTo>
                    <a:pt x="5205" y="6472"/>
                    <a:pt x="5438" y="6238"/>
                    <a:pt x="5705" y="6238"/>
                  </a:cubicBezTo>
                  <a:close/>
                  <a:moveTo>
                    <a:pt x="5738" y="1035"/>
                  </a:moveTo>
                  <a:cubicBezTo>
                    <a:pt x="8307" y="1035"/>
                    <a:pt x="10408" y="3136"/>
                    <a:pt x="10408" y="5705"/>
                  </a:cubicBezTo>
                  <a:cubicBezTo>
                    <a:pt x="10408" y="7573"/>
                    <a:pt x="9307" y="9240"/>
                    <a:pt x="7606" y="10008"/>
                  </a:cubicBezTo>
                  <a:lnTo>
                    <a:pt x="7273" y="10141"/>
                  </a:lnTo>
                  <a:lnTo>
                    <a:pt x="7273" y="12476"/>
                  </a:lnTo>
                  <a:lnTo>
                    <a:pt x="6239" y="12476"/>
                  </a:lnTo>
                  <a:lnTo>
                    <a:pt x="6239" y="8240"/>
                  </a:lnTo>
                  <a:cubicBezTo>
                    <a:pt x="6839" y="8006"/>
                    <a:pt x="7273" y="7439"/>
                    <a:pt x="7273" y="6772"/>
                  </a:cubicBezTo>
                  <a:cubicBezTo>
                    <a:pt x="7273" y="5905"/>
                    <a:pt x="6572" y="5204"/>
                    <a:pt x="5738" y="5204"/>
                  </a:cubicBezTo>
                  <a:cubicBezTo>
                    <a:pt x="4871" y="5204"/>
                    <a:pt x="4170" y="5905"/>
                    <a:pt x="4170" y="6772"/>
                  </a:cubicBezTo>
                  <a:cubicBezTo>
                    <a:pt x="4170" y="7439"/>
                    <a:pt x="4604" y="8006"/>
                    <a:pt x="5205" y="8240"/>
                  </a:cubicBezTo>
                  <a:lnTo>
                    <a:pt x="5205" y="12476"/>
                  </a:lnTo>
                  <a:lnTo>
                    <a:pt x="4170" y="12476"/>
                  </a:lnTo>
                  <a:lnTo>
                    <a:pt x="4170" y="10141"/>
                  </a:lnTo>
                  <a:lnTo>
                    <a:pt x="3870" y="10008"/>
                  </a:lnTo>
                  <a:cubicBezTo>
                    <a:pt x="2169" y="9240"/>
                    <a:pt x="1068" y="7573"/>
                    <a:pt x="1068" y="5705"/>
                  </a:cubicBezTo>
                  <a:cubicBezTo>
                    <a:pt x="1068" y="3136"/>
                    <a:pt x="3136" y="1035"/>
                    <a:pt x="5738" y="1035"/>
                  </a:cubicBezTo>
                  <a:close/>
                  <a:moveTo>
                    <a:pt x="7273" y="13510"/>
                  </a:moveTo>
                  <a:lnTo>
                    <a:pt x="7273" y="14611"/>
                  </a:lnTo>
                  <a:lnTo>
                    <a:pt x="4170" y="14611"/>
                  </a:lnTo>
                  <a:lnTo>
                    <a:pt x="4170" y="13510"/>
                  </a:lnTo>
                  <a:close/>
                  <a:moveTo>
                    <a:pt x="5738" y="1"/>
                  </a:moveTo>
                  <a:cubicBezTo>
                    <a:pt x="2569" y="1"/>
                    <a:pt x="1" y="2569"/>
                    <a:pt x="1" y="5705"/>
                  </a:cubicBezTo>
                  <a:cubicBezTo>
                    <a:pt x="1" y="7873"/>
                    <a:pt x="1235" y="9808"/>
                    <a:pt x="3136" y="10808"/>
                  </a:cubicBezTo>
                  <a:lnTo>
                    <a:pt x="3136" y="12476"/>
                  </a:lnTo>
                  <a:lnTo>
                    <a:pt x="2102" y="12476"/>
                  </a:lnTo>
                  <a:lnTo>
                    <a:pt x="2102" y="13510"/>
                  </a:lnTo>
                  <a:lnTo>
                    <a:pt x="3136" y="13510"/>
                  </a:lnTo>
                  <a:lnTo>
                    <a:pt x="3136" y="15645"/>
                  </a:lnTo>
                  <a:lnTo>
                    <a:pt x="8307" y="15645"/>
                  </a:lnTo>
                  <a:lnTo>
                    <a:pt x="8307" y="13510"/>
                  </a:lnTo>
                  <a:lnTo>
                    <a:pt x="9341" y="13510"/>
                  </a:lnTo>
                  <a:lnTo>
                    <a:pt x="9341" y="12476"/>
                  </a:lnTo>
                  <a:lnTo>
                    <a:pt x="8307" y="12476"/>
                  </a:lnTo>
                  <a:lnTo>
                    <a:pt x="8307" y="10808"/>
                  </a:lnTo>
                  <a:cubicBezTo>
                    <a:pt x="10208" y="9808"/>
                    <a:pt x="11442" y="7873"/>
                    <a:pt x="11442" y="5705"/>
                  </a:cubicBezTo>
                  <a:cubicBezTo>
                    <a:pt x="11442" y="2569"/>
                    <a:pt x="8874" y="1"/>
                    <a:pt x="57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2" name="Google Shape;140;p19">
            <a:extLst>
              <a:ext uri="{FF2B5EF4-FFF2-40B4-BE49-F238E27FC236}">
                <a16:creationId xmlns:a16="http://schemas.microsoft.com/office/drawing/2014/main" id="{D4541D7B-B742-997E-7327-8D95F00836B0}"/>
              </a:ext>
            </a:extLst>
          </p:cNvPr>
          <p:cNvGrpSpPr/>
          <p:nvPr/>
        </p:nvGrpSpPr>
        <p:grpSpPr>
          <a:xfrm>
            <a:off x="2973507" y="3145740"/>
            <a:ext cx="415663" cy="416457"/>
            <a:chOff x="2923401" y="3095414"/>
            <a:chExt cx="516031" cy="517017"/>
          </a:xfrm>
        </p:grpSpPr>
        <p:sp>
          <p:nvSpPr>
            <p:cNvPr id="23" name="Google Shape;141;p19">
              <a:extLst>
                <a:ext uri="{FF2B5EF4-FFF2-40B4-BE49-F238E27FC236}">
                  <a16:creationId xmlns:a16="http://schemas.microsoft.com/office/drawing/2014/main" id="{750E58B4-A9BB-ABB3-6046-627679319B65}"/>
                </a:ext>
              </a:extLst>
            </p:cNvPr>
            <p:cNvSpPr/>
            <p:nvPr/>
          </p:nvSpPr>
          <p:spPr>
            <a:xfrm>
              <a:off x="3105676" y="3278672"/>
              <a:ext cx="151453" cy="151453"/>
            </a:xfrm>
            <a:custGeom>
              <a:avLst/>
              <a:gdLst/>
              <a:ahLst/>
              <a:cxnLst/>
              <a:rect l="l" t="t" r="r" b="b"/>
              <a:pathLst>
                <a:path w="5238" h="5238" extrusionOk="0">
                  <a:moveTo>
                    <a:pt x="2603" y="1035"/>
                  </a:moveTo>
                  <a:cubicBezTo>
                    <a:pt x="3470" y="1035"/>
                    <a:pt x="4170" y="1735"/>
                    <a:pt x="4170" y="2602"/>
                  </a:cubicBezTo>
                  <a:cubicBezTo>
                    <a:pt x="4170" y="3470"/>
                    <a:pt x="3470" y="4170"/>
                    <a:pt x="2603" y="4170"/>
                  </a:cubicBezTo>
                  <a:cubicBezTo>
                    <a:pt x="1735" y="4170"/>
                    <a:pt x="1035" y="3470"/>
                    <a:pt x="1035" y="2602"/>
                  </a:cubicBezTo>
                  <a:cubicBezTo>
                    <a:pt x="1035" y="1735"/>
                    <a:pt x="1735" y="1035"/>
                    <a:pt x="2603" y="1035"/>
                  </a:cubicBezTo>
                  <a:close/>
                  <a:moveTo>
                    <a:pt x="2603" y="1"/>
                  </a:moveTo>
                  <a:cubicBezTo>
                    <a:pt x="1168" y="1"/>
                    <a:pt x="1" y="1168"/>
                    <a:pt x="1" y="2602"/>
                  </a:cubicBezTo>
                  <a:cubicBezTo>
                    <a:pt x="1" y="4070"/>
                    <a:pt x="1168" y="5238"/>
                    <a:pt x="2603" y="5238"/>
                  </a:cubicBezTo>
                  <a:cubicBezTo>
                    <a:pt x="4037" y="5238"/>
                    <a:pt x="5204" y="4070"/>
                    <a:pt x="5204" y="2602"/>
                  </a:cubicBezTo>
                  <a:cubicBezTo>
                    <a:pt x="5238" y="1168"/>
                    <a:pt x="4037" y="1"/>
                    <a:pt x="26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4" name="Google Shape;142;p19">
              <a:extLst>
                <a:ext uri="{FF2B5EF4-FFF2-40B4-BE49-F238E27FC236}">
                  <a16:creationId xmlns:a16="http://schemas.microsoft.com/office/drawing/2014/main" id="{9871FF81-E9D3-E661-D4F6-F4672C07C55A}"/>
                </a:ext>
              </a:extLst>
            </p:cNvPr>
            <p:cNvSpPr/>
            <p:nvPr/>
          </p:nvSpPr>
          <p:spPr>
            <a:xfrm>
              <a:off x="3159687" y="3332684"/>
              <a:ext cx="42475" cy="42475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35" y="1"/>
                  </a:moveTo>
                  <a:lnTo>
                    <a:pt x="1" y="734"/>
                  </a:lnTo>
                  <a:lnTo>
                    <a:pt x="735" y="1468"/>
                  </a:lnTo>
                  <a:lnTo>
                    <a:pt x="1468" y="734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" name="Google Shape;143;p19">
              <a:extLst>
                <a:ext uri="{FF2B5EF4-FFF2-40B4-BE49-F238E27FC236}">
                  <a16:creationId xmlns:a16="http://schemas.microsoft.com/office/drawing/2014/main" id="{99ADB8FF-A06C-270E-9ECF-CCCB57E79D2F}"/>
                </a:ext>
              </a:extLst>
            </p:cNvPr>
            <p:cNvSpPr/>
            <p:nvPr/>
          </p:nvSpPr>
          <p:spPr>
            <a:xfrm>
              <a:off x="2984150" y="3095414"/>
              <a:ext cx="393553" cy="517017"/>
            </a:xfrm>
            <a:custGeom>
              <a:avLst/>
              <a:gdLst/>
              <a:ahLst/>
              <a:cxnLst/>
              <a:rect l="l" t="t" r="r" b="b"/>
              <a:pathLst>
                <a:path w="13611" h="17881" extrusionOk="0">
                  <a:moveTo>
                    <a:pt x="2269" y="13577"/>
                  </a:moveTo>
                  <a:cubicBezTo>
                    <a:pt x="2336" y="14177"/>
                    <a:pt x="2469" y="14778"/>
                    <a:pt x="2603" y="15345"/>
                  </a:cubicBezTo>
                  <a:cubicBezTo>
                    <a:pt x="2069" y="15478"/>
                    <a:pt x="1569" y="15645"/>
                    <a:pt x="1102" y="15879"/>
                  </a:cubicBezTo>
                  <a:cubicBezTo>
                    <a:pt x="1235" y="15011"/>
                    <a:pt x="1635" y="14211"/>
                    <a:pt x="2269" y="13577"/>
                  </a:cubicBezTo>
                  <a:close/>
                  <a:moveTo>
                    <a:pt x="11376" y="13577"/>
                  </a:moveTo>
                  <a:cubicBezTo>
                    <a:pt x="11976" y="14211"/>
                    <a:pt x="12376" y="15011"/>
                    <a:pt x="12510" y="15879"/>
                  </a:cubicBezTo>
                  <a:cubicBezTo>
                    <a:pt x="12043" y="15645"/>
                    <a:pt x="11542" y="15478"/>
                    <a:pt x="11009" y="15378"/>
                  </a:cubicBezTo>
                  <a:cubicBezTo>
                    <a:pt x="11175" y="14778"/>
                    <a:pt x="11275" y="14177"/>
                    <a:pt x="11376" y="13577"/>
                  </a:cubicBezTo>
                  <a:close/>
                  <a:moveTo>
                    <a:pt x="6806" y="1769"/>
                  </a:moveTo>
                  <a:lnTo>
                    <a:pt x="7306" y="2402"/>
                  </a:lnTo>
                  <a:cubicBezTo>
                    <a:pt x="10408" y="6572"/>
                    <a:pt x="11242" y="11409"/>
                    <a:pt x="9674" y="16179"/>
                  </a:cubicBezTo>
                  <a:cubicBezTo>
                    <a:pt x="8974" y="15712"/>
                    <a:pt x="8140" y="15445"/>
                    <a:pt x="7339" y="15378"/>
                  </a:cubicBezTo>
                  <a:lnTo>
                    <a:pt x="7339" y="12643"/>
                  </a:lnTo>
                  <a:lnTo>
                    <a:pt x="6272" y="12643"/>
                  </a:lnTo>
                  <a:lnTo>
                    <a:pt x="6272" y="15378"/>
                  </a:lnTo>
                  <a:cubicBezTo>
                    <a:pt x="5471" y="15445"/>
                    <a:pt x="4637" y="15712"/>
                    <a:pt x="3937" y="16179"/>
                  </a:cubicBezTo>
                  <a:cubicBezTo>
                    <a:pt x="2369" y="11409"/>
                    <a:pt x="3203" y="6539"/>
                    <a:pt x="6305" y="2402"/>
                  </a:cubicBezTo>
                  <a:lnTo>
                    <a:pt x="6806" y="1769"/>
                  </a:lnTo>
                  <a:close/>
                  <a:moveTo>
                    <a:pt x="6806" y="1"/>
                  </a:moveTo>
                  <a:lnTo>
                    <a:pt x="5471" y="1769"/>
                  </a:lnTo>
                  <a:cubicBezTo>
                    <a:pt x="3770" y="4070"/>
                    <a:pt x="2669" y="6572"/>
                    <a:pt x="2269" y="9174"/>
                  </a:cubicBezTo>
                  <a:cubicBezTo>
                    <a:pt x="2136" y="10241"/>
                    <a:pt x="2069" y="11275"/>
                    <a:pt x="2136" y="12343"/>
                  </a:cubicBezTo>
                  <a:cubicBezTo>
                    <a:pt x="1535" y="12776"/>
                    <a:pt x="1035" y="13344"/>
                    <a:pt x="668" y="13977"/>
                  </a:cubicBezTo>
                  <a:cubicBezTo>
                    <a:pt x="234" y="14745"/>
                    <a:pt x="1" y="15612"/>
                    <a:pt x="1" y="16479"/>
                  </a:cubicBezTo>
                  <a:lnTo>
                    <a:pt x="1" y="17880"/>
                  </a:lnTo>
                  <a:lnTo>
                    <a:pt x="1102" y="17080"/>
                  </a:lnTo>
                  <a:cubicBezTo>
                    <a:pt x="1635" y="16713"/>
                    <a:pt x="2269" y="16479"/>
                    <a:pt x="2903" y="16379"/>
                  </a:cubicBezTo>
                  <a:cubicBezTo>
                    <a:pt x="3103" y="16979"/>
                    <a:pt x="3236" y="17346"/>
                    <a:pt x="3437" y="17880"/>
                  </a:cubicBezTo>
                  <a:cubicBezTo>
                    <a:pt x="3803" y="17647"/>
                    <a:pt x="4604" y="16613"/>
                    <a:pt x="6305" y="16412"/>
                  </a:cubicBezTo>
                  <a:lnTo>
                    <a:pt x="6305" y="17880"/>
                  </a:lnTo>
                  <a:lnTo>
                    <a:pt x="7339" y="17880"/>
                  </a:lnTo>
                  <a:lnTo>
                    <a:pt x="7339" y="16412"/>
                  </a:lnTo>
                  <a:cubicBezTo>
                    <a:pt x="9007" y="16613"/>
                    <a:pt x="9841" y="17647"/>
                    <a:pt x="10175" y="17880"/>
                  </a:cubicBezTo>
                  <a:cubicBezTo>
                    <a:pt x="10375" y="17346"/>
                    <a:pt x="10542" y="16979"/>
                    <a:pt x="10742" y="16379"/>
                  </a:cubicBezTo>
                  <a:cubicBezTo>
                    <a:pt x="11376" y="16479"/>
                    <a:pt x="11976" y="16713"/>
                    <a:pt x="12543" y="17080"/>
                  </a:cubicBezTo>
                  <a:lnTo>
                    <a:pt x="13610" y="17880"/>
                  </a:lnTo>
                  <a:lnTo>
                    <a:pt x="13610" y="16479"/>
                  </a:lnTo>
                  <a:cubicBezTo>
                    <a:pt x="13610" y="14845"/>
                    <a:pt x="12810" y="13277"/>
                    <a:pt x="11476" y="12343"/>
                  </a:cubicBezTo>
                  <a:cubicBezTo>
                    <a:pt x="11542" y="11275"/>
                    <a:pt x="11509" y="10241"/>
                    <a:pt x="11342" y="9174"/>
                  </a:cubicBezTo>
                  <a:cubicBezTo>
                    <a:pt x="10942" y="6572"/>
                    <a:pt x="9874" y="4070"/>
                    <a:pt x="8140" y="1769"/>
                  </a:cubicBezTo>
                  <a:lnTo>
                    <a:pt x="68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144;p19">
              <a:extLst>
                <a:ext uri="{FF2B5EF4-FFF2-40B4-BE49-F238E27FC236}">
                  <a16:creationId xmlns:a16="http://schemas.microsoft.com/office/drawing/2014/main" id="{58635471-C9A3-A4AF-6DB3-CDBA61B9C82E}"/>
                </a:ext>
              </a:extLst>
            </p:cNvPr>
            <p:cNvSpPr/>
            <p:nvPr/>
          </p:nvSpPr>
          <p:spPr>
            <a:xfrm>
              <a:off x="2923401" y="3217923"/>
              <a:ext cx="91658" cy="30880"/>
            </a:xfrm>
            <a:custGeom>
              <a:avLst/>
              <a:gdLst/>
              <a:ahLst/>
              <a:cxnLst/>
              <a:rect l="l" t="t" r="r" b="b"/>
              <a:pathLst>
                <a:path w="3170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3169" y="1067"/>
                  </a:lnTo>
                  <a:lnTo>
                    <a:pt x="3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7" name="Google Shape;145;p19">
              <a:extLst>
                <a:ext uri="{FF2B5EF4-FFF2-40B4-BE49-F238E27FC236}">
                  <a16:creationId xmlns:a16="http://schemas.microsoft.com/office/drawing/2014/main" id="{6DA9FC86-9C0B-2809-28B0-CBEA417D6013}"/>
                </a:ext>
              </a:extLst>
            </p:cNvPr>
            <p:cNvSpPr/>
            <p:nvPr/>
          </p:nvSpPr>
          <p:spPr>
            <a:xfrm>
              <a:off x="3347774" y="3217923"/>
              <a:ext cx="91658" cy="30880"/>
            </a:xfrm>
            <a:custGeom>
              <a:avLst/>
              <a:gdLst/>
              <a:ahLst/>
              <a:cxnLst/>
              <a:rect l="l" t="t" r="r" b="b"/>
              <a:pathLst>
                <a:path w="3170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3169" y="1067"/>
                  </a:lnTo>
                  <a:lnTo>
                    <a:pt x="3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" name="Google Shape;146;p19">
              <a:extLst>
                <a:ext uri="{FF2B5EF4-FFF2-40B4-BE49-F238E27FC236}">
                  <a16:creationId xmlns:a16="http://schemas.microsoft.com/office/drawing/2014/main" id="{0B40B768-B10C-8FE4-C267-2410FD8D7B46}"/>
                </a:ext>
              </a:extLst>
            </p:cNvPr>
            <p:cNvSpPr/>
            <p:nvPr/>
          </p:nvSpPr>
          <p:spPr>
            <a:xfrm>
              <a:off x="2941733" y="3110854"/>
              <a:ext cx="94550" cy="65607"/>
            </a:xfrm>
            <a:custGeom>
              <a:avLst/>
              <a:gdLst/>
              <a:ahLst/>
              <a:cxnLst/>
              <a:rect l="l" t="t" r="r" b="b"/>
              <a:pathLst>
                <a:path w="3270" h="2269" extrusionOk="0">
                  <a:moveTo>
                    <a:pt x="434" y="0"/>
                  </a:moveTo>
                  <a:lnTo>
                    <a:pt x="0" y="934"/>
                  </a:lnTo>
                  <a:lnTo>
                    <a:pt x="2835" y="2269"/>
                  </a:lnTo>
                  <a:lnTo>
                    <a:pt x="3269" y="1335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147;p19">
              <a:extLst>
                <a:ext uri="{FF2B5EF4-FFF2-40B4-BE49-F238E27FC236}">
                  <a16:creationId xmlns:a16="http://schemas.microsoft.com/office/drawing/2014/main" id="{DDB7B489-0BA0-F8DE-DD53-86AD306258AF}"/>
                </a:ext>
              </a:extLst>
            </p:cNvPr>
            <p:cNvSpPr/>
            <p:nvPr/>
          </p:nvSpPr>
          <p:spPr>
            <a:xfrm>
              <a:off x="3325597" y="3290238"/>
              <a:ext cx="94550" cy="65635"/>
            </a:xfrm>
            <a:custGeom>
              <a:avLst/>
              <a:gdLst/>
              <a:ahLst/>
              <a:cxnLst/>
              <a:rect l="l" t="t" r="r" b="b"/>
              <a:pathLst>
                <a:path w="3270" h="2270" extrusionOk="0">
                  <a:moveTo>
                    <a:pt x="434" y="1"/>
                  </a:moveTo>
                  <a:lnTo>
                    <a:pt x="0" y="935"/>
                  </a:lnTo>
                  <a:lnTo>
                    <a:pt x="2836" y="2269"/>
                  </a:lnTo>
                  <a:lnTo>
                    <a:pt x="3269" y="1302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0" name="Google Shape;148;p19">
              <a:extLst>
                <a:ext uri="{FF2B5EF4-FFF2-40B4-BE49-F238E27FC236}">
                  <a16:creationId xmlns:a16="http://schemas.microsoft.com/office/drawing/2014/main" id="{3C01524C-D9E4-B44D-EED6-0CC4991DCE48}"/>
                </a:ext>
              </a:extLst>
            </p:cNvPr>
            <p:cNvSpPr/>
            <p:nvPr/>
          </p:nvSpPr>
          <p:spPr>
            <a:xfrm>
              <a:off x="2941733" y="3290238"/>
              <a:ext cx="94550" cy="65635"/>
            </a:xfrm>
            <a:custGeom>
              <a:avLst/>
              <a:gdLst/>
              <a:ahLst/>
              <a:cxnLst/>
              <a:rect l="l" t="t" r="r" b="b"/>
              <a:pathLst>
                <a:path w="3270" h="2270" extrusionOk="0">
                  <a:moveTo>
                    <a:pt x="2835" y="1"/>
                  </a:moveTo>
                  <a:lnTo>
                    <a:pt x="0" y="1302"/>
                  </a:lnTo>
                  <a:lnTo>
                    <a:pt x="434" y="2269"/>
                  </a:lnTo>
                  <a:lnTo>
                    <a:pt x="3269" y="935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1" name="Google Shape;149;p19">
              <a:extLst>
                <a:ext uri="{FF2B5EF4-FFF2-40B4-BE49-F238E27FC236}">
                  <a16:creationId xmlns:a16="http://schemas.microsoft.com/office/drawing/2014/main" id="{1ADF8FD6-321F-BE6B-7229-A10FF24B95CB}"/>
                </a:ext>
              </a:extLst>
            </p:cNvPr>
            <p:cNvSpPr/>
            <p:nvPr/>
          </p:nvSpPr>
          <p:spPr>
            <a:xfrm>
              <a:off x="3325597" y="3110854"/>
              <a:ext cx="94550" cy="65607"/>
            </a:xfrm>
            <a:custGeom>
              <a:avLst/>
              <a:gdLst/>
              <a:ahLst/>
              <a:cxnLst/>
              <a:rect l="l" t="t" r="r" b="b"/>
              <a:pathLst>
                <a:path w="3270" h="2269" extrusionOk="0">
                  <a:moveTo>
                    <a:pt x="2836" y="0"/>
                  </a:moveTo>
                  <a:lnTo>
                    <a:pt x="0" y="1335"/>
                  </a:lnTo>
                  <a:lnTo>
                    <a:pt x="434" y="2269"/>
                  </a:lnTo>
                  <a:lnTo>
                    <a:pt x="3269" y="934"/>
                  </a:lnTo>
                  <a:lnTo>
                    <a:pt x="28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151;p19">
            <a:extLst>
              <a:ext uri="{FF2B5EF4-FFF2-40B4-BE49-F238E27FC236}">
                <a16:creationId xmlns:a16="http://schemas.microsoft.com/office/drawing/2014/main" id="{897D40EE-52AF-68ED-1F58-B591B14A4459}"/>
              </a:ext>
            </a:extLst>
          </p:cNvPr>
          <p:cNvSpPr/>
          <p:nvPr/>
        </p:nvSpPr>
        <p:spPr>
          <a:xfrm>
            <a:off x="4321124" y="2556424"/>
            <a:ext cx="399969" cy="399969"/>
          </a:xfrm>
          <a:custGeom>
            <a:avLst/>
            <a:gdLst/>
            <a:ahLst/>
            <a:cxnLst/>
            <a:rect l="l" t="t" r="r" b="b"/>
            <a:pathLst>
              <a:path w="17647" h="17647" extrusionOk="0">
                <a:moveTo>
                  <a:pt x="16612" y="5204"/>
                </a:moveTo>
                <a:lnTo>
                  <a:pt x="16612" y="7606"/>
                </a:lnTo>
                <a:lnTo>
                  <a:pt x="15812" y="6772"/>
                </a:lnTo>
                <a:lnTo>
                  <a:pt x="12009" y="10541"/>
                </a:lnTo>
                <a:lnTo>
                  <a:pt x="7773" y="7406"/>
                </a:lnTo>
                <a:lnTo>
                  <a:pt x="1035" y="12209"/>
                </a:lnTo>
                <a:lnTo>
                  <a:pt x="1035" y="10942"/>
                </a:lnTo>
                <a:lnTo>
                  <a:pt x="7806" y="6138"/>
                </a:lnTo>
                <a:lnTo>
                  <a:pt x="11909" y="9174"/>
                </a:lnTo>
                <a:lnTo>
                  <a:pt x="15078" y="6038"/>
                </a:lnTo>
                <a:lnTo>
                  <a:pt x="14244" y="5204"/>
                </a:lnTo>
                <a:close/>
                <a:moveTo>
                  <a:pt x="3136" y="11976"/>
                </a:moveTo>
                <a:lnTo>
                  <a:pt x="3136" y="16613"/>
                </a:lnTo>
                <a:lnTo>
                  <a:pt x="1035" y="16613"/>
                </a:lnTo>
                <a:lnTo>
                  <a:pt x="1035" y="13477"/>
                </a:lnTo>
                <a:lnTo>
                  <a:pt x="3136" y="11976"/>
                </a:lnTo>
                <a:close/>
                <a:moveTo>
                  <a:pt x="7272" y="9040"/>
                </a:moveTo>
                <a:lnTo>
                  <a:pt x="7272" y="16613"/>
                </a:lnTo>
                <a:lnTo>
                  <a:pt x="4170" y="16613"/>
                </a:lnTo>
                <a:lnTo>
                  <a:pt x="4170" y="11242"/>
                </a:lnTo>
                <a:lnTo>
                  <a:pt x="7272" y="9040"/>
                </a:lnTo>
                <a:close/>
                <a:moveTo>
                  <a:pt x="8306" y="9074"/>
                </a:moveTo>
                <a:lnTo>
                  <a:pt x="11442" y="11409"/>
                </a:lnTo>
                <a:lnTo>
                  <a:pt x="11442" y="16613"/>
                </a:lnTo>
                <a:lnTo>
                  <a:pt x="8306" y="16613"/>
                </a:lnTo>
                <a:lnTo>
                  <a:pt x="8306" y="9074"/>
                </a:lnTo>
                <a:close/>
                <a:moveTo>
                  <a:pt x="15578" y="8440"/>
                </a:moveTo>
                <a:lnTo>
                  <a:pt x="15578" y="16613"/>
                </a:lnTo>
                <a:lnTo>
                  <a:pt x="12476" y="16613"/>
                </a:lnTo>
                <a:lnTo>
                  <a:pt x="12476" y="11542"/>
                </a:lnTo>
                <a:lnTo>
                  <a:pt x="15578" y="8440"/>
                </a:lnTo>
                <a:close/>
                <a:moveTo>
                  <a:pt x="0" y="1"/>
                </a:moveTo>
                <a:lnTo>
                  <a:pt x="0" y="17647"/>
                </a:lnTo>
                <a:lnTo>
                  <a:pt x="17646" y="17647"/>
                </a:lnTo>
                <a:lnTo>
                  <a:pt x="17646" y="16613"/>
                </a:lnTo>
                <a:lnTo>
                  <a:pt x="16612" y="16613"/>
                </a:lnTo>
                <a:lnTo>
                  <a:pt x="16612" y="9040"/>
                </a:lnTo>
                <a:lnTo>
                  <a:pt x="17646" y="10074"/>
                </a:lnTo>
                <a:lnTo>
                  <a:pt x="17646" y="4170"/>
                </a:lnTo>
                <a:lnTo>
                  <a:pt x="11742" y="4170"/>
                </a:lnTo>
                <a:lnTo>
                  <a:pt x="13610" y="6038"/>
                </a:lnTo>
                <a:lnTo>
                  <a:pt x="11842" y="7840"/>
                </a:lnTo>
                <a:lnTo>
                  <a:pt x="7839" y="4837"/>
                </a:lnTo>
                <a:lnTo>
                  <a:pt x="1035" y="9674"/>
                </a:lnTo>
                <a:lnTo>
                  <a:pt x="103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153;p19">
            <a:extLst>
              <a:ext uri="{FF2B5EF4-FFF2-40B4-BE49-F238E27FC236}">
                <a16:creationId xmlns:a16="http://schemas.microsoft.com/office/drawing/2014/main" id="{759352B8-B939-EF19-5A37-54E394E205DD}"/>
              </a:ext>
            </a:extLst>
          </p:cNvPr>
          <p:cNvGrpSpPr/>
          <p:nvPr/>
        </p:nvGrpSpPr>
        <p:grpSpPr>
          <a:xfrm>
            <a:off x="6982263" y="2535352"/>
            <a:ext cx="412468" cy="413216"/>
            <a:chOff x="6925087" y="2478153"/>
            <a:chExt cx="526645" cy="527599"/>
          </a:xfrm>
        </p:grpSpPr>
        <p:sp>
          <p:nvSpPr>
            <p:cNvPr id="36" name="Google Shape;154;p19">
              <a:extLst>
                <a:ext uri="{FF2B5EF4-FFF2-40B4-BE49-F238E27FC236}">
                  <a16:creationId xmlns:a16="http://schemas.microsoft.com/office/drawing/2014/main" id="{666D6EBB-7970-93CE-C161-AFCE6704C44A}"/>
                </a:ext>
              </a:extLst>
            </p:cNvPr>
            <p:cNvSpPr/>
            <p:nvPr/>
          </p:nvSpPr>
          <p:spPr>
            <a:xfrm>
              <a:off x="6925087" y="2478153"/>
              <a:ext cx="526645" cy="527599"/>
            </a:xfrm>
            <a:custGeom>
              <a:avLst/>
              <a:gdLst/>
              <a:ahLst/>
              <a:cxnLst/>
              <a:rect l="l" t="t" r="r" b="b"/>
              <a:pathLst>
                <a:path w="18214" h="18247" extrusionOk="0">
                  <a:moveTo>
                    <a:pt x="7139" y="1067"/>
                  </a:moveTo>
                  <a:lnTo>
                    <a:pt x="6605" y="2202"/>
                  </a:lnTo>
                  <a:lnTo>
                    <a:pt x="5137" y="2202"/>
                  </a:lnTo>
                  <a:lnTo>
                    <a:pt x="4570" y="1067"/>
                  </a:lnTo>
                  <a:close/>
                  <a:moveTo>
                    <a:pt x="6938" y="3269"/>
                  </a:moveTo>
                  <a:cubicBezTo>
                    <a:pt x="7239" y="3269"/>
                    <a:pt x="7472" y="3536"/>
                    <a:pt x="7472" y="3803"/>
                  </a:cubicBezTo>
                  <a:cubicBezTo>
                    <a:pt x="7472" y="4103"/>
                    <a:pt x="7205" y="4336"/>
                    <a:pt x="6938" y="4336"/>
                  </a:cubicBezTo>
                  <a:lnTo>
                    <a:pt x="4804" y="4336"/>
                  </a:lnTo>
                  <a:cubicBezTo>
                    <a:pt x="4503" y="4336"/>
                    <a:pt x="4270" y="4103"/>
                    <a:pt x="4270" y="3803"/>
                  </a:cubicBezTo>
                  <a:cubicBezTo>
                    <a:pt x="4270" y="3536"/>
                    <a:pt x="4503" y="3269"/>
                    <a:pt x="4804" y="3269"/>
                  </a:cubicBezTo>
                  <a:close/>
                  <a:moveTo>
                    <a:pt x="17146" y="8606"/>
                  </a:moveTo>
                  <a:lnTo>
                    <a:pt x="17146" y="10741"/>
                  </a:lnTo>
                  <a:lnTo>
                    <a:pt x="10674" y="10741"/>
                  </a:lnTo>
                  <a:lnTo>
                    <a:pt x="10674" y="8606"/>
                  </a:lnTo>
                  <a:close/>
                  <a:moveTo>
                    <a:pt x="17146" y="11842"/>
                  </a:moveTo>
                  <a:lnTo>
                    <a:pt x="17146" y="13977"/>
                  </a:lnTo>
                  <a:lnTo>
                    <a:pt x="10674" y="13977"/>
                  </a:lnTo>
                  <a:lnTo>
                    <a:pt x="10674" y="11842"/>
                  </a:lnTo>
                  <a:close/>
                  <a:moveTo>
                    <a:pt x="6772" y="5437"/>
                  </a:moveTo>
                  <a:cubicBezTo>
                    <a:pt x="8039" y="6204"/>
                    <a:pt x="8940" y="7239"/>
                    <a:pt x="9607" y="8606"/>
                  </a:cubicBezTo>
                  <a:lnTo>
                    <a:pt x="9607" y="16112"/>
                  </a:lnTo>
                  <a:lnTo>
                    <a:pt x="1068" y="16112"/>
                  </a:lnTo>
                  <a:lnTo>
                    <a:pt x="1068" y="14310"/>
                  </a:lnTo>
                  <a:cubicBezTo>
                    <a:pt x="1068" y="9974"/>
                    <a:pt x="2335" y="7072"/>
                    <a:pt x="4937" y="5437"/>
                  </a:cubicBezTo>
                  <a:close/>
                  <a:moveTo>
                    <a:pt x="17146" y="15044"/>
                  </a:moveTo>
                  <a:lnTo>
                    <a:pt x="17146" y="17179"/>
                  </a:lnTo>
                  <a:lnTo>
                    <a:pt x="10674" y="17179"/>
                  </a:lnTo>
                  <a:lnTo>
                    <a:pt x="10674" y="15044"/>
                  </a:lnTo>
                  <a:close/>
                  <a:moveTo>
                    <a:pt x="2869" y="0"/>
                  </a:moveTo>
                  <a:lnTo>
                    <a:pt x="4036" y="2402"/>
                  </a:lnTo>
                  <a:cubicBezTo>
                    <a:pt x="3536" y="2669"/>
                    <a:pt x="3169" y="3202"/>
                    <a:pt x="3169" y="3803"/>
                  </a:cubicBezTo>
                  <a:cubicBezTo>
                    <a:pt x="3169" y="4270"/>
                    <a:pt x="3369" y="4703"/>
                    <a:pt x="3703" y="4970"/>
                  </a:cubicBezTo>
                  <a:cubicBezTo>
                    <a:pt x="801" y="7205"/>
                    <a:pt x="0" y="10674"/>
                    <a:pt x="0" y="14310"/>
                  </a:cubicBezTo>
                  <a:lnTo>
                    <a:pt x="0" y="17179"/>
                  </a:lnTo>
                  <a:lnTo>
                    <a:pt x="9607" y="17179"/>
                  </a:lnTo>
                  <a:lnTo>
                    <a:pt x="9607" y="18246"/>
                  </a:lnTo>
                  <a:lnTo>
                    <a:pt x="18213" y="18246"/>
                  </a:lnTo>
                  <a:lnTo>
                    <a:pt x="18213" y="7539"/>
                  </a:lnTo>
                  <a:lnTo>
                    <a:pt x="10241" y="7539"/>
                  </a:lnTo>
                  <a:cubicBezTo>
                    <a:pt x="9674" y="6538"/>
                    <a:pt x="8940" y="5671"/>
                    <a:pt x="8006" y="4970"/>
                  </a:cubicBezTo>
                  <a:cubicBezTo>
                    <a:pt x="8339" y="4703"/>
                    <a:pt x="8540" y="4270"/>
                    <a:pt x="8540" y="3803"/>
                  </a:cubicBezTo>
                  <a:cubicBezTo>
                    <a:pt x="8540" y="3202"/>
                    <a:pt x="8173" y="2669"/>
                    <a:pt x="7672" y="2402"/>
                  </a:cubicBezTo>
                  <a:lnTo>
                    <a:pt x="8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7" name="Google Shape;155;p19">
              <a:extLst>
                <a:ext uri="{FF2B5EF4-FFF2-40B4-BE49-F238E27FC236}">
                  <a16:creationId xmlns:a16="http://schemas.microsoft.com/office/drawing/2014/main" id="{A0EBC5E3-7927-0B61-1D66-0A0D177FC8B2}"/>
                </a:ext>
              </a:extLst>
            </p:cNvPr>
            <p:cNvSpPr/>
            <p:nvPr/>
          </p:nvSpPr>
          <p:spPr>
            <a:xfrm>
              <a:off x="7048522" y="2727943"/>
              <a:ext cx="92641" cy="184242"/>
            </a:xfrm>
            <a:custGeom>
              <a:avLst/>
              <a:gdLst/>
              <a:ahLst/>
              <a:cxnLst/>
              <a:rect l="l" t="t" r="r" b="b"/>
              <a:pathLst>
                <a:path w="3204" h="6372" extrusionOk="0">
                  <a:moveTo>
                    <a:pt x="1068" y="1"/>
                  </a:moveTo>
                  <a:lnTo>
                    <a:pt x="1068" y="601"/>
                  </a:lnTo>
                  <a:cubicBezTo>
                    <a:pt x="434" y="834"/>
                    <a:pt x="1" y="1435"/>
                    <a:pt x="1" y="2135"/>
                  </a:cubicBezTo>
                  <a:cubicBezTo>
                    <a:pt x="1" y="3003"/>
                    <a:pt x="701" y="3737"/>
                    <a:pt x="1602" y="3737"/>
                  </a:cubicBezTo>
                  <a:cubicBezTo>
                    <a:pt x="1902" y="3737"/>
                    <a:pt x="2136" y="3970"/>
                    <a:pt x="2136" y="4270"/>
                  </a:cubicBezTo>
                  <a:cubicBezTo>
                    <a:pt x="2136" y="4537"/>
                    <a:pt x="1869" y="4804"/>
                    <a:pt x="1602" y="4804"/>
                  </a:cubicBezTo>
                  <a:cubicBezTo>
                    <a:pt x="1302" y="4804"/>
                    <a:pt x="1068" y="4537"/>
                    <a:pt x="1068" y="4270"/>
                  </a:cubicBezTo>
                  <a:lnTo>
                    <a:pt x="1" y="4270"/>
                  </a:lnTo>
                  <a:cubicBezTo>
                    <a:pt x="1" y="4937"/>
                    <a:pt x="434" y="5538"/>
                    <a:pt x="1068" y="5771"/>
                  </a:cubicBezTo>
                  <a:lnTo>
                    <a:pt x="1068" y="6372"/>
                  </a:lnTo>
                  <a:lnTo>
                    <a:pt x="2136" y="6372"/>
                  </a:lnTo>
                  <a:lnTo>
                    <a:pt x="2136" y="5771"/>
                  </a:lnTo>
                  <a:cubicBezTo>
                    <a:pt x="2736" y="5538"/>
                    <a:pt x="3203" y="4937"/>
                    <a:pt x="3203" y="4270"/>
                  </a:cubicBezTo>
                  <a:cubicBezTo>
                    <a:pt x="3203" y="3370"/>
                    <a:pt x="2469" y="2669"/>
                    <a:pt x="1602" y="2669"/>
                  </a:cubicBezTo>
                  <a:cubicBezTo>
                    <a:pt x="1302" y="2669"/>
                    <a:pt x="1068" y="2402"/>
                    <a:pt x="1068" y="2135"/>
                  </a:cubicBezTo>
                  <a:cubicBezTo>
                    <a:pt x="1068" y="1835"/>
                    <a:pt x="1302" y="1602"/>
                    <a:pt x="1602" y="1602"/>
                  </a:cubicBezTo>
                  <a:cubicBezTo>
                    <a:pt x="1869" y="1602"/>
                    <a:pt x="2136" y="1835"/>
                    <a:pt x="2136" y="2135"/>
                  </a:cubicBezTo>
                  <a:lnTo>
                    <a:pt x="3203" y="2135"/>
                  </a:lnTo>
                  <a:cubicBezTo>
                    <a:pt x="3203" y="1435"/>
                    <a:pt x="2736" y="834"/>
                    <a:pt x="2136" y="601"/>
                  </a:cubicBezTo>
                  <a:lnTo>
                    <a:pt x="21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" name="Google Shape;157;p19">
            <a:extLst>
              <a:ext uri="{FF2B5EF4-FFF2-40B4-BE49-F238E27FC236}">
                <a16:creationId xmlns:a16="http://schemas.microsoft.com/office/drawing/2014/main" id="{B5E09E23-94AE-6273-6811-C10244545B2D}"/>
              </a:ext>
            </a:extLst>
          </p:cNvPr>
          <p:cNvGrpSpPr/>
          <p:nvPr/>
        </p:nvGrpSpPr>
        <p:grpSpPr>
          <a:xfrm>
            <a:off x="5654763" y="3137744"/>
            <a:ext cx="388388" cy="441205"/>
            <a:chOff x="5596975" y="3072282"/>
            <a:chExt cx="503485" cy="571954"/>
          </a:xfrm>
        </p:grpSpPr>
        <p:sp>
          <p:nvSpPr>
            <p:cNvPr id="40" name="Google Shape;158;p19">
              <a:extLst>
                <a:ext uri="{FF2B5EF4-FFF2-40B4-BE49-F238E27FC236}">
                  <a16:creationId xmlns:a16="http://schemas.microsoft.com/office/drawing/2014/main" id="{263F821D-74E4-2EE6-F6D7-F00B9C15295D}"/>
                </a:ext>
              </a:extLst>
            </p:cNvPr>
            <p:cNvSpPr/>
            <p:nvPr/>
          </p:nvSpPr>
          <p:spPr>
            <a:xfrm>
              <a:off x="5596975" y="3072282"/>
              <a:ext cx="503485" cy="571954"/>
            </a:xfrm>
            <a:custGeom>
              <a:avLst/>
              <a:gdLst/>
              <a:ahLst/>
              <a:cxnLst/>
              <a:rect l="l" t="t" r="r" b="b"/>
              <a:pathLst>
                <a:path w="17413" h="19781" extrusionOk="0">
                  <a:moveTo>
                    <a:pt x="9274" y="1134"/>
                  </a:moveTo>
                  <a:lnTo>
                    <a:pt x="9274" y="2368"/>
                  </a:lnTo>
                  <a:cubicBezTo>
                    <a:pt x="9107" y="2335"/>
                    <a:pt x="8907" y="2335"/>
                    <a:pt x="8707" y="2335"/>
                  </a:cubicBezTo>
                  <a:cubicBezTo>
                    <a:pt x="8506" y="2335"/>
                    <a:pt x="8306" y="2335"/>
                    <a:pt x="8139" y="2368"/>
                  </a:cubicBezTo>
                  <a:lnTo>
                    <a:pt x="8139" y="1134"/>
                  </a:lnTo>
                  <a:close/>
                  <a:moveTo>
                    <a:pt x="8707" y="3503"/>
                  </a:moveTo>
                  <a:cubicBezTo>
                    <a:pt x="12876" y="3503"/>
                    <a:pt x="16245" y="6872"/>
                    <a:pt x="16245" y="11041"/>
                  </a:cubicBezTo>
                  <a:cubicBezTo>
                    <a:pt x="16245" y="15211"/>
                    <a:pt x="12876" y="18613"/>
                    <a:pt x="8707" y="18613"/>
                  </a:cubicBezTo>
                  <a:cubicBezTo>
                    <a:pt x="4537" y="18613"/>
                    <a:pt x="1168" y="15211"/>
                    <a:pt x="1168" y="11041"/>
                  </a:cubicBezTo>
                  <a:cubicBezTo>
                    <a:pt x="1168" y="6872"/>
                    <a:pt x="4537" y="3503"/>
                    <a:pt x="8707" y="3503"/>
                  </a:cubicBezTo>
                  <a:close/>
                  <a:moveTo>
                    <a:pt x="5804" y="0"/>
                  </a:moveTo>
                  <a:lnTo>
                    <a:pt x="5804" y="1134"/>
                  </a:lnTo>
                  <a:lnTo>
                    <a:pt x="6972" y="1134"/>
                  </a:lnTo>
                  <a:lnTo>
                    <a:pt x="6972" y="2535"/>
                  </a:lnTo>
                  <a:cubicBezTo>
                    <a:pt x="5771" y="2769"/>
                    <a:pt x="4637" y="3269"/>
                    <a:pt x="3636" y="3970"/>
                  </a:cubicBezTo>
                  <a:lnTo>
                    <a:pt x="2636" y="3002"/>
                  </a:lnTo>
                  <a:lnTo>
                    <a:pt x="3469" y="2168"/>
                  </a:lnTo>
                  <a:lnTo>
                    <a:pt x="2636" y="1368"/>
                  </a:lnTo>
                  <a:lnTo>
                    <a:pt x="167" y="3803"/>
                  </a:lnTo>
                  <a:lnTo>
                    <a:pt x="1001" y="4637"/>
                  </a:lnTo>
                  <a:lnTo>
                    <a:pt x="1835" y="3803"/>
                  </a:lnTo>
                  <a:lnTo>
                    <a:pt x="2736" y="4737"/>
                  </a:lnTo>
                  <a:cubicBezTo>
                    <a:pt x="1001" y="6338"/>
                    <a:pt x="0" y="8573"/>
                    <a:pt x="0" y="11041"/>
                  </a:cubicBezTo>
                  <a:cubicBezTo>
                    <a:pt x="0" y="15878"/>
                    <a:pt x="3903" y="19781"/>
                    <a:pt x="8707" y="19781"/>
                  </a:cubicBezTo>
                  <a:cubicBezTo>
                    <a:pt x="13510" y="19781"/>
                    <a:pt x="17413" y="15878"/>
                    <a:pt x="17413" y="11041"/>
                  </a:cubicBezTo>
                  <a:cubicBezTo>
                    <a:pt x="17413" y="8706"/>
                    <a:pt x="16479" y="6438"/>
                    <a:pt x="14677" y="4737"/>
                  </a:cubicBezTo>
                  <a:lnTo>
                    <a:pt x="15611" y="3803"/>
                  </a:lnTo>
                  <a:lnTo>
                    <a:pt x="16412" y="4637"/>
                  </a:lnTo>
                  <a:lnTo>
                    <a:pt x="17246" y="3803"/>
                  </a:lnTo>
                  <a:lnTo>
                    <a:pt x="14778" y="1368"/>
                  </a:lnTo>
                  <a:lnTo>
                    <a:pt x="13944" y="2168"/>
                  </a:lnTo>
                  <a:lnTo>
                    <a:pt x="14778" y="3002"/>
                  </a:lnTo>
                  <a:lnTo>
                    <a:pt x="13777" y="3970"/>
                  </a:lnTo>
                  <a:cubicBezTo>
                    <a:pt x="12776" y="3269"/>
                    <a:pt x="11642" y="2769"/>
                    <a:pt x="10441" y="2535"/>
                  </a:cubicBezTo>
                  <a:lnTo>
                    <a:pt x="10441" y="1134"/>
                  </a:lnTo>
                  <a:lnTo>
                    <a:pt x="11609" y="1134"/>
                  </a:lnTo>
                  <a:lnTo>
                    <a:pt x="116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1" name="Google Shape;159;p19">
              <a:extLst>
                <a:ext uri="{FF2B5EF4-FFF2-40B4-BE49-F238E27FC236}">
                  <a16:creationId xmlns:a16="http://schemas.microsoft.com/office/drawing/2014/main" id="{B657E7AB-2D91-F0BC-99C1-B9A7D7966905}"/>
                </a:ext>
              </a:extLst>
            </p:cNvPr>
            <p:cNvSpPr/>
            <p:nvPr/>
          </p:nvSpPr>
          <p:spPr>
            <a:xfrm>
              <a:off x="5798535" y="3207312"/>
              <a:ext cx="100362" cy="234379"/>
            </a:xfrm>
            <a:custGeom>
              <a:avLst/>
              <a:gdLst/>
              <a:ahLst/>
              <a:cxnLst/>
              <a:rect l="l" t="t" r="r" b="b"/>
              <a:pathLst>
                <a:path w="3471" h="8106" extrusionOk="0">
                  <a:moveTo>
                    <a:pt x="1736" y="5804"/>
                  </a:moveTo>
                  <a:cubicBezTo>
                    <a:pt x="2069" y="5804"/>
                    <a:pt x="2303" y="6038"/>
                    <a:pt x="2303" y="6371"/>
                  </a:cubicBezTo>
                  <a:cubicBezTo>
                    <a:pt x="2303" y="6705"/>
                    <a:pt x="2069" y="6938"/>
                    <a:pt x="1736" y="6938"/>
                  </a:cubicBezTo>
                  <a:cubicBezTo>
                    <a:pt x="1402" y="6938"/>
                    <a:pt x="1168" y="6705"/>
                    <a:pt x="1168" y="6371"/>
                  </a:cubicBezTo>
                  <a:cubicBezTo>
                    <a:pt x="1168" y="6038"/>
                    <a:pt x="1402" y="5804"/>
                    <a:pt x="1736" y="5804"/>
                  </a:cubicBezTo>
                  <a:close/>
                  <a:moveTo>
                    <a:pt x="1168" y="0"/>
                  </a:moveTo>
                  <a:lnTo>
                    <a:pt x="1168" y="4737"/>
                  </a:lnTo>
                  <a:cubicBezTo>
                    <a:pt x="468" y="4970"/>
                    <a:pt x="1" y="5604"/>
                    <a:pt x="1" y="6371"/>
                  </a:cubicBezTo>
                  <a:cubicBezTo>
                    <a:pt x="1" y="7339"/>
                    <a:pt x="768" y="8106"/>
                    <a:pt x="1736" y="8106"/>
                  </a:cubicBezTo>
                  <a:cubicBezTo>
                    <a:pt x="2703" y="8106"/>
                    <a:pt x="3470" y="7339"/>
                    <a:pt x="3470" y="6371"/>
                  </a:cubicBezTo>
                  <a:cubicBezTo>
                    <a:pt x="3470" y="5604"/>
                    <a:pt x="3003" y="4970"/>
                    <a:pt x="2303" y="4737"/>
                  </a:cubicBezTo>
                  <a:lnTo>
                    <a:pt x="23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2" name="Google Shape;160;p19">
              <a:extLst>
                <a:ext uri="{FF2B5EF4-FFF2-40B4-BE49-F238E27FC236}">
                  <a16:creationId xmlns:a16="http://schemas.microsoft.com/office/drawing/2014/main" id="{E30ACB19-4D55-0131-5A3A-5228D8EAE69B}"/>
                </a:ext>
              </a:extLst>
            </p:cNvPr>
            <p:cNvSpPr/>
            <p:nvPr/>
          </p:nvSpPr>
          <p:spPr>
            <a:xfrm>
              <a:off x="5832307" y="3542948"/>
              <a:ext cx="32818" cy="32818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0" y="0"/>
                  </a:moveTo>
                  <a:lnTo>
                    <a:pt x="0" y="1135"/>
                  </a:lnTo>
                  <a:lnTo>
                    <a:pt x="1135" y="1135"/>
                  </a:lnTo>
                  <a:lnTo>
                    <a:pt x="11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3" name="Google Shape;161;p19">
              <a:extLst>
                <a:ext uri="{FF2B5EF4-FFF2-40B4-BE49-F238E27FC236}">
                  <a16:creationId xmlns:a16="http://schemas.microsoft.com/office/drawing/2014/main" id="{DB36B9E2-7FF4-7555-7F5F-5922178D842A}"/>
                </a:ext>
              </a:extLst>
            </p:cNvPr>
            <p:cNvSpPr/>
            <p:nvPr/>
          </p:nvSpPr>
          <p:spPr>
            <a:xfrm>
              <a:off x="5664489" y="3375130"/>
              <a:ext cx="33772" cy="32818"/>
            </a:xfrm>
            <a:custGeom>
              <a:avLst/>
              <a:gdLst/>
              <a:ahLst/>
              <a:cxnLst/>
              <a:rect l="l" t="t" r="r" b="b"/>
              <a:pathLst>
                <a:path w="1168" h="1135" extrusionOk="0">
                  <a:moveTo>
                    <a:pt x="0" y="0"/>
                  </a:moveTo>
                  <a:lnTo>
                    <a:pt x="0" y="1134"/>
                  </a:lnTo>
                  <a:lnTo>
                    <a:pt x="1168" y="1134"/>
                  </a:lnTo>
                  <a:lnTo>
                    <a:pt x="11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4" name="Google Shape;162;p19">
              <a:extLst>
                <a:ext uri="{FF2B5EF4-FFF2-40B4-BE49-F238E27FC236}">
                  <a16:creationId xmlns:a16="http://schemas.microsoft.com/office/drawing/2014/main" id="{3AED860C-DCF5-31C2-9FF7-E5ACA898AC02}"/>
                </a:ext>
              </a:extLst>
            </p:cNvPr>
            <p:cNvSpPr/>
            <p:nvPr/>
          </p:nvSpPr>
          <p:spPr>
            <a:xfrm>
              <a:off x="5999170" y="3375130"/>
              <a:ext cx="33772" cy="32818"/>
            </a:xfrm>
            <a:custGeom>
              <a:avLst/>
              <a:gdLst/>
              <a:ahLst/>
              <a:cxnLst/>
              <a:rect l="l" t="t" r="r" b="b"/>
              <a:pathLst>
                <a:path w="1168" h="1135" extrusionOk="0">
                  <a:moveTo>
                    <a:pt x="0" y="0"/>
                  </a:moveTo>
                  <a:lnTo>
                    <a:pt x="0" y="1134"/>
                  </a:lnTo>
                  <a:lnTo>
                    <a:pt x="1168" y="1134"/>
                  </a:lnTo>
                  <a:lnTo>
                    <a:pt x="11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5" name="Google Shape;163;p19">
              <a:extLst>
                <a:ext uri="{FF2B5EF4-FFF2-40B4-BE49-F238E27FC236}">
                  <a16:creationId xmlns:a16="http://schemas.microsoft.com/office/drawing/2014/main" id="{56AF4D98-CEE8-3284-0021-A76D5EC90388}"/>
                </a:ext>
              </a:extLst>
            </p:cNvPr>
            <p:cNvSpPr/>
            <p:nvPr/>
          </p:nvSpPr>
          <p:spPr>
            <a:xfrm>
              <a:off x="5705952" y="3486045"/>
              <a:ext cx="48258" cy="48258"/>
            </a:xfrm>
            <a:custGeom>
              <a:avLst/>
              <a:gdLst/>
              <a:ahLst/>
              <a:cxnLst/>
              <a:rect l="l" t="t" r="r" b="b"/>
              <a:pathLst>
                <a:path w="1669" h="1669" extrusionOk="0">
                  <a:moveTo>
                    <a:pt x="835" y="0"/>
                  </a:moveTo>
                  <a:lnTo>
                    <a:pt x="1" y="834"/>
                  </a:lnTo>
                  <a:lnTo>
                    <a:pt x="835" y="1668"/>
                  </a:lnTo>
                  <a:lnTo>
                    <a:pt x="1669" y="834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6" name="Google Shape;164;p19">
              <a:extLst>
                <a:ext uri="{FF2B5EF4-FFF2-40B4-BE49-F238E27FC236}">
                  <a16:creationId xmlns:a16="http://schemas.microsoft.com/office/drawing/2014/main" id="{6EF2B36F-8104-021F-802D-5972FF807516}"/>
                </a:ext>
              </a:extLst>
            </p:cNvPr>
            <p:cNvSpPr/>
            <p:nvPr/>
          </p:nvSpPr>
          <p:spPr>
            <a:xfrm>
              <a:off x="5943221" y="3248775"/>
              <a:ext cx="48258" cy="48258"/>
            </a:xfrm>
            <a:custGeom>
              <a:avLst/>
              <a:gdLst/>
              <a:ahLst/>
              <a:cxnLst/>
              <a:rect l="l" t="t" r="r" b="b"/>
              <a:pathLst>
                <a:path w="1669" h="1669" extrusionOk="0">
                  <a:moveTo>
                    <a:pt x="834" y="0"/>
                  </a:moveTo>
                  <a:lnTo>
                    <a:pt x="1" y="834"/>
                  </a:lnTo>
                  <a:lnTo>
                    <a:pt x="834" y="1668"/>
                  </a:lnTo>
                  <a:lnTo>
                    <a:pt x="1668" y="834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7" name="Google Shape;165;p19">
              <a:extLst>
                <a:ext uri="{FF2B5EF4-FFF2-40B4-BE49-F238E27FC236}">
                  <a16:creationId xmlns:a16="http://schemas.microsoft.com/office/drawing/2014/main" id="{8C186188-185A-4491-FB28-45E3A03C5855}"/>
                </a:ext>
              </a:extLst>
            </p:cNvPr>
            <p:cNvSpPr/>
            <p:nvPr/>
          </p:nvSpPr>
          <p:spPr>
            <a:xfrm>
              <a:off x="5943221" y="3486045"/>
              <a:ext cx="48258" cy="48258"/>
            </a:xfrm>
            <a:custGeom>
              <a:avLst/>
              <a:gdLst/>
              <a:ahLst/>
              <a:cxnLst/>
              <a:rect l="l" t="t" r="r" b="b"/>
              <a:pathLst>
                <a:path w="1669" h="1669" extrusionOk="0">
                  <a:moveTo>
                    <a:pt x="834" y="0"/>
                  </a:moveTo>
                  <a:lnTo>
                    <a:pt x="1" y="834"/>
                  </a:lnTo>
                  <a:lnTo>
                    <a:pt x="834" y="1668"/>
                  </a:lnTo>
                  <a:lnTo>
                    <a:pt x="1668" y="834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8" name="Google Shape;166;p19">
              <a:extLst>
                <a:ext uri="{FF2B5EF4-FFF2-40B4-BE49-F238E27FC236}">
                  <a16:creationId xmlns:a16="http://schemas.microsoft.com/office/drawing/2014/main" id="{B8728319-B6F1-5539-FF47-A93213E2F64C}"/>
                </a:ext>
              </a:extLst>
            </p:cNvPr>
            <p:cNvSpPr/>
            <p:nvPr/>
          </p:nvSpPr>
          <p:spPr>
            <a:xfrm>
              <a:off x="5705952" y="3248775"/>
              <a:ext cx="48258" cy="48258"/>
            </a:xfrm>
            <a:custGeom>
              <a:avLst/>
              <a:gdLst/>
              <a:ahLst/>
              <a:cxnLst/>
              <a:rect l="l" t="t" r="r" b="b"/>
              <a:pathLst>
                <a:path w="1669" h="1669" extrusionOk="0">
                  <a:moveTo>
                    <a:pt x="835" y="0"/>
                  </a:moveTo>
                  <a:lnTo>
                    <a:pt x="1" y="834"/>
                  </a:lnTo>
                  <a:lnTo>
                    <a:pt x="835" y="1668"/>
                  </a:lnTo>
                  <a:lnTo>
                    <a:pt x="1669" y="834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9" name="Google Shape;167;p19">
            <a:extLst>
              <a:ext uri="{FF2B5EF4-FFF2-40B4-BE49-F238E27FC236}">
                <a16:creationId xmlns:a16="http://schemas.microsoft.com/office/drawing/2014/main" id="{B5879600-3F59-C326-AAFD-9BBD8035E951}"/>
              </a:ext>
            </a:extLst>
          </p:cNvPr>
          <p:cNvSpPr txBox="1"/>
          <p:nvPr/>
        </p:nvSpPr>
        <p:spPr>
          <a:xfrm>
            <a:off x="712524" y="3680917"/>
            <a:ext cx="1545303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EF4F5F"/>
                </a:solidFill>
                <a:latin typeface="Roboto"/>
                <a:ea typeface="Roboto"/>
                <a:cs typeface="Roboto"/>
                <a:sym typeface="Roboto"/>
              </a:rPr>
              <a:t>Feature Dev &amp; Testing</a:t>
            </a:r>
            <a:endParaRPr b="1" dirty="0">
              <a:solidFill>
                <a:srgbClr val="EF4F5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168;p19">
            <a:extLst>
              <a:ext uri="{FF2B5EF4-FFF2-40B4-BE49-F238E27FC236}">
                <a16:creationId xmlns:a16="http://schemas.microsoft.com/office/drawing/2014/main" id="{2F233916-ED81-810D-9FB4-A72FE4AB600A}"/>
              </a:ext>
            </a:extLst>
          </p:cNvPr>
          <p:cNvSpPr txBox="1"/>
          <p:nvPr/>
        </p:nvSpPr>
        <p:spPr>
          <a:xfrm>
            <a:off x="3740862" y="3677937"/>
            <a:ext cx="1545303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EF4F5F"/>
                </a:solidFill>
                <a:latin typeface="Roboto"/>
                <a:ea typeface="Roboto"/>
                <a:cs typeface="Roboto"/>
                <a:sym typeface="Roboto"/>
              </a:rPr>
              <a:t>Refinement</a:t>
            </a:r>
            <a:endParaRPr b="1" dirty="0">
              <a:solidFill>
                <a:srgbClr val="EF4F5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169;p19">
            <a:extLst>
              <a:ext uri="{FF2B5EF4-FFF2-40B4-BE49-F238E27FC236}">
                <a16:creationId xmlns:a16="http://schemas.microsoft.com/office/drawing/2014/main" id="{149F0430-A217-72C1-EFA2-FA6E2FB1A3E9}"/>
              </a:ext>
            </a:extLst>
          </p:cNvPr>
          <p:cNvSpPr txBox="1"/>
          <p:nvPr/>
        </p:nvSpPr>
        <p:spPr>
          <a:xfrm>
            <a:off x="6578990" y="3677937"/>
            <a:ext cx="1219014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F4F5F"/>
                </a:solidFill>
                <a:latin typeface="Roboto"/>
                <a:ea typeface="Roboto"/>
                <a:cs typeface="Roboto"/>
                <a:sym typeface="Roboto"/>
              </a:rPr>
              <a:t>Tracking</a:t>
            </a:r>
            <a:endParaRPr b="1" dirty="0">
              <a:solidFill>
                <a:srgbClr val="EF4F5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170;p19">
            <a:extLst>
              <a:ext uri="{FF2B5EF4-FFF2-40B4-BE49-F238E27FC236}">
                <a16:creationId xmlns:a16="http://schemas.microsoft.com/office/drawing/2014/main" id="{AC386C4E-54A6-8ADB-A319-EF8D5BCEE869}"/>
              </a:ext>
            </a:extLst>
          </p:cNvPr>
          <p:cNvSpPr txBox="1"/>
          <p:nvPr/>
        </p:nvSpPr>
        <p:spPr>
          <a:xfrm>
            <a:off x="2394857" y="2052562"/>
            <a:ext cx="1545304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F4F5F"/>
                </a:solidFill>
                <a:latin typeface="Roboto"/>
                <a:ea typeface="Roboto"/>
                <a:cs typeface="Roboto"/>
                <a:sym typeface="Roboto"/>
              </a:rPr>
              <a:t>Soft launch &amp; Activation</a:t>
            </a:r>
            <a:endParaRPr b="1" dirty="0">
              <a:solidFill>
                <a:srgbClr val="EF4F5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171;p19">
            <a:extLst>
              <a:ext uri="{FF2B5EF4-FFF2-40B4-BE49-F238E27FC236}">
                <a16:creationId xmlns:a16="http://schemas.microsoft.com/office/drawing/2014/main" id="{CA5EE838-6041-CC7B-352E-2E69DDD59A73}"/>
              </a:ext>
            </a:extLst>
          </p:cNvPr>
          <p:cNvSpPr txBox="1"/>
          <p:nvPr/>
        </p:nvSpPr>
        <p:spPr>
          <a:xfrm>
            <a:off x="5092298" y="2052562"/>
            <a:ext cx="1608199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EF4F5F"/>
                </a:solidFill>
                <a:latin typeface="Roboto"/>
                <a:ea typeface="Roboto"/>
                <a:cs typeface="Roboto"/>
                <a:sym typeface="Roboto"/>
              </a:rPr>
              <a:t>Promotion &amp; Complete Launch</a:t>
            </a:r>
            <a:endParaRPr b="1" dirty="0">
              <a:solidFill>
                <a:srgbClr val="EF4F5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126;p19">
            <a:extLst>
              <a:ext uri="{FF2B5EF4-FFF2-40B4-BE49-F238E27FC236}">
                <a16:creationId xmlns:a16="http://schemas.microsoft.com/office/drawing/2014/main" id="{A0D58F57-24FC-31F9-E0D8-8765C2FA832E}"/>
              </a:ext>
            </a:extLst>
          </p:cNvPr>
          <p:cNvSpPr txBox="1"/>
          <p:nvPr/>
        </p:nvSpPr>
        <p:spPr>
          <a:xfrm>
            <a:off x="482875" y="4110592"/>
            <a:ext cx="20046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6200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On-the-Go feature will be developed and tested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126;p19">
            <a:extLst>
              <a:ext uri="{FF2B5EF4-FFF2-40B4-BE49-F238E27FC236}">
                <a16:creationId xmlns:a16="http://schemas.microsoft.com/office/drawing/2014/main" id="{46A1397F-512D-5877-F5F5-7D84A6F9EB07}"/>
              </a:ext>
            </a:extLst>
          </p:cNvPr>
          <p:cNvSpPr txBox="1"/>
          <p:nvPr/>
        </p:nvSpPr>
        <p:spPr>
          <a:xfrm>
            <a:off x="3229779" y="4151948"/>
            <a:ext cx="2546275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6200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Based on metric evaluations &amp; existing data, the feature will need to be refined, customer experience improved and workflow simplified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126;p19">
            <a:extLst>
              <a:ext uri="{FF2B5EF4-FFF2-40B4-BE49-F238E27FC236}">
                <a16:creationId xmlns:a16="http://schemas.microsoft.com/office/drawing/2014/main" id="{2247C348-D85C-E04C-B4AA-F2BAC21BB0E2}"/>
              </a:ext>
            </a:extLst>
          </p:cNvPr>
          <p:cNvSpPr txBox="1"/>
          <p:nvPr/>
        </p:nvSpPr>
        <p:spPr>
          <a:xfrm>
            <a:off x="5915359" y="4135754"/>
            <a:ext cx="2546275" cy="65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6200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Essential metrics need to be tracked and new features or categories need to be added to keep the user engaged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48D0F84-BDC3-9538-9FBE-B6D8A8E7A6E5}"/>
              </a:ext>
            </a:extLst>
          </p:cNvPr>
          <p:cNvSpPr/>
          <p:nvPr/>
        </p:nvSpPr>
        <p:spPr>
          <a:xfrm>
            <a:off x="1461687" y="2414550"/>
            <a:ext cx="733526" cy="733526"/>
          </a:xfrm>
          <a:prstGeom prst="ellipse">
            <a:avLst/>
          </a:prstGeom>
          <a:solidFill>
            <a:srgbClr val="EF4F5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E94A134-1AE7-5EAE-62EB-F68406611E7A}"/>
              </a:ext>
            </a:extLst>
          </p:cNvPr>
          <p:cNvSpPr/>
          <p:nvPr/>
        </p:nvSpPr>
        <p:spPr>
          <a:xfrm>
            <a:off x="2783068" y="2998613"/>
            <a:ext cx="733526" cy="733526"/>
          </a:xfrm>
          <a:prstGeom prst="ellipse">
            <a:avLst/>
          </a:prstGeom>
          <a:solidFill>
            <a:srgbClr val="EF4F5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5F5CC91-4465-786F-9715-8564448A7092}"/>
              </a:ext>
            </a:extLst>
          </p:cNvPr>
          <p:cNvSpPr/>
          <p:nvPr/>
        </p:nvSpPr>
        <p:spPr>
          <a:xfrm>
            <a:off x="4136153" y="2395045"/>
            <a:ext cx="733526" cy="733526"/>
          </a:xfrm>
          <a:prstGeom prst="ellipse">
            <a:avLst/>
          </a:prstGeom>
          <a:solidFill>
            <a:srgbClr val="EF4F5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8D1EE06-76EC-6F6D-5E18-F5BA634704C2}"/>
              </a:ext>
            </a:extLst>
          </p:cNvPr>
          <p:cNvSpPr/>
          <p:nvPr/>
        </p:nvSpPr>
        <p:spPr>
          <a:xfrm>
            <a:off x="5468921" y="3010657"/>
            <a:ext cx="733526" cy="733526"/>
          </a:xfrm>
          <a:prstGeom prst="ellipse">
            <a:avLst/>
          </a:prstGeom>
          <a:solidFill>
            <a:srgbClr val="EF4F5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C86B1A2-95F0-5E94-5740-AAF2F1530F0C}"/>
              </a:ext>
            </a:extLst>
          </p:cNvPr>
          <p:cNvSpPr/>
          <p:nvPr/>
        </p:nvSpPr>
        <p:spPr>
          <a:xfrm>
            <a:off x="6810619" y="2386732"/>
            <a:ext cx="733526" cy="733526"/>
          </a:xfrm>
          <a:prstGeom prst="ellipse">
            <a:avLst/>
          </a:prstGeom>
          <a:solidFill>
            <a:srgbClr val="EF4F5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Icon&#10;&#10;Description automatically generated">
            <a:extLst>
              <a:ext uri="{FF2B5EF4-FFF2-40B4-BE49-F238E27FC236}">
                <a16:creationId xmlns:a16="http://schemas.microsoft.com/office/drawing/2014/main" id="{4B4B1EEB-2793-1424-7023-0CF2FE5C4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447" y="2469497"/>
            <a:ext cx="630000" cy="630000"/>
          </a:xfrm>
          <a:prstGeom prst="rect">
            <a:avLst/>
          </a:prstGeom>
        </p:spPr>
      </p:pic>
      <p:pic>
        <p:nvPicPr>
          <p:cNvPr id="449" name="Picture 448" descr="Icon&#10;&#10;Description automatically generated">
            <a:extLst>
              <a:ext uri="{FF2B5EF4-FFF2-40B4-BE49-F238E27FC236}">
                <a16:creationId xmlns:a16="http://schemas.microsoft.com/office/drawing/2014/main" id="{07677674-04E7-1BBD-BD43-342017995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272" y="3069019"/>
            <a:ext cx="630000" cy="630000"/>
          </a:xfrm>
          <a:prstGeom prst="rect">
            <a:avLst/>
          </a:prstGeom>
        </p:spPr>
      </p:pic>
      <p:pic>
        <p:nvPicPr>
          <p:cNvPr id="451" name="Picture 450" descr="Icon&#10;&#10;Description automatically generated">
            <a:extLst>
              <a:ext uri="{FF2B5EF4-FFF2-40B4-BE49-F238E27FC236}">
                <a16:creationId xmlns:a16="http://schemas.microsoft.com/office/drawing/2014/main" id="{6D44B771-530D-00C1-2408-FC64B45D4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108" y="2479147"/>
            <a:ext cx="630000" cy="630000"/>
          </a:xfrm>
          <a:prstGeom prst="rect">
            <a:avLst/>
          </a:prstGeom>
        </p:spPr>
      </p:pic>
      <p:pic>
        <p:nvPicPr>
          <p:cNvPr id="453" name="Picture 452" descr="Icon&#10;&#10;Description automatically generated">
            <a:extLst>
              <a:ext uri="{FF2B5EF4-FFF2-40B4-BE49-F238E27FC236}">
                <a16:creationId xmlns:a16="http://schemas.microsoft.com/office/drawing/2014/main" id="{E57EE32A-F497-DA4F-4E64-38EB139E6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6614" y="3038968"/>
            <a:ext cx="630000" cy="630000"/>
          </a:xfrm>
          <a:prstGeom prst="rect">
            <a:avLst/>
          </a:prstGeom>
        </p:spPr>
      </p:pic>
      <p:pic>
        <p:nvPicPr>
          <p:cNvPr id="455" name="Picture 454" descr="Icon&#10;&#10;Description automatically generated">
            <a:extLst>
              <a:ext uri="{FF2B5EF4-FFF2-40B4-BE49-F238E27FC236}">
                <a16:creationId xmlns:a16="http://schemas.microsoft.com/office/drawing/2014/main" id="{14503192-E9B2-DB73-F7CC-A3513EB3CA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4412" y="2440219"/>
            <a:ext cx="630000" cy="63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effectLst/>
              </a:rPr>
              <a:t>Comprehensive Roadmap	 </a:t>
            </a:r>
            <a:endParaRPr lang="en-GB"/>
          </a:p>
        </p:txBody>
      </p:sp>
      <p:sp>
        <p:nvSpPr>
          <p:cNvPr id="5" name="Pentagon 4"/>
          <p:cNvSpPr/>
          <p:nvPr/>
        </p:nvSpPr>
        <p:spPr>
          <a:xfrm>
            <a:off x="376238" y="980045"/>
            <a:ext cx="2258765" cy="529244"/>
          </a:xfrm>
          <a:prstGeom prst="homePlate">
            <a:avLst/>
          </a:prstGeom>
          <a:solidFill>
            <a:srgbClr val="FF939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66675" rIns="66675" bIns="66675" rtlCol="0" anchor="ctr"/>
          <a:lstStyle/>
          <a:p>
            <a:pPr defTabSz="685800">
              <a:buClrTx/>
              <a:defRPr/>
            </a:pPr>
            <a:r>
              <a:rPr lang="en-US" sz="1200" kern="1200">
                <a:solidFill>
                  <a:prstClr val="black"/>
                </a:solidFill>
                <a:latin typeface="Calibri"/>
              </a:rPr>
              <a:t>Market Research</a:t>
            </a:r>
            <a:endParaRPr lang="en-US" sz="975" kern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Chevron 5"/>
          <p:cNvSpPr/>
          <p:nvPr/>
        </p:nvSpPr>
        <p:spPr>
          <a:xfrm>
            <a:off x="2420491" y="980045"/>
            <a:ext cx="2258765" cy="529244"/>
          </a:xfrm>
          <a:prstGeom prst="chevron">
            <a:avLst/>
          </a:prstGeom>
          <a:solidFill>
            <a:srgbClr val="FF3F3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66675" rIns="66675" bIns="66675" rtlCol="0" anchor="ctr"/>
          <a:lstStyle/>
          <a:p>
            <a:pPr defTabSz="685800">
              <a:buClrTx/>
              <a:defRPr/>
            </a:pPr>
            <a:r>
              <a:rPr lang="en-US" sz="1200" kern="1200">
                <a:solidFill>
                  <a:prstClr val="white"/>
                </a:solidFill>
                <a:latin typeface="Calibri"/>
              </a:rPr>
              <a:t>Feature Development</a:t>
            </a:r>
          </a:p>
        </p:txBody>
      </p:sp>
      <p:sp>
        <p:nvSpPr>
          <p:cNvPr id="7" name="Chevron 6"/>
          <p:cNvSpPr/>
          <p:nvPr/>
        </p:nvSpPr>
        <p:spPr>
          <a:xfrm>
            <a:off x="4464745" y="980045"/>
            <a:ext cx="2258765" cy="529244"/>
          </a:xfrm>
          <a:prstGeom prst="chevron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66675" rIns="66675" bIns="66675" rtlCol="0" anchor="ctr"/>
          <a:lstStyle/>
          <a:p>
            <a:pPr defTabSz="685800">
              <a:buClrTx/>
              <a:defRPr/>
            </a:pPr>
            <a:r>
              <a:rPr lang="en-US" sz="1200" kern="1200">
                <a:solidFill>
                  <a:prstClr val="white"/>
                </a:solidFill>
                <a:latin typeface="Calibri"/>
              </a:rPr>
              <a:t>Pilot Launch</a:t>
            </a:r>
          </a:p>
        </p:txBody>
      </p:sp>
      <p:sp>
        <p:nvSpPr>
          <p:cNvPr id="8" name="Chevron 7"/>
          <p:cNvSpPr/>
          <p:nvPr/>
        </p:nvSpPr>
        <p:spPr>
          <a:xfrm>
            <a:off x="6508998" y="980045"/>
            <a:ext cx="2333326" cy="529244"/>
          </a:xfrm>
          <a:prstGeom prst="chevron">
            <a:avLst/>
          </a:prstGeom>
          <a:solidFill>
            <a:srgbClr val="C8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66675" rIns="66675" bIns="66675" rtlCol="0" anchor="ctr"/>
          <a:lstStyle/>
          <a:p>
            <a:pPr defTabSz="685800">
              <a:buClrTx/>
              <a:defRPr/>
            </a:pPr>
            <a:r>
              <a:rPr lang="en-US" sz="1200" kern="1200">
                <a:solidFill>
                  <a:prstClr val="white"/>
                </a:solidFill>
                <a:latin typeface="Calibri"/>
              </a:rPr>
              <a:t>Feedback &amp; Final Release</a:t>
            </a:r>
            <a:endParaRPr lang="en-US" sz="975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EFDCCB-A5AC-278D-E096-B8795D216443}"/>
              </a:ext>
            </a:extLst>
          </p:cNvPr>
          <p:cNvSpPr txBox="1"/>
          <p:nvPr/>
        </p:nvSpPr>
        <p:spPr>
          <a:xfrm>
            <a:off x="309172" y="1762004"/>
            <a:ext cx="211131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Conduct detailed market research to </a:t>
            </a:r>
            <a:r>
              <a:rPr lang="en-US" sz="1050" b="1" i="1">
                <a:solidFill>
                  <a:srgbClr val="313131"/>
                </a:solidFill>
              </a:rPr>
              <a:t>understand customer preference </a:t>
            </a:r>
            <a:r>
              <a:rPr lang="en-US" sz="1050">
                <a:solidFill>
                  <a:srgbClr val="313131"/>
                </a:solidFill>
              </a:rPr>
              <a:t>for dine-in, or cloud kitchens 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Target population in </a:t>
            </a:r>
            <a:r>
              <a:rPr lang="en-US" sz="1050" b="1" i="1">
                <a:solidFill>
                  <a:srgbClr val="313131"/>
                </a:solidFill>
              </a:rPr>
              <a:t>Tier 1 </a:t>
            </a:r>
            <a:r>
              <a:rPr lang="en-US" sz="1050">
                <a:solidFill>
                  <a:srgbClr val="313131"/>
                </a:solidFill>
              </a:rPr>
              <a:t>metro cities, </a:t>
            </a:r>
            <a:r>
              <a:rPr lang="en-US" sz="1050" b="1" i="1">
                <a:solidFill>
                  <a:srgbClr val="313131"/>
                </a:solidFill>
              </a:rPr>
              <a:t>IT hubs</a:t>
            </a:r>
            <a:r>
              <a:rPr lang="en-US" sz="1050">
                <a:solidFill>
                  <a:srgbClr val="313131"/>
                </a:solidFill>
              </a:rPr>
              <a:t>, </a:t>
            </a:r>
            <a:r>
              <a:rPr lang="en-US" sz="1050" b="1" i="1">
                <a:solidFill>
                  <a:srgbClr val="313131"/>
                </a:solidFill>
              </a:rPr>
              <a:t>universities </a:t>
            </a:r>
            <a:r>
              <a:rPr lang="en-US" sz="1050">
                <a:solidFill>
                  <a:srgbClr val="313131"/>
                </a:solidFill>
              </a:rPr>
              <a:t>and colleges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 b="1" i="1">
                <a:solidFill>
                  <a:srgbClr val="313131"/>
                </a:solidFill>
              </a:rPr>
              <a:t>Income group</a:t>
            </a:r>
            <a:r>
              <a:rPr lang="en-US" sz="1050">
                <a:solidFill>
                  <a:srgbClr val="313131"/>
                </a:solidFill>
              </a:rPr>
              <a:t> for research may include </a:t>
            </a:r>
            <a:r>
              <a:rPr lang="en-US" sz="1050" b="1" i="1">
                <a:solidFill>
                  <a:srgbClr val="313131"/>
                </a:solidFill>
              </a:rPr>
              <a:t>middle class, and upper middle class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endParaRPr lang="en-IN" sz="1050">
              <a:solidFill>
                <a:srgbClr val="31313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6467C9-6B58-C64F-6F24-FFD97716C187}"/>
              </a:ext>
            </a:extLst>
          </p:cNvPr>
          <p:cNvSpPr txBox="1"/>
          <p:nvPr/>
        </p:nvSpPr>
        <p:spPr>
          <a:xfrm>
            <a:off x="2533186" y="1762005"/>
            <a:ext cx="2100438" cy="21313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 b="1" i="1">
                <a:solidFill>
                  <a:srgbClr val="313131"/>
                </a:solidFill>
              </a:rPr>
              <a:t>Gamifying</a:t>
            </a:r>
            <a:r>
              <a:rPr lang="en-US" sz="1050">
                <a:solidFill>
                  <a:srgbClr val="313131"/>
                </a:solidFill>
              </a:rPr>
              <a:t> the option, including questions and spin the wheel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Quiz question include: Top 5 dishes at the moment in a location, most ordered dishes, etc.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 b="1" i="1">
                <a:solidFill>
                  <a:srgbClr val="313131"/>
                </a:solidFill>
              </a:rPr>
              <a:t>Dynamic discount</a:t>
            </a:r>
            <a:r>
              <a:rPr lang="en-US" sz="1050">
                <a:solidFill>
                  <a:srgbClr val="313131"/>
                </a:solidFill>
              </a:rPr>
              <a:t> based on number of correct answers received (range: 10-20%)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Discount coupons will be </a:t>
            </a:r>
            <a:r>
              <a:rPr lang="en-US" sz="1050" b="1" i="1">
                <a:solidFill>
                  <a:srgbClr val="313131"/>
                </a:solidFill>
              </a:rPr>
              <a:t>valid for a limited time </a:t>
            </a:r>
            <a:r>
              <a:rPr lang="en-US" sz="1050">
                <a:solidFill>
                  <a:srgbClr val="313131"/>
                </a:solidFill>
              </a:rPr>
              <a:t>duration (e.g. – 10-12 </a:t>
            </a:r>
            <a:r>
              <a:rPr lang="en-US" sz="1050" err="1">
                <a:solidFill>
                  <a:srgbClr val="313131"/>
                </a:solidFill>
              </a:rPr>
              <a:t>hrs</a:t>
            </a:r>
            <a:r>
              <a:rPr lang="en-US" sz="1050">
                <a:solidFill>
                  <a:srgbClr val="313131"/>
                </a:solidFill>
              </a:rPr>
              <a:t>)</a:t>
            </a:r>
            <a:endParaRPr lang="en-IN" sz="1050">
              <a:solidFill>
                <a:srgbClr val="31313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AB7F8-B61D-121B-78B8-88243A9F1216}"/>
              </a:ext>
            </a:extLst>
          </p:cNvPr>
          <p:cNvSpPr txBox="1"/>
          <p:nvPr/>
        </p:nvSpPr>
        <p:spPr>
          <a:xfrm>
            <a:off x="4679256" y="1762005"/>
            <a:ext cx="1993241" cy="24211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Identifying </a:t>
            </a:r>
            <a:r>
              <a:rPr lang="en-US" sz="1050" b="1" i="1">
                <a:solidFill>
                  <a:srgbClr val="313131"/>
                </a:solidFill>
              </a:rPr>
              <a:t>top 5 </a:t>
            </a:r>
            <a:r>
              <a:rPr lang="en-US" sz="1050">
                <a:solidFill>
                  <a:srgbClr val="313131"/>
                </a:solidFill>
              </a:rPr>
              <a:t>dishes in the target region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Target universities &amp; IT Hubs for </a:t>
            </a:r>
            <a:r>
              <a:rPr lang="en-US" sz="1050" b="1" i="1">
                <a:solidFill>
                  <a:srgbClr val="313131"/>
                </a:solidFill>
              </a:rPr>
              <a:t>pilot test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Universities: </a:t>
            </a:r>
            <a:r>
              <a:rPr lang="en-US" sz="1050" b="1" i="1">
                <a:solidFill>
                  <a:srgbClr val="313131"/>
                </a:solidFill>
              </a:rPr>
              <a:t>Launching</a:t>
            </a:r>
            <a:r>
              <a:rPr lang="en-US" sz="1050">
                <a:solidFill>
                  <a:srgbClr val="313131"/>
                </a:solidFill>
              </a:rPr>
              <a:t> cloud kitchen under Zomato’s OTG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IT hubs: </a:t>
            </a:r>
            <a:r>
              <a:rPr lang="en-US" sz="1050" b="1" i="1">
                <a:solidFill>
                  <a:srgbClr val="313131"/>
                </a:solidFill>
              </a:rPr>
              <a:t>Convert non-profitable </a:t>
            </a:r>
            <a:r>
              <a:rPr lang="en-US" sz="1050">
                <a:solidFill>
                  <a:srgbClr val="313131"/>
                </a:solidFill>
              </a:rPr>
              <a:t>restaurants under Zomato’s OTG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Pilot version option to go to restaurant version vs “On the Go” version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endParaRPr lang="en-IN" sz="1050">
              <a:solidFill>
                <a:srgbClr val="31313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F767E4-7C38-73E5-0C2E-D31B38FB57F9}"/>
              </a:ext>
            </a:extLst>
          </p:cNvPr>
          <p:cNvSpPr txBox="1"/>
          <p:nvPr/>
        </p:nvSpPr>
        <p:spPr>
          <a:xfrm>
            <a:off x="6723510" y="1762005"/>
            <a:ext cx="2044253" cy="16466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Collect feedbacks from pilot for </a:t>
            </a:r>
            <a:r>
              <a:rPr lang="en-US" sz="1050" b="1" i="1">
                <a:solidFill>
                  <a:srgbClr val="313131"/>
                </a:solidFill>
              </a:rPr>
              <a:t>10-12 </a:t>
            </a:r>
            <a:r>
              <a:rPr lang="en-US" sz="1050" b="1">
                <a:solidFill>
                  <a:srgbClr val="313131"/>
                </a:solidFill>
              </a:rPr>
              <a:t>weeks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Calculate </a:t>
            </a:r>
            <a:r>
              <a:rPr lang="en-US" sz="1050" b="1" i="1">
                <a:solidFill>
                  <a:srgbClr val="313131"/>
                </a:solidFill>
              </a:rPr>
              <a:t>profitability </a:t>
            </a:r>
            <a:r>
              <a:rPr lang="en-US" sz="1050">
                <a:solidFill>
                  <a:srgbClr val="313131"/>
                </a:solidFill>
              </a:rPr>
              <a:t>and </a:t>
            </a:r>
            <a:r>
              <a:rPr lang="en-US" sz="1050" b="1" i="1">
                <a:solidFill>
                  <a:srgbClr val="313131"/>
                </a:solidFill>
              </a:rPr>
              <a:t>success metrics </a:t>
            </a:r>
            <a:r>
              <a:rPr lang="en-US" sz="1050">
                <a:solidFill>
                  <a:srgbClr val="313131"/>
                </a:solidFill>
              </a:rPr>
              <a:t>on the above data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Needful </a:t>
            </a:r>
            <a:r>
              <a:rPr lang="en-US" sz="1050" b="1" i="1">
                <a:solidFill>
                  <a:srgbClr val="313131"/>
                </a:solidFill>
              </a:rPr>
              <a:t>changes</a:t>
            </a:r>
            <a:r>
              <a:rPr lang="en-US" sz="1050">
                <a:solidFill>
                  <a:srgbClr val="313131"/>
                </a:solidFill>
              </a:rPr>
              <a:t>, </a:t>
            </a:r>
            <a:r>
              <a:rPr lang="en-US" sz="1050" b="1" i="1">
                <a:solidFill>
                  <a:srgbClr val="313131"/>
                </a:solidFill>
              </a:rPr>
              <a:t>modifications </a:t>
            </a:r>
            <a:r>
              <a:rPr lang="en-US" sz="1050">
                <a:solidFill>
                  <a:srgbClr val="313131"/>
                </a:solidFill>
              </a:rPr>
              <a:t>based on the feedback received</a:t>
            </a:r>
          </a:p>
          <a:p>
            <a:pPr marL="152400" indent="-152400">
              <a:spcBef>
                <a:spcPts val="450"/>
              </a:spcBef>
              <a:buSzPct val="100000"/>
              <a:buFont typeface="Arial"/>
              <a:buChar char="•"/>
            </a:pPr>
            <a:r>
              <a:rPr lang="en-US" sz="1050">
                <a:solidFill>
                  <a:srgbClr val="313131"/>
                </a:solidFill>
              </a:rPr>
              <a:t>Launching the final version</a:t>
            </a:r>
            <a:endParaRPr lang="en-IN" sz="105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33600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0"/>
          <p:cNvSpPr txBox="1">
            <a:spLocks noGrp="1"/>
          </p:cNvSpPr>
          <p:nvPr>
            <p:ph type="title"/>
          </p:nvPr>
        </p:nvSpPr>
        <p:spPr>
          <a:xfrm>
            <a:off x="713225" y="201100"/>
            <a:ext cx="77175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Success Metrics</a:t>
            </a:r>
            <a:endParaRPr dirty="0"/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FA660C2B-7661-59BB-B9D0-D748A6D38CDE}"/>
              </a:ext>
            </a:extLst>
          </p:cNvPr>
          <p:cNvGrpSpPr/>
          <p:nvPr/>
        </p:nvGrpSpPr>
        <p:grpSpPr>
          <a:xfrm>
            <a:off x="1624294" y="1365386"/>
            <a:ext cx="6530878" cy="568831"/>
            <a:chOff x="1124564" y="1346490"/>
            <a:chExt cx="6530878" cy="568831"/>
          </a:xfrm>
        </p:grpSpPr>
        <p:sp>
          <p:nvSpPr>
            <p:cNvPr id="2" name="Google Shape;375;p48">
              <a:extLst>
                <a:ext uri="{FF2B5EF4-FFF2-40B4-BE49-F238E27FC236}">
                  <a16:creationId xmlns:a16="http://schemas.microsoft.com/office/drawing/2014/main" id="{51B0B625-C986-4D1C-4F1E-31A43C58EF66}"/>
                </a:ext>
              </a:extLst>
            </p:cNvPr>
            <p:cNvSpPr/>
            <p:nvPr/>
          </p:nvSpPr>
          <p:spPr>
            <a:xfrm>
              <a:off x="1124564" y="1440393"/>
              <a:ext cx="360000" cy="369332"/>
            </a:xfrm>
            <a:prstGeom prst="rect">
              <a:avLst/>
            </a:prstGeom>
            <a:solidFill>
              <a:srgbClr val="EF4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F1CFA86-93AF-EA7A-D1AA-E71EC2A424C4}"/>
                </a:ext>
              </a:extLst>
            </p:cNvPr>
            <p:cNvSpPr txBox="1"/>
            <p:nvPr/>
          </p:nvSpPr>
          <p:spPr>
            <a:xfrm>
              <a:off x="1135517" y="1545989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chemeClr val="bg1"/>
                  </a:solidFill>
                  <a:latin typeface="Trebuchet MS" panose="020B0703020202090204" pitchFamily="34" charset="0"/>
                </a:rPr>
                <a:t>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56BF66C-ABB2-3A45-99AE-6B2C115E5E5C}"/>
                </a:ext>
              </a:extLst>
            </p:cNvPr>
            <p:cNvSpPr txBox="1"/>
            <p:nvPr/>
          </p:nvSpPr>
          <p:spPr>
            <a:xfrm>
              <a:off x="1594268" y="1597065"/>
              <a:ext cx="6061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Number of orders from the “Go” Tab / Number of orders on Zomato</a:t>
              </a:r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4997143-C4E6-2E79-D426-4A6A328B3A8D}"/>
                </a:ext>
              </a:extLst>
            </p:cNvPr>
            <p:cNvSpPr txBox="1"/>
            <p:nvPr/>
          </p:nvSpPr>
          <p:spPr>
            <a:xfrm>
              <a:off x="1594692" y="1346490"/>
              <a:ext cx="15424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EF4F5F"/>
                  </a:solidFill>
                </a:rPr>
                <a:t>Order Density</a:t>
              </a:r>
            </a:p>
          </p:txBody>
        </p:sp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4B43DBB5-F2D1-D192-302D-D9B4515FC59A}"/>
              </a:ext>
            </a:extLst>
          </p:cNvPr>
          <p:cNvGrpSpPr/>
          <p:nvPr/>
        </p:nvGrpSpPr>
        <p:grpSpPr>
          <a:xfrm>
            <a:off x="1621248" y="1984736"/>
            <a:ext cx="6533924" cy="558352"/>
            <a:chOff x="1121518" y="2116201"/>
            <a:chExt cx="6533924" cy="558352"/>
          </a:xfrm>
        </p:grpSpPr>
        <p:sp>
          <p:nvSpPr>
            <p:cNvPr id="5" name="Google Shape;375;p48">
              <a:extLst>
                <a:ext uri="{FF2B5EF4-FFF2-40B4-BE49-F238E27FC236}">
                  <a16:creationId xmlns:a16="http://schemas.microsoft.com/office/drawing/2014/main" id="{27C7FA3B-1BF7-7245-B6F8-BD27BC897F1F}"/>
                </a:ext>
              </a:extLst>
            </p:cNvPr>
            <p:cNvSpPr/>
            <p:nvPr/>
          </p:nvSpPr>
          <p:spPr>
            <a:xfrm>
              <a:off x="1121518" y="2186151"/>
              <a:ext cx="360000" cy="369332"/>
            </a:xfrm>
            <a:prstGeom prst="rect">
              <a:avLst/>
            </a:prstGeom>
            <a:solidFill>
              <a:srgbClr val="EF4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ADFFE0-8E29-69AD-FCC2-ED889919F726}"/>
                </a:ext>
              </a:extLst>
            </p:cNvPr>
            <p:cNvSpPr txBox="1"/>
            <p:nvPr/>
          </p:nvSpPr>
          <p:spPr>
            <a:xfrm>
              <a:off x="1137210" y="22849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chemeClr val="bg1"/>
                  </a:solidFill>
                  <a:latin typeface="Trebuchet MS" panose="020B0703020202090204" pitchFamily="34" charset="0"/>
                </a:rPr>
                <a:t>B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8E9D7B8-9B1E-1540-9F97-5DB2DA7E418E}"/>
                </a:ext>
              </a:extLst>
            </p:cNvPr>
            <p:cNvSpPr txBox="1"/>
            <p:nvPr/>
          </p:nvSpPr>
          <p:spPr>
            <a:xfrm>
              <a:off x="1594268" y="2366776"/>
              <a:ext cx="6061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Average time taken from opening of “Go” tab to when order is placed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DF36935-0BC6-AA39-BDD3-E41E1A71B7CC}"/>
                </a:ext>
              </a:extLst>
            </p:cNvPr>
            <p:cNvSpPr txBox="1"/>
            <p:nvPr/>
          </p:nvSpPr>
          <p:spPr>
            <a:xfrm>
              <a:off x="1594692" y="2116201"/>
              <a:ext cx="21467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EF4F5F"/>
                  </a:solidFill>
                </a:rPr>
                <a:t>Average Order Time</a:t>
              </a:r>
            </a:p>
          </p:txBody>
        </p: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FBD98427-9F40-3F60-62DB-B69F25F60BE4}"/>
              </a:ext>
            </a:extLst>
          </p:cNvPr>
          <p:cNvGrpSpPr/>
          <p:nvPr/>
        </p:nvGrpSpPr>
        <p:grpSpPr>
          <a:xfrm>
            <a:off x="1621248" y="2571750"/>
            <a:ext cx="6530878" cy="558352"/>
            <a:chOff x="1124564" y="2775424"/>
            <a:chExt cx="6530878" cy="558352"/>
          </a:xfrm>
        </p:grpSpPr>
        <p:sp>
          <p:nvSpPr>
            <p:cNvPr id="7" name="Google Shape;375;p48">
              <a:extLst>
                <a:ext uri="{FF2B5EF4-FFF2-40B4-BE49-F238E27FC236}">
                  <a16:creationId xmlns:a16="http://schemas.microsoft.com/office/drawing/2014/main" id="{66672333-68BC-0247-7373-32A49CFE703A}"/>
                </a:ext>
              </a:extLst>
            </p:cNvPr>
            <p:cNvSpPr/>
            <p:nvPr/>
          </p:nvSpPr>
          <p:spPr>
            <a:xfrm>
              <a:off x="1124564" y="2857392"/>
              <a:ext cx="360000" cy="369332"/>
            </a:xfrm>
            <a:prstGeom prst="rect">
              <a:avLst/>
            </a:prstGeom>
            <a:solidFill>
              <a:srgbClr val="EF4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808D61-8654-4EEB-C36F-5CB723961A14}"/>
                </a:ext>
              </a:extLst>
            </p:cNvPr>
            <p:cNvSpPr txBox="1"/>
            <p:nvPr/>
          </p:nvSpPr>
          <p:spPr>
            <a:xfrm>
              <a:off x="1138653" y="296444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chemeClr val="bg1"/>
                  </a:solidFill>
                  <a:latin typeface="Trebuchet MS" panose="020B0703020202090204" pitchFamily="34" charset="0"/>
                </a:rPr>
                <a:t>C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4440A6-6FBD-8E95-9328-1D2ED3F3A9AC}"/>
                </a:ext>
              </a:extLst>
            </p:cNvPr>
            <p:cNvSpPr txBox="1"/>
            <p:nvPr/>
          </p:nvSpPr>
          <p:spPr>
            <a:xfrm>
              <a:off x="1594268" y="3025999"/>
              <a:ext cx="6061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Number of users opening the tab but not ordering</a:t>
              </a:r>
              <a:endParaRPr lang="en-US" dirty="0"/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6126587A-A310-E789-09DE-E381FB66E526}"/>
                </a:ext>
              </a:extLst>
            </p:cNvPr>
            <p:cNvSpPr txBox="1"/>
            <p:nvPr/>
          </p:nvSpPr>
          <p:spPr>
            <a:xfrm>
              <a:off x="1594692" y="2775424"/>
              <a:ext cx="15776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EF4F5F"/>
                  </a:solidFill>
                </a:rPr>
                <a:t>Drop-Off rates</a:t>
              </a:r>
            </a:p>
          </p:txBody>
        </p:sp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99781C10-73DC-B832-2413-FC18A54241FD}"/>
              </a:ext>
            </a:extLst>
          </p:cNvPr>
          <p:cNvGrpSpPr/>
          <p:nvPr/>
        </p:nvGrpSpPr>
        <p:grpSpPr>
          <a:xfrm>
            <a:off x="1621248" y="3808205"/>
            <a:ext cx="6530878" cy="773795"/>
            <a:chOff x="1124564" y="3386865"/>
            <a:chExt cx="6530878" cy="773795"/>
          </a:xfrm>
        </p:grpSpPr>
        <p:sp>
          <p:nvSpPr>
            <p:cNvPr id="450" name="Google Shape;375;p48">
              <a:extLst>
                <a:ext uri="{FF2B5EF4-FFF2-40B4-BE49-F238E27FC236}">
                  <a16:creationId xmlns:a16="http://schemas.microsoft.com/office/drawing/2014/main" id="{DF586E25-D846-11B1-C249-C59D81E75D5B}"/>
                </a:ext>
              </a:extLst>
            </p:cNvPr>
            <p:cNvSpPr/>
            <p:nvPr/>
          </p:nvSpPr>
          <p:spPr>
            <a:xfrm>
              <a:off x="1124564" y="3480768"/>
              <a:ext cx="360000" cy="369332"/>
            </a:xfrm>
            <a:prstGeom prst="rect">
              <a:avLst/>
            </a:prstGeom>
            <a:solidFill>
              <a:srgbClr val="EF4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03F9AD86-6C03-5D0F-CA37-FA18A96F5849}"/>
                </a:ext>
              </a:extLst>
            </p:cNvPr>
            <p:cNvSpPr txBox="1"/>
            <p:nvPr/>
          </p:nvSpPr>
          <p:spPr>
            <a:xfrm>
              <a:off x="1146668" y="3587820"/>
              <a:ext cx="31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chemeClr val="bg1"/>
                  </a:solidFill>
                  <a:latin typeface="Trebuchet MS" panose="020B0703020202090204" pitchFamily="34" charset="0"/>
                </a:rPr>
                <a:t>E</a:t>
              </a: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1F346B94-13ED-9250-B7F8-5195A6BD395D}"/>
                </a:ext>
              </a:extLst>
            </p:cNvPr>
            <p:cNvSpPr txBox="1"/>
            <p:nvPr/>
          </p:nvSpPr>
          <p:spPr>
            <a:xfrm>
              <a:off x="1594268" y="3637440"/>
              <a:ext cx="60611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Number of users reordering from “Go” / Number of users who have ordered from “Go”</a:t>
              </a:r>
              <a:endParaRPr lang="en-US" dirty="0"/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3CA516E6-B9E9-2A40-8331-05AC06DCC0DC}"/>
                </a:ext>
              </a:extLst>
            </p:cNvPr>
            <p:cNvSpPr txBox="1"/>
            <p:nvPr/>
          </p:nvSpPr>
          <p:spPr>
            <a:xfrm>
              <a:off x="1594692" y="3386865"/>
              <a:ext cx="21451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EF4F5F"/>
                  </a:solidFill>
                </a:rPr>
                <a:t>User Retention Rate</a:t>
              </a:r>
            </a:p>
          </p:txBody>
        </p: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6827175A-895A-AC03-5046-92376355C085}"/>
              </a:ext>
            </a:extLst>
          </p:cNvPr>
          <p:cNvGrpSpPr/>
          <p:nvPr/>
        </p:nvGrpSpPr>
        <p:grpSpPr>
          <a:xfrm>
            <a:off x="1618202" y="3219763"/>
            <a:ext cx="6533924" cy="558352"/>
            <a:chOff x="1121518" y="4156576"/>
            <a:chExt cx="6533924" cy="558352"/>
          </a:xfrm>
        </p:grpSpPr>
        <p:sp>
          <p:nvSpPr>
            <p:cNvPr id="454" name="Google Shape;375;p48">
              <a:extLst>
                <a:ext uri="{FF2B5EF4-FFF2-40B4-BE49-F238E27FC236}">
                  <a16:creationId xmlns:a16="http://schemas.microsoft.com/office/drawing/2014/main" id="{9BF5CB88-24F1-4F55-2B41-871D5BBF7042}"/>
                </a:ext>
              </a:extLst>
            </p:cNvPr>
            <p:cNvSpPr/>
            <p:nvPr/>
          </p:nvSpPr>
          <p:spPr>
            <a:xfrm>
              <a:off x="1121518" y="4226526"/>
              <a:ext cx="360000" cy="369332"/>
            </a:xfrm>
            <a:prstGeom prst="rect">
              <a:avLst/>
            </a:prstGeom>
            <a:solidFill>
              <a:srgbClr val="EF4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C6FAD33C-2037-4C3D-9472-8C1308F7B6E7}"/>
                </a:ext>
              </a:extLst>
            </p:cNvPr>
            <p:cNvSpPr txBox="1"/>
            <p:nvPr/>
          </p:nvSpPr>
          <p:spPr>
            <a:xfrm>
              <a:off x="1129034" y="4322934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chemeClr val="bg1"/>
                  </a:solidFill>
                  <a:latin typeface="Trebuchet MS" panose="020B0703020202090204" pitchFamily="34" charset="0"/>
                </a:rPr>
                <a:t>D</a:t>
              </a:r>
            </a:p>
          </p:txBody>
        </p:sp>
        <p:sp>
          <p:nvSpPr>
            <p:cNvPr id="461" name="TextBox 460">
              <a:extLst>
                <a:ext uri="{FF2B5EF4-FFF2-40B4-BE49-F238E27FC236}">
                  <a16:creationId xmlns:a16="http://schemas.microsoft.com/office/drawing/2014/main" id="{1270AEEF-E815-5823-6E98-62C958785C49}"/>
                </a:ext>
              </a:extLst>
            </p:cNvPr>
            <p:cNvSpPr txBox="1"/>
            <p:nvPr/>
          </p:nvSpPr>
          <p:spPr>
            <a:xfrm>
              <a:off x="1594268" y="4407151"/>
              <a:ext cx="60611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Number of users opening “Go” tab / Total number of App users</a:t>
              </a:r>
              <a:endParaRPr lang="en-US" dirty="0"/>
            </a:p>
          </p:txBody>
        </p:sp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5D0FA32A-EEC9-869C-92CF-82B25B0C7EC0}"/>
                </a:ext>
              </a:extLst>
            </p:cNvPr>
            <p:cNvSpPr txBox="1"/>
            <p:nvPr/>
          </p:nvSpPr>
          <p:spPr>
            <a:xfrm>
              <a:off x="1594692" y="4156576"/>
              <a:ext cx="11208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EF4F5F"/>
                  </a:solidFill>
                </a:rPr>
                <a:t>Visit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9884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3344DC-9665-EF26-6356-0C8FBF4A38E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D3522BF-E7AD-2698-32E2-0A36F71AB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75" y="4065625"/>
            <a:ext cx="1916223" cy="10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Zomato improves the hygiene selection; delists 5000+ non-compliant  restaurants - Mobility India">
            <a:extLst>
              <a:ext uri="{FF2B5EF4-FFF2-40B4-BE49-F238E27FC236}">
                <a16:creationId xmlns:a16="http://schemas.microsoft.com/office/drawing/2014/main" id="{3CFBD152-60AC-970D-F358-9DC34E17D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3079" y="4268972"/>
            <a:ext cx="1193209" cy="67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49D491-0F9E-6D9C-063D-C0E752C05558}"/>
              </a:ext>
            </a:extLst>
          </p:cNvPr>
          <p:cNvSpPr txBox="1"/>
          <p:nvPr/>
        </p:nvSpPr>
        <p:spPr>
          <a:xfrm>
            <a:off x="2109450" y="3155250"/>
            <a:ext cx="4896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Your favorite Meal Companion for 2 AM Conversations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4A5866-060F-E12E-2ABB-7D8148C5A78C}"/>
              </a:ext>
            </a:extLst>
          </p:cNvPr>
          <p:cNvGrpSpPr/>
          <p:nvPr/>
        </p:nvGrpSpPr>
        <p:grpSpPr>
          <a:xfrm>
            <a:off x="2811532" y="2259106"/>
            <a:ext cx="3520936" cy="707886"/>
            <a:chOff x="2380129" y="2259106"/>
            <a:chExt cx="3520936" cy="70788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DEED5B-60BC-BFDC-EB47-1C028ED0E57D}"/>
                </a:ext>
              </a:extLst>
            </p:cNvPr>
            <p:cNvSpPr txBox="1"/>
            <p:nvPr/>
          </p:nvSpPr>
          <p:spPr>
            <a:xfrm>
              <a:off x="5094241" y="2382217"/>
              <a:ext cx="47846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💛</a:t>
              </a:r>
              <a:endParaRPr lang="en-US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B185A8-0619-101D-C1A5-3413767639A2}"/>
                </a:ext>
              </a:extLst>
            </p:cNvPr>
            <p:cNvSpPr txBox="1"/>
            <p:nvPr/>
          </p:nvSpPr>
          <p:spPr>
            <a:xfrm>
              <a:off x="2380129" y="2259106"/>
              <a:ext cx="35209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thank you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0072959"/>
      </p:ext>
    </p:extLst>
  </p:cSld>
  <p:clrMapOvr>
    <a:masterClrMapping/>
  </p:clrMapOvr>
</p:sld>
</file>

<file path=ppt/theme/theme1.xml><?xml version="1.0" encoding="utf-8"?>
<a:theme xmlns:a="http://schemas.openxmlformats.org/drawingml/2006/main" name="Food Delivery App by Slidesgo">
  <a:themeElements>
    <a:clrScheme name="Simple Light">
      <a:dk1>
        <a:srgbClr val="000000"/>
      </a:dk1>
      <a:lt1>
        <a:srgbClr val="FFFFFF"/>
      </a:lt1>
      <a:dk2>
        <a:srgbClr val="FFFAEA"/>
      </a:dk2>
      <a:lt2>
        <a:srgbClr val="FCE5CD"/>
      </a:lt2>
      <a:accent1>
        <a:srgbClr val="A8C987"/>
      </a:accent1>
      <a:accent2>
        <a:srgbClr val="D96FA0"/>
      </a:accent2>
      <a:accent3>
        <a:srgbClr val="66B9CC"/>
      </a:accent3>
      <a:accent4>
        <a:srgbClr val="F5DC6E"/>
      </a:accent4>
      <a:accent5>
        <a:srgbClr val="F3C347"/>
      </a:accent5>
      <a:accent6>
        <a:srgbClr val="5C65C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669</Words>
  <Application>Microsoft Macintosh PowerPoint</Application>
  <PresentationFormat>On-screen Show (16:9)</PresentationFormat>
  <Paragraphs>92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Okra</vt:lpstr>
      <vt:lpstr>Roboto Black</vt:lpstr>
      <vt:lpstr>Muli</vt:lpstr>
      <vt:lpstr>Arial</vt:lpstr>
      <vt:lpstr>Advent Pro</vt:lpstr>
      <vt:lpstr>Roboto</vt:lpstr>
      <vt:lpstr>Impact</vt:lpstr>
      <vt:lpstr>Trebuchet MS</vt:lpstr>
      <vt:lpstr>Fira Sans</vt:lpstr>
      <vt:lpstr>Open Sans</vt:lpstr>
      <vt:lpstr>Calibri</vt:lpstr>
      <vt:lpstr>Food Delivery App by Slidesgo</vt:lpstr>
      <vt:lpstr>Prodify</vt:lpstr>
      <vt:lpstr>About Zomato</vt:lpstr>
      <vt:lpstr>Comparison</vt:lpstr>
      <vt:lpstr>UI / UX</vt:lpstr>
      <vt:lpstr>GTM Strategy</vt:lpstr>
      <vt:lpstr>Comprehensive Roadmap  </vt:lpstr>
      <vt:lpstr>Success Metrics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Prodify</dc:title>
  <cp:lastModifiedBy>SUMEET SINGH</cp:lastModifiedBy>
  <cp:revision>7</cp:revision>
  <cp:lastPrinted>2022-08-01T12:12:41Z</cp:lastPrinted>
  <dcterms:modified xsi:type="dcterms:W3CDTF">2022-08-01T12:16:02Z</dcterms:modified>
</cp:coreProperties>
</file>