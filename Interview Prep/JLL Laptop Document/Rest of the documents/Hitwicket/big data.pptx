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67" r:id="rId5"/>
    <p:sldId id="258" r:id="rId6"/>
    <p:sldId id="259" r:id="rId7"/>
    <p:sldId id="261" r:id="rId8"/>
    <p:sldId id="264" r:id="rId9"/>
    <p:sldId id="262" r:id="rId10"/>
    <p:sldId id="274" r:id="rId11"/>
    <p:sldId id="263" r:id="rId12"/>
    <p:sldId id="265" r:id="rId13"/>
    <p:sldId id="266" r:id="rId14"/>
    <p:sldId id="272" r:id="rId15"/>
    <p:sldId id="268" r:id="rId16"/>
    <p:sldId id="269" r:id="rId17"/>
    <p:sldId id="270" r:id="rId18"/>
    <p:sldId id="276" r:id="rId19"/>
    <p:sldId id="277" r:id="rId20"/>
    <p:sldId id="278" r:id="rId21"/>
    <p:sldId id="279" r:id="rId22"/>
    <p:sldId id="280" r:id="rId23"/>
    <p:sldId id="283" r:id="rId24"/>
    <p:sldId id="312" r:id="rId25"/>
    <p:sldId id="313" r:id="rId26"/>
    <p:sldId id="284" r:id="rId27"/>
    <p:sldId id="286" r:id="rId28"/>
    <p:sldId id="287" r:id="rId29"/>
    <p:sldId id="288" r:id="rId30"/>
    <p:sldId id="289" r:id="rId31"/>
    <p:sldId id="285" r:id="rId32"/>
    <p:sldId id="291" r:id="rId33"/>
    <p:sldId id="302" r:id="rId34"/>
    <p:sldId id="292" r:id="rId35"/>
    <p:sldId id="301" r:id="rId36"/>
    <p:sldId id="293" r:id="rId37"/>
    <p:sldId id="294" r:id="rId38"/>
    <p:sldId id="295" r:id="rId39"/>
    <p:sldId id="297" r:id="rId40"/>
    <p:sldId id="298" r:id="rId41"/>
    <p:sldId id="299" r:id="rId42"/>
    <p:sldId id="300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28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>
      <p:cViewPr varScale="1">
        <p:scale>
          <a:sx n="80" d="100"/>
          <a:sy n="80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F955-CE24-43A8-B613-5E8B71039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480DD-E864-436F-8C2F-40BADFC29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2CDD7-3BB7-4C30-A112-0CB185C7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FF35-3E2D-4278-A696-B8A8BCA5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EE1C-928B-413F-8840-981B61AB0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4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908B-E02D-450F-A41A-13732247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E9A1-9D67-46CA-B116-3CC0E0DD4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DC372-2CB4-4479-A003-E9D525A5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6B535-17BF-47BD-8439-D7825A1F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28B5D-6C36-4B7C-B08C-592DF4CB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1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3980-96B1-4D0B-937A-0DF918F58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C0CD-0F28-476B-8CB4-5BAF321D3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B2534-DA72-4484-A397-03933F06E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7DDD-EB0B-4ED1-9A83-0ECC7224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730E4-24B5-401D-809C-FEBAB0AD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7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A72A-90FF-4E2F-9760-79493C58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24C70-6CC9-4543-8D67-2CE55FF51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4D3D0-BAFC-4BE6-9743-863178BB6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AA01B-AD5A-49D1-ADD0-6D8DAD90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3391B-04F0-4783-B003-2162B522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695F6-3010-423A-8FAE-B0113132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8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21BA-F977-4838-9B97-8F6E8F99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49CBA-16D8-4FBB-8180-4256A7D93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D7FD7-4150-4115-A88C-FDB9D25B3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6B2D3-D7E5-4477-96FB-A35E29661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437EE-31A4-4F6B-A17F-3B9997536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14546-B49F-4880-8282-2A6E300A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C6CC84-481E-4820-9224-5C45AAFD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79351-3C2B-4E57-8C7C-5434D30A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9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EB9E-FC56-466B-942C-F6C97E36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E1FA3-726C-467E-84EC-28B07DD3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6C782-F789-4451-A41E-9E4AEDB3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F97C1-6140-4383-AC0E-98003A93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2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F47A5-392A-41E6-B9DB-E0AD3032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48786-9A22-4CD3-803D-AC906087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1E89F-0321-45A7-8146-8D9768E9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1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019D-3F99-4E2C-A4DE-71CC9984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357C-7757-474D-93B6-D3F137F5E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872B9-6403-427F-A3C7-F827D0AD1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29447-3951-42BF-A07E-56DD5097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6C954-E7C2-4691-85FA-4A8B75BB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B50EB-D277-4C6D-8280-36B22590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3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4C88-F50F-47FF-9273-C0CFF1DD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E97BD-EF97-4779-96D8-790C6A615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BF1F9-71B7-445F-B4F5-27E9BDEEA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91611-07A5-4BA1-84FD-33C66670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F968-3885-4C98-83DB-108F5490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A52D9-5117-41EF-84F9-E79493B43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3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2690-FFCA-450E-A501-E104D718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E9B5E-48B7-443B-B640-845D9D775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1219F-CA87-4F45-9213-A03E9243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C4C51-0906-4CA8-A28B-8AEB8545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8B7D7-3D3A-4D27-AC44-CC1007CD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7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FE6FD4-6657-4F60-A299-E8397757B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7E5FA-AC97-42B6-A82F-6F5823F7D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BC584-D892-458F-AB99-A910704C1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9F47B-F5C0-4B53-832B-97FCBD61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671F7-1D1A-4027-A2DD-B940368E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9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73C2D-16B2-4FDC-9EDE-63350C84D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BE55B-F088-4D9C-930B-656C3DD77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D898A-5F70-4A23-970C-F35F6C7DE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F2A3C-FAB9-4600-A3E3-0DA8580ACE94}" type="datetimeFigureOut">
              <a:rPr lang="en-US" smtClean="0"/>
              <a:t>05-Jun-19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E2FE-F1BF-46BD-8129-8177410AF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700C4-1FD0-4F19-A28C-CCEF97816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87C7C-7A9D-4752-BD42-398D8067B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1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6243-4005-4008-AD16-A1511B7BB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881BD-4214-4AED-A3BD-1A06358FC1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9077624E-D66F-4453-A05F-2DE5CB8BC2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2" t="39469" r="44934" b="36376"/>
          <a:stretch/>
        </p:blipFill>
        <p:spPr>
          <a:xfrm>
            <a:off x="249393" y="385011"/>
            <a:ext cx="11755131" cy="58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2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42827-DE4C-44C1-9811-8693954A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CD92EE98-7ABB-441E-A2B9-589CFB21D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" t="14637" r="5049" b="10625"/>
          <a:stretch/>
        </p:blipFill>
        <p:spPr>
          <a:xfrm>
            <a:off x="433137" y="365124"/>
            <a:ext cx="11297651" cy="6023643"/>
          </a:xfrm>
        </p:spPr>
      </p:pic>
    </p:spTree>
    <p:extLst>
      <p:ext uri="{BB962C8B-B14F-4D97-AF65-F5344CB8AC3E}">
        <p14:creationId xmlns:p14="http://schemas.microsoft.com/office/powerpoint/2010/main" val="95976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EFB9-DE9C-430E-8F18-497852C7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89BC630-74A3-4157-BEF2-F02C9F654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43" t="17842" r="10261" b="30778"/>
          <a:stretch/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4572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C1ED-42DD-44DD-A963-B7A1445C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B291EC7-3DDA-4E22-BE6C-2FA12CA20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8" t="29106" r="41398" b="35225"/>
          <a:stretch/>
        </p:blipFill>
        <p:spPr>
          <a:xfrm>
            <a:off x="252663" y="120317"/>
            <a:ext cx="11550317" cy="6653462"/>
          </a:xfrm>
        </p:spPr>
      </p:pic>
    </p:spTree>
    <p:extLst>
      <p:ext uri="{BB962C8B-B14F-4D97-AF65-F5344CB8AC3E}">
        <p14:creationId xmlns:p14="http://schemas.microsoft.com/office/powerpoint/2010/main" val="79515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CDC35-FDEC-4ABF-812F-1AF46EE0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D96BB32-6481-4B57-A6DC-471E9A577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1" t="16359" r="20412" b="42414"/>
          <a:stretch/>
        </p:blipFill>
        <p:spPr>
          <a:xfrm>
            <a:off x="523875" y="348919"/>
            <a:ext cx="7862137" cy="3621500"/>
          </a:xfrm>
        </p:spPr>
      </p:pic>
    </p:spTree>
    <p:extLst>
      <p:ext uri="{BB962C8B-B14F-4D97-AF65-F5344CB8AC3E}">
        <p14:creationId xmlns:p14="http://schemas.microsoft.com/office/powerpoint/2010/main" val="400665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D701-60AB-4D5B-82D1-B19EA06B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863D70D-02CD-4353-B93B-62688C515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14" t="19994" r="23054" b="31618"/>
          <a:stretch/>
        </p:blipFill>
        <p:spPr>
          <a:xfrm>
            <a:off x="838201" y="601580"/>
            <a:ext cx="7343274" cy="4066674"/>
          </a:xfrm>
        </p:spPr>
      </p:pic>
    </p:spTree>
    <p:extLst>
      <p:ext uri="{BB962C8B-B14F-4D97-AF65-F5344CB8AC3E}">
        <p14:creationId xmlns:p14="http://schemas.microsoft.com/office/powerpoint/2010/main" val="285187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F3EB-0141-43D4-8480-ECDF3A4B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3A2589C-C340-4B60-9605-A9C7B7601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9" t="30212" r="55856" b="42414"/>
          <a:stretch/>
        </p:blipFill>
        <p:spPr>
          <a:xfrm>
            <a:off x="745959" y="818148"/>
            <a:ext cx="11057020" cy="5570620"/>
          </a:xfrm>
        </p:spPr>
      </p:pic>
    </p:spTree>
    <p:extLst>
      <p:ext uri="{BB962C8B-B14F-4D97-AF65-F5344CB8AC3E}">
        <p14:creationId xmlns:p14="http://schemas.microsoft.com/office/powerpoint/2010/main" val="96309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828B-6AEB-449F-8AD0-094E2E75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59F27CD-9306-4B73-962E-2CDAF1499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9" t="31594" r="40776" b="41728"/>
          <a:stretch/>
        </p:blipFill>
        <p:spPr>
          <a:xfrm>
            <a:off x="661737" y="216568"/>
            <a:ext cx="11069052" cy="5257800"/>
          </a:xfrm>
        </p:spPr>
      </p:pic>
    </p:spTree>
    <p:extLst>
      <p:ext uri="{BB962C8B-B14F-4D97-AF65-F5344CB8AC3E}">
        <p14:creationId xmlns:p14="http://schemas.microsoft.com/office/powerpoint/2010/main" val="137100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DB4A-5C75-447E-8E5C-80660F54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B21E617-1D37-409A-B603-5E30D5C42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1" t="31594" r="42642" b="37943"/>
          <a:stretch/>
        </p:blipFill>
        <p:spPr>
          <a:xfrm>
            <a:off x="156411" y="685801"/>
            <a:ext cx="11911263" cy="5807074"/>
          </a:xfrm>
        </p:spPr>
      </p:pic>
    </p:spTree>
    <p:extLst>
      <p:ext uri="{BB962C8B-B14F-4D97-AF65-F5344CB8AC3E}">
        <p14:creationId xmlns:p14="http://schemas.microsoft.com/office/powerpoint/2010/main" val="1523252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98BF-B0C4-4799-B959-986AB970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5DD5089-C132-4C3D-BED8-CC949A06E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7" t="31318" r="40154" b="16700"/>
          <a:stretch/>
        </p:blipFill>
        <p:spPr>
          <a:xfrm>
            <a:off x="657727" y="541421"/>
            <a:ext cx="10876546" cy="5317958"/>
          </a:xfrm>
        </p:spPr>
      </p:pic>
    </p:spTree>
    <p:extLst>
      <p:ext uri="{BB962C8B-B14F-4D97-AF65-F5344CB8AC3E}">
        <p14:creationId xmlns:p14="http://schemas.microsoft.com/office/powerpoint/2010/main" val="172359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31AE-267E-4EE8-B264-08DE8D950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A517072-4A46-4695-A3FE-69BD86D56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3" t="29659" r="39843" b="39878"/>
          <a:stretch/>
        </p:blipFill>
        <p:spPr>
          <a:xfrm>
            <a:off x="252663" y="365126"/>
            <a:ext cx="11815011" cy="5987548"/>
          </a:xfrm>
        </p:spPr>
      </p:pic>
    </p:spTree>
    <p:extLst>
      <p:ext uri="{BB962C8B-B14F-4D97-AF65-F5344CB8AC3E}">
        <p14:creationId xmlns:p14="http://schemas.microsoft.com/office/powerpoint/2010/main" val="4141863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6E37-2BF9-47D7-9E54-E31E26EE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38E4230-96CB-4E9B-A66C-457BEE423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6" t="34636" r="42642" b="34901"/>
          <a:stretch/>
        </p:blipFill>
        <p:spPr>
          <a:xfrm>
            <a:off x="216568" y="216568"/>
            <a:ext cx="7700211" cy="3753853"/>
          </a:xfrm>
        </p:spPr>
      </p:pic>
    </p:spTree>
    <p:extLst>
      <p:ext uri="{BB962C8B-B14F-4D97-AF65-F5344CB8AC3E}">
        <p14:creationId xmlns:p14="http://schemas.microsoft.com/office/powerpoint/2010/main" val="848910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4797-FF73-48B1-AC87-95E4E67B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A626C7A-33B8-4D8E-BD2C-3F768FB96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0" t="29936" r="43067" b="34672"/>
          <a:stretch/>
        </p:blipFill>
        <p:spPr>
          <a:xfrm>
            <a:off x="180473" y="365125"/>
            <a:ext cx="11381873" cy="5614570"/>
          </a:xfrm>
        </p:spPr>
      </p:pic>
    </p:spTree>
    <p:extLst>
      <p:ext uri="{BB962C8B-B14F-4D97-AF65-F5344CB8AC3E}">
        <p14:creationId xmlns:p14="http://schemas.microsoft.com/office/powerpoint/2010/main" val="162249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EB1D-687C-4410-ABCB-6BADBBC5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D0FBC75-09AD-4CE2-A556-98A5F2330B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1" t="33531" r="38600" b="13934"/>
          <a:stretch/>
        </p:blipFill>
        <p:spPr>
          <a:xfrm>
            <a:off x="838200" y="739942"/>
            <a:ext cx="11121189" cy="5378116"/>
          </a:xfrm>
        </p:spPr>
      </p:pic>
    </p:spTree>
    <p:extLst>
      <p:ext uri="{BB962C8B-B14F-4D97-AF65-F5344CB8AC3E}">
        <p14:creationId xmlns:p14="http://schemas.microsoft.com/office/powerpoint/2010/main" val="232230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CB2B-BB32-4A07-8AA6-90AE6C78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9D14852-EA3A-4378-9975-3D8B30F37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31996" r="34248" b="36511"/>
          <a:stretch/>
        </p:blipFill>
        <p:spPr>
          <a:xfrm>
            <a:off x="0" y="96253"/>
            <a:ext cx="12192000" cy="5775157"/>
          </a:xfrm>
        </p:spPr>
      </p:pic>
    </p:spTree>
    <p:extLst>
      <p:ext uri="{BB962C8B-B14F-4D97-AF65-F5344CB8AC3E}">
        <p14:creationId xmlns:p14="http://schemas.microsoft.com/office/powerpoint/2010/main" val="818040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1580-A58B-4C45-8D0F-C1A82E03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F308DB9-78AE-41AA-B96A-77091EAB0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3" t="30212" r="42175" b="46008"/>
          <a:stretch/>
        </p:blipFill>
        <p:spPr>
          <a:xfrm>
            <a:off x="397043" y="228600"/>
            <a:ext cx="10383252" cy="3200400"/>
          </a:xfrm>
        </p:spPr>
      </p:pic>
    </p:spTree>
    <p:extLst>
      <p:ext uri="{BB962C8B-B14F-4D97-AF65-F5344CB8AC3E}">
        <p14:creationId xmlns:p14="http://schemas.microsoft.com/office/powerpoint/2010/main" val="521320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FBFB-CA39-43DE-B5CC-5D3EACE6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Spark Architecture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4423BA82-E547-4BD7-B8CF-0AD7D25ED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5" t="34359" r="51969" b="16700"/>
          <a:stretch/>
        </p:blipFill>
        <p:spPr>
          <a:xfrm>
            <a:off x="1251284" y="661737"/>
            <a:ext cx="9095874" cy="5474368"/>
          </a:xfrm>
        </p:spPr>
      </p:pic>
    </p:spTree>
    <p:extLst>
      <p:ext uri="{BB962C8B-B14F-4D97-AF65-F5344CB8AC3E}">
        <p14:creationId xmlns:p14="http://schemas.microsoft.com/office/powerpoint/2010/main" val="3022109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CF15-F9D2-4664-AFE2-1D9609CE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FCAE9327-F108-49F3-91DF-308B0D003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8" t="29936" r="39066" b="27760"/>
          <a:stretch/>
        </p:blipFill>
        <p:spPr>
          <a:xfrm>
            <a:off x="240632" y="493295"/>
            <a:ext cx="11658600" cy="5999580"/>
          </a:xfrm>
        </p:spPr>
      </p:pic>
    </p:spTree>
    <p:extLst>
      <p:ext uri="{BB962C8B-B14F-4D97-AF65-F5344CB8AC3E}">
        <p14:creationId xmlns:p14="http://schemas.microsoft.com/office/powerpoint/2010/main" val="1097345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A023-AB6C-4C23-8E35-75F7EEC7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5B666A-A8D7-47E7-99EF-8A26E8D27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42" t="28830" r="11239" b="33843"/>
          <a:stretch/>
        </p:blipFill>
        <p:spPr>
          <a:xfrm>
            <a:off x="4535905" y="3080084"/>
            <a:ext cx="4559969" cy="1624264"/>
          </a:xfrm>
        </p:spPr>
      </p:pic>
    </p:spTree>
    <p:extLst>
      <p:ext uri="{BB962C8B-B14F-4D97-AF65-F5344CB8AC3E}">
        <p14:creationId xmlns:p14="http://schemas.microsoft.com/office/powerpoint/2010/main" val="2051968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CED2-8C35-4135-9CAD-10498439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FE7BF46-161F-4A0F-A1A4-32B8702A2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19" t="36848" r="12172" b="12275"/>
          <a:stretch/>
        </p:blipFill>
        <p:spPr>
          <a:xfrm>
            <a:off x="1624263" y="493295"/>
            <a:ext cx="9962148" cy="5149517"/>
          </a:xfrm>
        </p:spPr>
      </p:pic>
    </p:spTree>
    <p:extLst>
      <p:ext uri="{BB962C8B-B14F-4D97-AF65-F5344CB8AC3E}">
        <p14:creationId xmlns:p14="http://schemas.microsoft.com/office/powerpoint/2010/main" val="1326774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A518-925C-4C30-9050-87B06356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A57BC3B8-75E3-4ABD-81D4-9965A2A8A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8" t="23022" r="28028" b="16423"/>
          <a:stretch/>
        </p:blipFill>
        <p:spPr>
          <a:xfrm>
            <a:off x="697831" y="457200"/>
            <a:ext cx="11225463" cy="5895474"/>
          </a:xfrm>
        </p:spPr>
      </p:pic>
    </p:spTree>
    <p:extLst>
      <p:ext uri="{BB962C8B-B14F-4D97-AF65-F5344CB8AC3E}">
        <p14:creationId xmlns:p14="http://schemas.microsoft.com/office/powerpoint/2010/main" val="3958503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E159-6D7A-42AC-BE39-DE86A769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 err="1"/>
              <a:t>sc.</a:t>
            </a:r>
            <a:r>
              <a:rPr lang="en-US" b="1" dirty="0" err="1"/>
              <a:t>parallelize</a:t>
            </a:r>
            <a:r>
              <a:rPr lang="en-US" dirty="0"/>
              <a:t>(data, 20)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199324-8614-4C57-8EE7-A3C60FA85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9" t="31594" r="23521" b="21124"/>
          <a:stretch/>
        </p:blipFill>
        <p:spPr>
          <a:xfrm>
            <a:off x="1660358" y="1690688"/>
            <a:ext cx="9131968" cy="4802187"/>
          </a:xfrm>
        </p:spPr>
      </p:pic>
    </p:spTree>
    <p:extLst>
      <p:ext uri="{BB962C8B-B14F-4D97-AF65-F5344CB8AC3E}">
        <p14:creationId xmlns:p14="http://schemas.microsoft.com/office/powerpoint/2010/main" val="2857125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1EC16-AEF1-4A3A-B6D7-047D5449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Lazy Evaluation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E42784A-DCCE-42E6-94A2-FC91C4CC9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8" t="32742" r="23072" b="23059"/>
          <a:stretch/>
        </p:blipFill>
        <p:spPr>
          <a:xfrm>
            <a:off x="838200" y="1248031"/>
            <a:ext cx="9961605" cy="4491031"/>
          </a:xfrm>
        </p:spPr>
      </p:pic>
    </p:spTree>
    <p:extLst>
      <p:ext uri="{BB962C8B-B14F-4D97-AF65-F5344CB8AC3E}">
        <p14:creationId xmlns:p14="http://schemas.microsoft.com/office/powerpoint/2010/main" val="3932136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A615-EF78-466A-8637-C54F158D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Machine Learning Pipelines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970340-E548-4A5C-AD50-6E118134C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6800"/>
            <a:ext cx="7218946" cy="1538883"/>
          </a:xfrm>
          <a:prstGeom prst="rect">
            <a:avLst/>
          </a:prstGeom>
          <a:solidFill>
            <a:srgbClr val="EBF4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4914" tIns="0" rIns="34914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D5356"/>
                </a:solidFill>
                <a:effectLst/>
                <a:latin typeface="lato"/>
              </a:rPr>
              <a:t>At the core of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D4251"/>
                </a:solidFill>
                <a:effectLst/>
                <a:latin typeface="Roboto Mono"/>
              </a:rPr>
              <a:t>pyspark.ml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D5356"/>
                </a:solidFill>
                <a:effectLst/>
                <a:latin typeface="lato"/>
              </a:rPr>
              <a:t> module are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D4251"/>
                </a:solidFill>
                <a:effectLst/>
                <a:latin typeface="Roboto Mono"/>
              </a:rPr>
              <a:t>Transformer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D5356"/>
                </a:solidFill>
                <a:effectLst/>
                <a:latin typeface="lato"/>
              </a:rPr>
              <a:t> and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D4251"/>
                </a:solidFill>
                <a:effectLst/>
                <a:latin typeface="Roboto Mono"/>
              </a:rPr>
              <a:t>Estimator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D5356"/>
                </a:solidFill>
                <a:effectLst/>
                <a:latin typeface="lato"/>
              </a:rPr>
              <a:t> classes.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D5356"/>
              </a:solidFill>
              <a:effectLst/>
              <a:latin typeface="la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4D5356"/>
                </a:solidFill>
                <a:effectLst/>
                <a:latin typeface="lato"/>
              </a:rPr>
              <a:t>Almost every other class in the module behaves similarly to these two basic classes.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784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FB04-88E6-4430-99AB-14BFAF83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E4E53-383C-4D83-9A74-98D5CB7AA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PySpark</a:t>
            </a:r>
            <a:r>
              <a:rPr lang="en-US"/>
              <a:t> has a submodule for just about everything!</a:t>
            </a:r>
          </a:p>
        </p:txBody>
      </p:sp>
    </p:spTree>
    <p:extLst>
      <p:ext uri="{BB962C8B-B14F-4D97-AF65-F5344CB8AC3E}">
        <p14:creationId xmlns:p14="http://schemas.microsoft.com/office/powerpoint/2010/main" val="2790680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EEA5-0418-4CD3-9B28-C7314867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Content Placeholder 1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38A534-B28A-4F77-B1F4-2614C67FA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6" r="14348" b="8681"/>
          <a:stretch/>
        </p:blipFill>
        <p:spPr>
          <a:xfrm>
            <a:off x="1155033" y="365125"/>
            <a:ext cx="10419346" cy="5434096"/>
          </a:xfrm>
        </p:spPr>
      </p:pic>
    </p:spTree>
    <p:extLst>
      <p:ext uri="{BB962C8B-B14F-4D97-AF65-F5344CB8AC3E}">
        <p14:creationId xmlns:p14="http://schemas.microsoft.com/office/powerpoint/2010/main" val="4139764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1062-504B-4FEA-B573-AE20DCC4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682891CE-CAC8-478A-B426-C2E3424E9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" b="8129"/>
          <a:stretch/>
        </p:blipFill>
        <p:spPr>
          <a:xfrm>
            <a:off x="2226255" y="1828800"/>
            <a:ext cx="7739489" cy="3994484"/>
          </a:xfrm>
        </p:spPr>
      </p:pic>
    </p:spTree>
    <p:extLst>
      <p:ext uri="{BB962C8B-B14F-4D97-AF65-F5344CB8AC3E}">
        <p14:creationId xmlns:p14="http://schemas.microsoft.com/office/powerpoint/2010/main" val="1551864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738C-829A-498C-A357-C5233C93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6C5F4FD-BD5B-4A65-AB85-04EBC68E1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6" t="44867" r="60208" b="27760"/>
          <a:stretch/>
        </p:blipFill>
        <p:spPr>
          <a:xfrm>
            <a:off x="529389" y="2394283"/>
            <a:ext cx="8482263" cy="3633537"/>
          </a:xfrm>
        </p:spPr>
      </p:pic>
    </p:spTree>
    <p:extLst>
      <p:ext uri="{BB962C8B-B14F-4D97-AF65-F5344CB8AC3E}">
        <p14:creationId xmlns:p14="http://schemas.microsoft.com/office/powerpoint/2010/main" val="1023617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DDD94-A325-4745-815A-9ABE1BE8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51323F0-302B-4768-B30B-73C8DE064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5" t="29383" r="38755" b="28313"/>
          <a:stretch/>
        </p:blipFill>
        <p:spPr>
          <a:xfrm>
            <a:off x="838200" y="1503947"/>
            <a:ext cx="6128084" cy="4872790"/>
          </a:xfrm>
        </p:spPr>
      </p:pic>
    </p:spTree>
    <p:extLst>
      <p:ext uri="{BB962C8B-B14F-4D97-AF65-F5344CB8AC3E}">
        <p14:creationId xmlns:p14="http://schemas.microsoft.com/office/powerpoint/2010/main" val="900561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992E-6C7B-44C2-BD41-865B4C84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636734C-5309-45AE-A7D5-192AADF5F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7" t="30212" r="39377" b="27483"/>
          <a:stretch/>
        </p:blipFill>
        <p:spPr>
          <a:xfrm>
            <a:off x="637674" y="1263316"/>
            <a:ext cx="7531767" cy="4680283"/>
          </a:xfrm>
        </p:spPr>
      </p:pic>
    </p:spTree>
    <p:extLst>
      <p:ext uri="{BB962C8B-B14F-4D97-AF65-F5344CB8AC3E}">
        <p14:creationId xmlns:p14="http://schemas.microsoft.com/office/powerpoint/2010/main" val="1177512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C7C0-7920-4D86-A89D-78A0FCBF4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9F1CDFF-65AE-49B4-BF01-99515F19F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0" t="30080" r="40310" b="27207"/>
          <a:stretch/>
        </p:blipFill>
        <p:spPr>
          <a:xfrm>
            <a:off x="1215189" y="926432"/>
            <a:ext cx="4584032" cy="5566443"/>
          </a:xfrm>
        </p:spPr>
      </p:pic>
    </p:spTree>
    <p:extLst>
      <p:ext uri="{BB962C8B-B14F-4D97-AF65-F5344CB8AC3E}">
        <p14:creationId xmlns:p14="http://schemas.microsoft.com/office/powerpoint/2010/main" val="1881190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E67B-9571-476C-A5E2-189C394F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0D2A6CF-7BCB-46F5-8B18-72A9243E9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0" t="30488" r="38600" b="27760"/>
          <a:stretch/>
        </p:blipFill>
        <p:spPr>
          <a:xfrm>
            <a:off x="517358" y="365125"/>
            <a:ext cx="10836441" cy="5831138"/>
          </a:xfrm>
        </p:spPr>
      </p:pic>
    </p:spTree>
    <p:extLst>
      <p:ext uri="{BB962C8B-B14F-4D97-AF65-F5344CB8AC3E}">
        <p14:creationId xmlns:p14="http://schemas.microsoft.com/office/powerpoint/2010/main" val="1985084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9F92-5969-4DA0-9E6B-07C20246F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923DB34-AC58-4D8C-9ED1-7A9288235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8" t="27170" r="40777" b="16423"/>
          <a:stretch/>
        </p:blipFill>
        <p:spPr>
          <a:xfrm>
            <a:off x="838200" y="252662"/>
            <a:ext cx="10515600" cy="5739063"/>
          </a:xfrm>
        </p:spPr>
      </p:pic>
    </p:spTree>
    <p:extLst>
      <p:ext uri="{BB962C8B-B14F-4D97-AF65-F5344CB8AC3E}">
        <p14:creationId xmlns:p14="http://schemas.microsoft.com/office/powerpoint/2010/main" val="1702843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CEF4-1465-4AC8-832B-2D15BE90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4269271-6587-43CC-9D89-7B685A171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5" t="29106" r="38755" b="27207"/>
          <a:stretch/>
        </p:blipFill>
        <p:spPr>
          <a:xfrm>
            <a:off x="1046747" y="365125"/>
            <a:ext cx="9300411" cy="6127750"/>
          </a:xfrm>
        </p:spPr>
      </p:pic>
    </p:spTree>
    <p:extLst>
      <p:ext uri="{BB962C8B-B14F-4D97-AF65-F5344CB8AC3E}">
        <p14:creationId xmlns:p14="http://schemas.microsoft.com/office/powerpoint/2010/main" val="2706296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1FBB-DF6D-497E-AC9F-56E31DEB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0DB7AFF-9A6A-42DE-A2A8-C8FFFEA69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0" t="28276" r="40621" b="24718"/>
          <a:stretch/>
        </p:blipFill>
        <p:spPr>
          <a:xfrm>
            <a:off x="1371600" y="589547"/>
            <a:ext cx="9982200" cy="5558590"/>
          </a:xfrm>
        </p:spPr>
      </p:pic>
    </p:spTree>
    <p:extLst>
      <p:ext uri="{BB962C8B-B14F-4D97-AF65-F5344CB8AC3E}">
        <p14:creationId xmlns:p14="http://schemas.microsoft.com/office/powerpoint/2010/main" val="687734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D55F-3A9A-4495-AA06-638CB1F3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27BDDAA-8568-446A-92DA-68056AE04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4" t="29936" r="39843" b="28036"/>
          <a:stretch/>
        </p:blipFill>
        <p:spPr>
          <a:xfrm>
            <a:off x="1118937" y="637674"/>
            <a:ext cx="5763127" cy="5570621"/>
          </a:xfrm>
        </p:spPr>
      </p:pic>
    </p:spTree>
    <p:extLst>
      <p:ext uri="{BB962C8B-B14F-4D97-AF65-F5344CB8AC3E}">
        <p14:creationId xmlns:p14="http://schemas.microsoft.com/office/powerpoint/2010/main" val="2919270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A6B5-844B-40D9-B838-FADA7F1F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A1EA74F-8078-4BD4-A819-F0622668D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6" t="28831" r="39377" b="28337"/>
          <a:stretch/>
        </p:blipFill>
        <p:spPr>
          <a:xfrm>
            <a:off x="697831" y="252664"/>
            <a:ext cx="10756231" cy="5534526"/>
          </a:xfrm>
        </p:spPr>
      </p:pic>
    </p:spTree>
    <p:extLst>
      <p:ext uri="{BB962C8B-B14F-4D97-AF65-F5344CB8AC3E}">
        <p14:creationId xmlns:p14="http://schemas.microsoft.com/office/powerpoint/2010/main" val="3880007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B3FA-F0D4-40AE-B7BB-8F8D402D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097A524-764C-4917-A950-8D40C5CD7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9" t="30489" r="42330" b="28589"/>
          <a:stretch/>
        </p:blipFill>
        <p:spPr>
          <a:xfrm>
            <a:off x="838201" y="601580"/>
            <a:ext cx="10266946" cy="5450304"/>
          </a:xfrm>
        </p:spPr>
      </p:pic>
    </p:spTree>
    <p:extLst>
      <p:ext uri="{BB962C8B-B14F-4D97-AF65-F5344CB8AC3E}">
        <p14:creationId xmlns:p14="http://schemas.microsoft.com/office/powerpoint/2010/main" val="215095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ACE-28D3-46F3-9095-84176965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5BE4EE8-AF48-449E-B14F-A3F072ADE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4" t="29936" r="39532" b="27483"/>
          <a:stretch/>
        </p:blipFill>
        <p:spPr>
          <a:xfrm>
            <a:off x="745958" y="565485"/>
            <a:ext cx="10607841" cy="5534526"/>
          </a:xfrm>
        </p:spPr>
      </p:pic>
    </p:spTree>
    <p:extLst>
      <p:ext uri="{BB962C8B-B14F-4D97-AF65-F5344CB8AC3E}">
        <p14:creationId xmlns:p14="http://schemas.microsoft.com/office/powerpoint/2010/main" val="3841836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0637-D2D7-4C38-8B9D-F495C821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25222F9-5DE0-4E32-B0EF-DA0B25449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0" t="31318" r="41087" b="22507"/>
          <a:stretch/>
        </p:blipFill>
        <p:spPr>
          <a:xfrm>
            <a:off x="613611" y="685801"/>
            <a:ext cx="9901989" cy="5221704"/>
          </a:xfrm>
        </p:spPr>
      </p:pic>
    </p:spTree>
    <p:extLst>
      <p:ext uri="{BB962C8B-B14F-4D97-AF65-F5344CB8AC3E}">
        <p14:creationId xmlns:p14="http://schemas.microsoft.com/office/powerpoint/2010/main" val="1402678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D504-3440-4CE1-9E96-6AFAAB3F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02AFEA1-E5D5-4508-9D14-A8275F5AD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1" t="36848" r="39533" b="16147"/>
          <a:stretch/>
        </p:blipFill>
        <p:spPr>
          <a:xfrm>
            <a:off x="541421" y="721895"/>
            <a:ext cx="11237495" cy="4752473"/>
          </a:xfrm>
        </p:spPr>
      </p:pic>
    </p:spTree>
    <p:extLst>
      <p:ext uri="{BB962C8B-B14F-4D97-AF65-F5344CB8AC3E}">
        <p14:creationId xmlns:p14="http://schemas.microsoft.com/office/powerpoint/2010/main" val="1390981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9FD7-C8E5-47E2-B09D-F5758CE2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3EF7761-B1AA-4172-AC14-1A3D00EB5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0" t="26617" r="39688" b="21124"/>
          <a:stretch/>
        </p:blipFill>
        <p:spPr>
          <a:xfrm>
            <a:off x="838200" y="365125"/>
            <a:ext cx="9954126" cy="5494254"/>
          </a:xfrm>
        </p:spPr>
      </p:pic>
    </p:spTree>
    <p:extLst>
      <p:ext uri="{BB962C8B-B14F-4D97-AF65-F5344CB8AC3E}">
        <p14:creationId xmlns:p14="http://schemas.microsoft.com/office/powerpoint/2010/main" val="1918123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275D-54BB-4368-9E34-C4CE9492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C733540-2A6A-48AF-9A41-E810A1DD5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2" t="31173" r="41397" b="31077"/>
          <a:stretch/>
        </p:blipFill>
        <p:spPr>
          <a:xfrm>
            <a:off x="838199" y="782052"/>
            <a:ext cx="9821779" cy="5221705"/>
          </a:xfrm>
        </p:spPr>
      </p:pic>
    </p:spTree>
    <p:extLst>
      <p:ext uri="{BB962C8B-B14F-4D97-AF65-F5344CB8AC3E}">
        <p14:creationId xmlns:p14="http://schemas.microsoft.com/office/powerpoint/2010/main" val="3569652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5CD9-D610-4C1B-94E8-642AA89EA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9865D5A-B630-4363-9765-1E44109FB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8" t="36848" r="40465" b="28589"/>
          <a:stretch/>
        </p:blipFill>
        <p:spPr>
          <a:xfrm>
            <a:off x="950496" y="1215189"/>
            <a:ext cx="5883442" cy="4776537"/>
          </a:xfrm>
        </p:spPr>
      </p:pic>
    </p:spTree>
    <p:extLst>
      <p:ext uri="{BB962C8B-B14F-4D97-AF65-F5344CB8AC3E}">
        <p14:creationId xmlns:p14="http://schemas.microsoft.com/office/powerpoint/2010/main" val="41798092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8255-D5E5-4C2D-8369-FBDD2D05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33DD6F44-F0E9-4D84-8200-3EEAC3100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255" y="1825625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3101690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D13B-3F15-4942-9F41-F3769720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7BE09D4-29E2-43F5-8F60-D89D85DA2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0" t="28553" r="39066" b="28866"/>
          <a:stretch/>
        </p:blipFill>
        <p:spPr>
          <a:xfrm>
            <a:off x="1347537" y="757989"/>
            <a:ext cx="9216189" cy="5486400"/>
          </a:xfrm>
        </p:spPr>
      </p:pic>
    </p:spTree>
    <p:extLst>
      <p:ext uri="{BB962C8B-B14F-4D97-AF65-F5344CB8AC3E}">
        <p14:creationId xmlns:p14="http://schemas.microsoft.com/office/powerpoint/2010/main" val="339489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7925-7C13-42C2-AE7D-8BC6C790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B3CB9AC-A247-4DA0-8271-13C2D1105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0" t="28276" r="39221" b="28313"/>
          <a:stretch/>
        </p:blipFill>
        <p:spPr>
          <a:xfrm>
            <a:off x="3404938" y="3056021"/>
            <a:ext cx="3525252" cy="1888958"/>
          </a:xfrm>
        </p:spPr>
      </p:pic>
    </p:spTree>
    <p:extLst>
      <p:ext uri="{BB962C8B-B14F-4D97-AF65-F5344CB8AC3E}">
        <p14:creationId xmlns:p14="http://schemas.microsoft.com/office/powerpoint/2010/main" val="1764487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F31D-DD8E-4E3F-887D-7828DA29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F6975AC-9296-4816-A9C4-3665CFD87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4" t="31318" r="38755" b="28589"/>
          <a:stretch/>
        </p:blipFill>
        <p:spPr>
          <a:xfrm>
            <a:off x="3392905" y="3188368"/>
            <a:ext cx="3573379" cy="1744580"/>
          </a:xfrm>
        </p:spPr>
      </p:pic>
    </p:spTree>
    <p:extLst>
      <p:ext uri="{BB962C8B-B14F-4D97-AF65-F5344CB8AC3E}">
        <p14:creationId xmlns:p14="http://schemas.microsoft.com/office/powerpoint/2010/main" val="26717825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DDC0-C285-4B9D-8292-A4450673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82B810C-FCD0-473B-949C-8CC3F57B3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6" t="30212" r="41554" b="31354"/>
          <a:stretch/>
        </p:blipFill>
        <p:spPr>
          <a:xfrm>
            <a:off x="3441032" y="3140241"/>
            <a:ext cx="3308684" cy="1672391"/>
          </a:xfrm>
        </p:spPr>
      </p:pic>
    </p:spTree>
    <p:extLst>
      <p:ext uri="{BB962C8B-B14F-4D97-AF65-F5344CB8AC3E}">
        <p14:creationId xmlns:p14="http://schemas.microsoft.com/office/powerpoint/2010/main" val="3113858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8580-42CA-4E9C-9CB6-8A1AE0CD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502C5B2-9951-44EA-ABF1-6F1B77B4F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1" t="33253" r="41087" b="26377"/>
          <a:stretch/>
        </p:blipFill>
        <p:spPr>
          <a:xfrm>
            <a:off x="3429000" y="3272589"/>
            <a:ext cx="3356811" cy="1756611"/>
          </a:xfrm>
        </p:spPr>
      </p:pic>
    </p:spTree>
    <p:extLst>
      <p:ext uri="{BB962C8B-B14F-4D97-AF65-F5344CB8AC3E}">
        <p14:creationId xmlns:p14="http://schemas.microsoft.com/office/powerpoint/2010/main" val="39527893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9663-D76F-4643-A1FF-5585F4AD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A1C9573-608B-4E11-9BA6-667E4CEBB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4" t="29382" r="39843" b="30249"/>
          <a:stretch/>
        </p:blipFill>
        <p:spPr>
          <a:xfrm>
            <a:off x="3392906" y="3104147"/>
            <a:ext cx="3489158" cy="1756611"/>
          </a:xfrm>
        </p:spPr>
      </p:pic>
    </p:spTree>
    <p:extLst>
      <p:ext uri="{BB962C8B-B14F-4D97-AF65-F5344CB8AC3E}">
        <p14:creationId xmlns:p14="http://schemas.microsoft.com/office/powerpoint/2010/main" val="41916560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8FDA-44AC-4DEA-97FE-A3FEDFFF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</a:t>
            </a:r>
            <a:r>
              <a:rPr lang="en-US" dirty="0" err="1"/>
              <a:t>Dask</a:t>
            </a:r>
            <a:r>
              <a:rPr lang="en-US" dirty="0"/>
              <a:t> and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06AA3-C12A-4F46-9DEC-37C50066A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 err="1"/>
              <a:t>Dask</a:t>
            </a:r>
            <a:r>
              <a:rPr lang="en-US" dirty="0"/>
              <a:t> is light weighted</a:t>
            </a:r>
          </a:p>
          <a:p>
            <a:pPr fontAlgn="base"/>
            <a:r>
              <a:rPr lang="en-US" dirty="0" err="1"/>
              <a:t>Dask</a:t>
            </a:r>
            <a:r>
              <a:rPr lang="en-US" dirty="0"/>
              <a:t> is typically used on a single machine</a:t>
            </a:r>
          </a:p>
          <a:p>
            <a:pPr fontAlgn="base"/>
            <a:r>
              <a:rPr lang="en-US" dirty="0" err="1"/>
              <a:t>Dask</a:t>
            </a:r>
            <a:r>
              <a:rPr lang="en-US" dirty="0"/>
              <a:t> to provides parallel arrays, </a:t>
            </a:r>
            <a:r>
              <a:rPr lang="en-US" dirty="0" err="1"/>
              <a:t>dataframes</a:t>
            </a:r>
            <a:r>
              <a:rPr lang="en-US" dirty="0"/>
              <a:t>, machine learning, and custom algorithms</a:t>
            </a:r>
          </a:p>
          <a:p>
            <a:pPr fontAlgn="base"/>
            <a:r>
              <a:rPr lang="en-US" dirty="0" err="1"/>
              <a:t>Dask</a:t>
            </a:r>
            <a:r>
              <a:rPr lang="en-US" dirty="0"/>
              <a:t> has an advantage for Python users because it is itself a Python library.</a:t>
            </a:r>
          </a:p>
          <a:p>
            <a:pPr fontAlgn="base"/>
            <a:r>
              <a:rPr lang="en-US" dirty="0" err="1"/>
              <a:t>Dask</a:t>
            </a:r>
            <a:r>
              <a:rPr lang="en-US" dirty="0"/>
              <a:t> is lighter weight and is easier to integrate into existing code and hardware.</a:t>
            </a:r>
          </a:p>
          <a:p>
            <a:pPr fontAlgn="base"/>
            <a:r>
              <a:rPr lang="en-US" dirty="0"/>
              <a:t>If you want a single project that does everything and you’re already on Big Data hardware then Spark is a safe bet</a:t>
            </a:r>
          </a:p>
          <a:p>
            <a:pPr fontAlgn="base"/>
            <a:r>
              <a:rPr lang="en-US" dirty="0"/>
              <a:t>Spark is typically used on small to medium sized cluster but also runs well on a single machine.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460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132</Words>
  <Application>Microsoft Office PowerPoint</Application>
  <PresentationFormat>Widescreen</PresentationFormat>
  <Paragraphs>17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Calibri Light</vt:lpstr>
      <vt:lpstr>lato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Spark Architecture</vt:lpstr>
      <vt:lpstr>PowerPoint Presentation</vt:lpstr>
      <vt:lpstr>PowerPoint Presentation</vt:lpstr>
      <vt:lpstr>PowerPoint Presentation</vt:lpstr>
      <vt:lpstr>PowerPoint Presentation</vt:lpstr>
      <vt:lpstr>sc.parallelize(data, 20)  </vt:lpstr>
      <vt:lpstr>Lazy Evaluation</vt:lpstr>
      <vt:lpstr>Machine Learning Pipelines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 between Dask and Spark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 </cp:lastModifiedBy>
  <cp:revision>18</cp:revision>
  <dcterms:created xsi:type="dcterms:W3CDTF">2019-05-30T05:27:05Z</dcterms:created>
  <dcterms:modified xsi:type="dcterms:W3CDTF">2019-06-05T10:47:44Z</dcterms:modified>
</cp:coreProperties>
</file>