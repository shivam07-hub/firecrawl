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 xmlns:r="http://schemas.openxmlformats.org/officeDocument/2006/relationships" xmlns:a="http://schemas.openxmlformats.org/drawingml/2006/main">
  <p:cmAuthor id="1" name="Author" initials="A" lastIdx="0" clrIdx="3"/>
</p:cmAuthorLst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CA866F"/>
    <a:srgbClr val="C89385"/>
    <a:srgbClr val="8E7A6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712" y="485"/>
      </p:cViewPr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commentAuthors" Target="commentAuthors.xml"/><Relationship Id="rId17" Type="http://schemas.openxmlformats.org/officeDocument/2006/relationships/customXml" Target="../customXml/item1.xml"/><Relationship Id="rId18" Type="http://schemas.openxmlformats.org/officeDocument/2006/relationships/customXmlProps" Target="../customXml/itemProps1.xml"/><Relationship Id="rId19" Type="http://schemas.openxmlformats.org/officeDocument/2006/relationships/theme" Target="theme/theme1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US"/>
          </a:p>
        </p:txBody>
      </p:sp>
      <p:sp>
        <p:nvSpPr>
          <p:cNvPr id="1048924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0B98C9BE-87B7-4760-A22C-329CE4983B43}" type="datetimeFigureOut">
              <a:rPr lang="en-US" smtClean="0"/>
              <a:t>8/1/2022</a:t>
            </a:fld>
            <a:endParaRPr dirty="0" lang="en-US"/>
          </a:p>
        </p:txBody>
      </p:sp>
      <p:sp>
        <p:nvSpPr>
          <p:cNvPr id="1048925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US"/>
          </a:p>
        </p:txBody>
      </p:sp>
      <p:sp>
        <p:nvSpPr>
          <p:cNvPr id="1048926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3436F7D-74B8-491D-9B56-3C7529DF59F4}" type="slidenum">
              <a:rPr lang="en-US" smtClean="0"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US"/>
          </a:p>
        </p:txBody>
      </p:sp>
      <p:sp>
        <p:nvSpPr>
          <p:cNvPr id="104891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FF89C1D-9DA7-4C69-9BE5-61F988705FB7}" type="datetimeFigureOut">
              <a:rPr lang="en-US" smtClean="0"/>
              <a:t>8/1/2022</a:t>
            </a:fld>
            <a:endParaRPr dirty="0" lang="en-US"/>
          </a:p>
        </p:txBody>
      </p:sp>
      <p:sp>
        <p:nvSpPr>
          <p:cNvPr id="1048919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dirty="0" lang="en-US"/>
          </a:p>
        </p:txBody>
      </p:sp>
      <p:sp>
        <p:nvSpPr>
          <p:cNvPr id="104892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2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US"/>
          </a:p>
        </p:txBody>
      </p:sp>
      <p:sp>
        <p:nvSpPr>
          <p:cNvPr id="104892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05EB07D3-876E-4CE3-BE97-1887ED6BB637}" type="slidenum">
              <a:rPr lang="en-US" smtClean="0"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Master" Target="../slideMasters/slideMaster1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Master" Target="../slideMasters/slideMaster1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Master" Target="../slideMasters/slideMaster1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Master" Target="../slideMasters/slideMaster1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8" name="Picture 11" descr="A picture containing outdoor, sky, nature, dune  Description automatically generated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>
            <a:off x="0" y="0"/>
            <a:ext cx="8610600" cy="6858000"/>
          </a:xfrm>
          <a:prstGeom prst="rect"/>
        </p:spPr>
      </p:pic>
      <p:sp>
        <p:nvSpPr>
          <p:cNvPr id="1048714" name="Subtitle 2"/>
          <p:cNvSpPr>
            <a:spLocks noGrp="1"/>
          </p:cNvSpPr>
          <p:nvPr>
            <p:ph type="subTitle" idx="1"/>
          </p:nvPr>
        </p:nvSpPr>
        <p:spPr>
          <a:xfrm>
            <a:off x="9768840" y="4723772"/>
            <a:ext cx="1708784" cy="1156332"/>
          </a:xfrm>
        </p:spPr>
        <p:txBody>
          <a:bodyPr/>
          <a:lstStyle>
            <a:lvl1pPr algn="l" indent="0" marL="0">
              <a:buNone/>
              <a:defRPr sz="2400">
                <a:solidFill>
                  <a:schemeClr val="accent3"/>
                </a:solidFill>
                <a:latin typeface="+mj-lt"/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715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0" y="536574"/>
            <a:ext cx="7620000" cy="5784853"/>
          </a:xfrm>
        </p:spPr>
        <p:txBody>
          <a:bodyPr/>
          <a:p>
            <a:r>
              <a:rPr lang="en-US"/>
              <a:t>Click icon to add picture</a:t>
            </a:r>
            <a:endParaRPr dirty="0" lang="en-US"/>
          </a:p>
        </p:txBody>
      </p:sp>
      <p:cxnSp>
        <p:nvCxnSpPr>
          <p:cNvPr id="3145743" name="Straight Connector 13"/>
          <p:cNvCxnSpPr>
            <a:cxnSpLocks/>
          </p:cNvCxnSpPr>
          <p:nvPr userDrawn="1"/>
        </p:nvCxnSpPr>
        <p:spPr>
          <a:xfrm flipH="1">
            <a:off x="9768840" y="5701668"/>
            <a:ext cx="2423161" cy="0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16" name="Title 1"/>
          <p:cNvSpPr>
            <a:spLocks noGrp="1"/>
          </p:cNvSpPr>
          <p:nvPr>
            <p:ph type="ctrTitle"/>
          </p:nvPr>
        </p:nvSpPr>
        <p:spPr>
          <a:xfrm>
            <a:off x="6888480" y="1122363"/>
            <a:ext cx="4446270" cy="2387600"/>
          </a:xfrm>
        </p:spPr>
        <p:txBody>
          <a:bodyPr anchor="t">
            <a:noAutofit/>
          </a:bodyPr>
          <a:lstStyle>
            <a:lvl1pPr algn="l">
              <a:defRPr sz="6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17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9341358" y="4162298"/>
            <a:ext cx="1993392" cy="1993392"/>
          </a:xfrm>
          <a:noFill/>
        </p:spPr>
        <p:txBody>
          <a:bodyPr bIns="45720" lIns="91440" numCol="1" rIns="91440" spcFirstLastPara="1" tIns="45720" wrap="square">
            <a:prstTxWarp prst="textCircle"/>
            <a:spAutoFit/>
          </a:bodyPr>
          <a:lstStyle>
            <a:lvl1pPr>
              <a:defRPr baseline="0" b="0" cap="all" dirty="0" sz="2000" lang="en-US" spc="0">
                <a:ln w="0"/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algn="ctr" lvl="0" mar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9" descr="A group of people riding horses  Description automatically generated with medium confidence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>
            <a:off x="5603286" y="0"/>
            <a:ext cx="6588714" cy="6858000"/>
          </a:xfrm>
          <a:prstGeom prst="rect"/>
        </p:spPr>
      </p:pic>
      <p:sp>
        <p:nvSpPr>
          <p:cNvPr id="1048581" name="Title 1"/>
          <p:cNvSpPr>
            <a:spLocks noGrp="1"/>
          </p:cNvSpPr>
          <p:nvPr>
            <p:ph type="title"/>
          </p:nvPr>
        </p:nvSpPr>
        <p:spPr>
          <a:xfrm>
            <a:off x="1162050" y="523875"/>
            <a:ext cx="3975802" cy="1514476"/>
          </a:xfrm>
        </p:spPr>
        <p:txBody>
          <a:bodyPr anchor="b" lIns="0" rIns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>
          <a:xfrm>
            <a:off x="1162050" y="4662486"/>
            <a:ext cx="3975804" cy="1514476"/>
          </a:xfrm>
        </p:spPr>
        <p:txBody>
          <a:bodyPr lIns="0" rIns="0">
            <a:normAutofit/>
          </a:bodyPr>
          <a:lstStyle>
            <a:lvl1pPr indent="0" marL="0">
              <a:lnSpc>
                <a:spcPts val="1700"/>
              </a:lnSpc>
              <a:buNone/>
              <a:defRPr sz="12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dirty="0" lang="en-US"/>
              <a:t>Pitch deck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1048586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6068718" y="523875"/>
            <a:ext cx="5657850" cy="5810250"/>
          </a:xfrm>
        </p:spPr>
        <p:txBody>
          <a:bodyPr/>
          <a:p>
            <a:r>
              <a:rPr lang="en-US"/>
              <a:t>Click icon to add picture</a:t>
            </a:r>
            <a:endParaRPr dirty="0" lang="en-US"/>
          </a:p>
        </p:txBody>
      </p:sp>
      <p:cxnSp>
        <p:nvCxnSpPr>
          <p:cNvPr id="3145728" name="Straight Connector 14"/>
          <p:cNvCxnSpPr>
            <a:cxnSpLocks/>
          </p:cNvCxnSpPr>
          <p:nvPr userDrawn="1"/>
        </p:nvCxnSpPr>
        <p:spPr>
          <a:xfrm>
            <a:off x="1162050" y="2333625"/>
            <a:ext cx="0" cy="2000250"/>
          </a:xfrm>
          <a:prstGeom prst="line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7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640080" y="768096"/>
            <a:ext cx="1856232" cy="1856232"/>
          </a:xfrm>
          <a:noFill/>
        </p:spPr>
        <p:txBody>
          <a:bodyPr bIns="45720" lIns="91440" numCol="1" rIns="91440" spcFirstLastPara="1" tIns="45720" wrap="square">
            <a:prstTxWarp prst="textCircle"/>
            <a:spAutoFit/>
          </a:bodyPr>
          <a:lstStyle>
            <a:lvl1pPr>
              <a:defRPr baseline="0" b="0" cap="all" dirty="0" sz="2000" lang="en-US" spc="0">
                <a:ln w="0"/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algn="ctr" lvl="0" mar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9" descr="A picture containing tree, nature, spring  Description automatically generated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 rot="16200000">
            <a:off x="-381000" y="381000"/>
            <a:ext cx="6858000" cy="6096000"/>
          </a:xfrm>
          <a:prstGeom prst="rect"/>
        </p:spPr>
      </p:pic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6724244" y="473869"/>
            <a:ext cx="4603750" cy="1226572"/>
          </a:xfrm>
        </p:spPr>
        <p:txBody>
          <a:bodyPr anchor="b" lIns="0">
            <a:normAutofit/>
          </a:bodyPr>
          <a:lstStyle>
            <a:lvl1pPr>
              <a:defRPr sz="44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98" name="Text Placeholder 2"/>
          <p:cNvSpPr>
            <a:spLocks noGrp="1"/>
          </p:cNvSpPr>
          <p:nvPr>
            <p:ph type="body" idx="1"/>
          </p:nvPr>
        </p:nvSpPr>
        <p:spPr>
          <a:xfrm>
            <a:off x="7035800" y="2160591"/>
            <a:ext cx="4298950" cy="725701"/>
          </a:xfrm>
        </p:spPr>
        <p:txBody>
          <a:bodyPr>
            <a:normAutofit/>
          </a:bodyPr>
          <a:lstStyle>
            <a:lvl1pPr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35799" y="6356350"/>
            <a:ext cx="2772229" cy="365125"/>
          </a:xfrm>
        </p:spPr>
        <p:txBody>
          <a:bodyPr/>
          <a:lstStyle>
            <a:lvl1pPr algn="l"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dirty="0" lang="en-US"/>
              <a:t>Pitch deck</a:t>
            </a:r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36628" y="6356350"/>
            <a:ext cx="1317171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104860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566736" y="525463"/>
            <a:ext cx="4962526" cy="5807075"/>
          </a:xfrm>
        </p:spPr>
        <p:txBody>
          <a:bodyPr/>
          <a:p>
            <a:r>
              <a:rPr lang="en-US"/>
              <a:t>Click icon to add picture</a:t>
            </a:r>
            <a:endParaRPr dirty="0" lang="en-US"/>
          </a:p>
        </p:txBody>
      </p:sp>
      <p:cxnSp>
        <p:nvCxnSpPr>
          <p:cNvPr id="3145729" name="Straight Connector 13"/>
          <p:cNvCxnSpPr>
            <a:cxnSpLocks/>
          </p:cNvCxnSpPr>
          <p:nvPr userDrawn="1"/>
        </p:nvCxnSpPr>
        <p:spPr>
          <a:xfrm>
            <a:off x="6743700" y="1859273"/>
            <a:ext cx="0" cy="4360552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3" name="Text Placeholder 2"/>
          <p:cNvSpPr>
            <a:spLocks noGrp="1"/>
          </p:cNvSpPr>
          <p:nvPr>
            <p:ph type="body" idx="15"/>
          </p:nvPr>
        </p:nvSpPr>
        <p:spPr>
          <a:xfrm>
            <a:off x="7035800" y="1859273"/>
            <a:ext cx="4298950" cy="334668"/>
          </a:xfrm>
        </p:spPr>
        <p:txBody>
          <a:bodyPr>
            <a:noAutofit/>
          </a:bodyPr>
          <a:lstStyle>
            <a:lvl1pPr indent="0" marL="0"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04" name="Text Placeholder 2"/>
          <p:cNvSpPr>
            <a:spLocks noGrp="1"/>
          </p:cNvSpPr>
          <p:nvPr>
            <p:ph type="body" idx="16"/>
          </p:nvPr>
        </p:nvSpPr>
        <p:spPr>
          <a:xfrm>
            <a:off x="7035800" y="3271768"/>
            <a:ext cx="4298950" cy="725701"/>
          </a:xfrm>
        </p:spPr>
        <p:txBody>
          <a:bodyPr>
            <a:normAutofit/>
          </a:bodyPr>
          <a:lstStyle>
            <a:lvl1pPr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05" name="Text Placeholder 2"/>
          <p:cNvSpPr>
            <a:spLocks noGrp="1"/>
          </p:cNvSpPr>
          <p:nvPr>
            <p:ph type="body" idx="17"/>
          </p:nvPr>
        </p:nvSpPr>
        <p:spPr>
          <a:xfrm>
            <a:off x="7035800" y="2970450"/>
            <a:ext cx="4298950" cy="334668"/>
          </a:xfrm>
        </p:spPr>
        <p:txBody>
          <a:bodyPr>
            <a:noAutofit/>
          </a:bodyPr>
          <a:lstStyle>
            <a:lvl1pPr indent="0" marL="0"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06" name="Text Placeholder 2"/>
          <p:cNvSpPr>
            <a:spLocks noGrp="1"/>
          </p:cNvSpPr>
          <p:nvPr>
            <p:ph type="body" idx="18"/>
          </p:nvPr>
        </p:nvSpPr>
        <p:spPr>
          <a:xfrm>
            <a:off x="7035800" y="4382945"/>
            <a:ext cx="4298950" cy="725701"/>
          </a:xfrm>
        </p:spPr>
        <p:txBody>
          <a:bodyPr>
            <a:normAutofit/>
          </a:bodyPr>
          <a:lstStyle>
            <a:lvl1pPr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07" name="Text Placeholder 2"/>
          <p:cNvSpPr>
            <a:spLocks noGrp="1"/>
          </p:cNvSpPr>
          <p:nvPr>
            <p:ph type="body" idx="19"/>
          </p:nvPr>
        </p:nvSpPr>
        <p:spPr>
          <a:xfrm>
            <a:off x="7035800" y="4081627"/>
            <a:ext cx="4298950" cy="334668"/>
          </a:xfrm>
        </p:spPr>
        <p:txBody>
          <a:bodyPr>
            <a:noAutofit/>
          </a:bodyPr>
          <a:lstStyle>
            <a:lvl1pPr indent="0" marL="0"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08" name="Text Placeholder 2"/>
          <p:cNvSpPr>
            <a:spLocks noGrp="1"/>
          </p:cNvSpPr>
          <p:nvPr>
            <p:ph type="body" idx="20"/>
          </p:nvPr>
        </p:nvSpPr>
        <p:spPr>
          <a:xfrm>
            <a:off x="7035800" y="5494123"/>
            <a:ext cx="4298950" cy="725702"/>
          </a:xfrm>
        </p:spPr>
        <p:txBody>
          <a:bodyPr>
            <a:normAutofit/>
          </a:bodyPr>
          <a:lstStyle>
            <a:lvl1pPr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09" name="Text Placeholder 2"/>
          <p:cNvSpPr>
            <a:spLocks noGrp="1"/>
          </p:cNvSpPr>
          <p:nvPr>
            <p:ph type="body" idx="21"/>
          </p:nvPr>
        </p:nvSpPr>
        <p:spPr>
          <a:xfrm>
            <a:off x="7035800" y="5192805"/>
            <a:ext cx="4298950" cy="334668"/>
          </a:xfrm>
        </p:spPr>
        <p:txBody>
          <a:bodyPr>
            <a:noAutofit/>
          </a:bodyPr>
          <a:lstStyle>
            <a:lvl1pPr indent="0" marL="0"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chemeClr val="accent1"/>
        </a:solidFill>
        <a:effectLst/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1048639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dirty="0" lang="en-ZA"/>
              <a:t>Pitch deck</a:t>
            </a:r>
          </a:p>
        </p:txBody>
      </p:sp>
      <p:sp>
        <p:nvSpPr>
          <p:cNvPr id="1048640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t>‹#›</a:t>
            </a:fld>
            <a:endParaRPr dirty="0" lang="en-ZA"/>
          </a:p>
        </p:txBody>
      </p:sp>
      <p:sp>
        <p:nvSpPr>
          <p:cNvPr id="1048641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981075" y="3971432"/>
            <a:ext cx="1980000" cy="360000"/>
          </a:xfrm>
        </p:spPr>
        <p:txBody>
          <a:bodyPr/>
          <a:lstStyle>
            <a:lvl1pPr algn="ctr" indent="0" marL="0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048642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981075" y="4644390"/>
            <a:ext cx="1980000" cy="1490080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dirty="0" lang="en-US"/>
              <a:t>Bullet Description</a:t>
            </a:r>
            <a:endParaRPr dirty="0" lang="en-ZA"/>
          </a:p>
        </p:txBody>
      </p:sp>
      <p:sp>
        <p:nvSpPr>
          <p:cNvPr id="1048643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3731025" y="3971432"/>
            <a:ext cx="1980000" cy="360000"/>
          </a:xfrm>
        </p:spPr>
        <p:txBody>
          <a:bodyPr/>
          <a:lstStyle>
            <a:lvl1pPr algn="ctr" indent="0" marL="0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048644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3731025" y="4644390"/>
            <a:ext cx="1980000" cy="1490080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048645" name="Text Placeholder 8"/>
          <p:cNvSpPr>
            <a:spLocks noGrp="1"/>
          </p:cNvSpPr>
          <p:nvPr>
            <p:ph type="body" sz="quarter" idx="37" hasCustomPrompt="1"/>
          </p:nvPr>
        </p:nvSpPr>
        <p:spPr>
          <a:xfrm>
            <a:off x="6480975" y="3971432"/>
            <a:ext cx="1980000" cy="360000"/>
          </a:xfrm>
        </p:spPr>
        <p:txBody>
          <a:bodyPr/>
          <a:lstStyle>
            <a:lvl1pPr algn="ctr" indent="0" marL="0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048646" name="Text Placeholder 10"/>
          <p:cNvSpPr>
            <a:spLocks noGrp="1"/>
          </p:cNvSpPr>
          <p:nvPr>
            <p:ph type="body" sz="quarter" idx="38" hasCustomPrompt="1"/>
          </p:nvPr>
        </p:nvSpPr>
        <p:spPr>
          <a:xfrm>
            <a:off x="6480975" y="4644390"/>
            <a:ext cx="1980000" cy="1490080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048647" name="Content Placeholder 15"/>
          <p:cNvSpPr>
            <a:spLocks noGrp="1"/>
          </p:cNvSpPr>
          <p:nvPr>
            <p:ph sz="quarter" idx="46"/>
          </p:nvPr>
        </p:nvSpPr>
        <p:spPr>
          <a:xfrm>
            <a:off x="1227175" y="2209231"/>
            <a:ext cx="1487800" cy="1487801"/>
          </a:xfrm>
        </p:spPr>
        <p:txBody>
          <a:bodyPr/>
          <a:lstStyle>
            <a:lvl1pPr indent="0" marL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8" name="Text Placeholder 8"/>
          <p:cNvSpPr>
            <a:spLocks noGrp="1"/>
          </p:cNvSpPr>
          <p:nvPr>
            <p:ph type="body" sz="quarter" idx="47" hasCustomPrompt="1"/>
          </p:nvPr>
        </p:nvSpPr>
        <p:spPr>
          <a:xfrm>
            <a:off x="9184088" y="3971432"/>
            <a:ext cx="1980000" cy="360000"/>
          </a:xfrm>
        </p:spPr>
        <p:txBody>
          <a:bodyPr/>
          <a:lstStyle>
            <a:lvl1pPr algn="ctr" indent="0" marL="0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1048649" name="Text Placeholder 10"/>
          <p:cNvSpPr>
            <a:spLocks noGrp="1"/>
          </p:cNvSpPr>
          <p:nvPr>
            <p:ph type="body" sz="quarter" idx="48" hasCustomPrompt="1"/>
          </p:nvPr>
        </p:nvSpPr>
        <p:spPr>
          <a:xfrm>
            <a:off x="9184087" y="4644390"/>
            <a:ext cx="1980000" cy="1490080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048650" name="Content Placeholder 15"/>
          <p:cNvSpPr>
            <a:spLocks noGrp="1"/>
          </p:cNvSpPr>
          <p:nvPr>
            <p:ph sz="quarter" idx="49"/>
          </p:nvPr>
        </p:nvSpPr>
        <p:spPr>
          <a:xfrm>
            <a:off x="3977125" y="2209231"/>
            <a:ext cx="1487800" cy="1487801"/>
          </a:xfrm>
        </p:spPr>
        <p:txBody>
          <a:bodyPr/>
          <a:lstStyle>
            <a:lvl1pPr indent="0" marL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1" name="Content Placeholder 15"/>
          <p:cNvSpPr>
            <a:spLocks noGrp="1"/>
          </p:cNvSpPr>
          <p:nvPr>
            <p:ph sz="quarter" idx="50"/>
          </p:nvPr>
        </p:nvSpPr>
        <p:spPr>
          <a:xfrm>
            <a:off x="6727075" y="2209231"/>
            <a:ext cx="1487800" cy="1487801"/>
          </a:xfrm>
        </p:spPr>
        <p:txBody>
          <a:bodyPr/>
          <a:lstStyle>
            <a:lvl1pPr indent="0" marL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2" name="Content Placeholder 15"/>
          <p:cNvSpPr>
            <a:spLocks noGrp="1"/>
          </p:cNvSpPr>
          <p:nvPr>
            <p:ph sz="quarter" idx="51"/>
          </p:nvPr>
        </p:nvSpPr>
        <p:spPr>
          <a:xfrm>
            <a:off x="9430188" y="2209231"/>
            <a:ext cx="1487800" cy="1487801"/>
          </a:xfrm>
        </p:spPr>
        <p:txBody>
          <a:bodyPr/>
          <a:lstStyle>
            <a:lvl1pPr indent="0" marL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145730" name="Straight Connector 25"/>
          <p:cNvCxnSpPr>
            <a:cxnSpLocks/>
          </p:cNvCxnSpPr>
          <p:nvPr userDrawn="1"/>
        </p:nvCxnSpPr>
        <p:spPr>
          <a:xfrm>
            <a:off x="1513875" y="3712844"/>
            <a:ext cx="914400" cy="0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1" name="Straight Connector 27"/>
          <p:cNvCxnSpPr>
            <a:cxnSpLocks/>
          </p:cNvCxnSpPr>
          <p:nvPr userDrawn="1"/>
        </p:nvCxnSpPr>
        <p:spPr>
          <a:xfrm>
            <a:off x="4248911" y="3712844"/>
            <a:ext cx="914400" cy="0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2" name="Straight Connector 29"/>
          <p:cNvCxnSpPr>
            <a:cxnSpLocks/>
          </p:cNvCxnSpPr>
          <p:nvPr userDrawn="1"/>
        </p:nvCxnSpPr>
        <p:spPr>
          <a:xfrm>
            <a:off x="6983947" y="3712844"/>
            <a:ext cx="914400" cy="0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3" name="Straight Connector 31"/>
          <p:cNvCxnSpPr>
            <a:cxnSpLocks/>
          </p:cNvCxnSpPr>
          <p:nvPr userDrawn="1"/>
        </p:nvCxnSpPr>
        <p:spPr>
          <a:xfrm>
            <a:off x="9718983" y="3712844"/>
            <a:ext cx="914400" cy="0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68" name="Picture 33" descr="A picture containing outdoor, sky, nature, dune  Description automatically generated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>
            <a:off x="0" y="0"/>
            <a:ext cx="304800" cy="6858000"/>
          </a:xfrm>
          <a:prstGeom prst="rect"/>
        </p:spPr>
      </p:pic>
      <p:pic>
        <p:nvPicPr>
          <p:cNvPr id="2097169" name="Picture 35" descr="A picture containing outdoor, sky, nature, dune  Description automatically generated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2" cstate="screen"/>
          <a:srcRect/>
          <a:stretch>
            <a:fillRect/>
          </a:stretch>
        </p:blipFill>
        <p:spPr>
          <a:xfrm>
            <a:off x="11887200" y="0"/>
            <a:ext cx="304800" cy="6858000"/>
          </a:xfrm>
          <a:prstGeom prst="rect"/>
        </p:spPr>
      </p:pic>
      <p:sp>
        <p:nvSpPr>
          <p:cNvPr id="1048653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">
    <p:bg>
      <p:bgPr>
        <a:solidFill>
          <a:schemeClr val="accent2"/>
        </a:solidFill>
        <a:effectLst/>
      </p:bgPr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3" name="Picture 8" descr="A body of water with trees around it  Description automatically generated with medium confidence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>
            <a:off x="3581400" y="0"/>
            <a:ext cx="5029200" cy="6858000"/>
          </a:xfrm>
          <a:prstGeom prst="rect"/>
        </p:spPr>
      </p:pic>
      <p:sp>
        <p:nvSpPr>
          <p:cNvPr id="1048805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038600" y="508000"/>
            <a:ext cx="4114800" cy="5842000"/>
          </a:xfrm>
        </p:spPr>
        <p:txBody>
          <a:bodyPr/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806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07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496500" y="2704606"/>
            <a:ext cx="2589600" cy="360000"/>
          </a:xfrm>
        </p:spPr>
        <p:txBody>
          <a:bodyPr/>
          <a:lstStyle>
            <a:lvl1pPr algn="ctr" indent="0" marL="0"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048808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496500" y="3128324"/>
            <a:ext cx="2589600" cy="861420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dirty="0" lang="en-US"/>
              <a:t>Bullet Description</a:t>
            </a:r>
            <a:endParaRPr dirty="0" lang="en-ZA"/>
          </a:p>
        </p:txBody>
      </p:sp>
      <p:sp>
        <p:nvSpPr>
          <p:cNvPr id="1048809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496500" y="4530478"/>
            <a:ext cx="2589600" cy="360000"/>
          </a:xfrm>
        </p:spPr>
        <p:txBody>
          <a:bodyPr/>
          <a:lstStyle>
            <a:lvl1pPr algn="ctr" indent="0" marL="0"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048810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496500" y="4954196"/>
            <a:ext cx="2589600" cy="861420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048811" name="Text Placeholder 8"/>
          <p:cNvSpPr>
            <a:spLocks noGrp="1"/>
          </p:cNvSpPr>
          <p:nvPr>
            <p:ph type="body" sz="quarter" idx="37" hasCustomPrompt="1"/>
          </p:nvPr>
        </p:nvSpPr>
        <p:spPr>
          <a:xfrm>
            <a:off x="9105900" y="2704606"/>
            <a:ext cx="2589600" cy="360000"/>
          </a:xfrm>
        </p:spPr>
        <p:txBody>
          <a:bodyPr/>
          <a:lstStyle>
            <a:lvl1pPr algn="ctr" indent="0" marL="0"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048812" name="Text Placeholder 10"/>
          <p:cNvSpPr>
            <a:spLocks noGrp="1"/>
          </p:cNvSpPr>
          <p:nvPr>
            <p:ph type="body" sz="quarter" idx="38" hasCustomPrompt="1"/>
          </p:nvPr>
        </p:nvSpPr>
        <p:spPr>
          <a:xfrm>
            <a:off x="9105900" y="3128324"/>
            <a:ext cx="2589600" cy="861420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048813" name="Text Placeholder 8"/>
          <p:cNvSpPr>
            <a:spLocks noGrp="1"/>
          </p:cNvSpPr>
          <p:nvPr>
            <p:ph type="body" sz="quarter" idx="39" hasCustomPrompt="1"/>
          </p:nvPr>
        </p:nvSpPr>
        <p:spPr>
          <a:xfrm>
            <a:off x="9105900" y="4530478"/>
            <a:ext cx="2589600" cy="360000"/>
          </a:xfrm>
        </p:spPr>
        <p:txBody>
          <a:bodyPr/>
          <a:lstStyle>
            <a:lvl1pPr algn="ctr" indent="0" marL="0"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1048814" name="Text Placeholder 10"/>
          <p:cNvSpPr>
            <a:spLocks noGrp="1"/>
          </p:cNvSpPr>
          <p:nvPr>
            <p:ph type="body" sz="quarter" idx="40" hasCustomPrompt="1"/>
          </p:nvPr>
        </p:nvSpPr>
        <p:spPr>
          <a:xfrm>
            <a:off x="9105900" y="4954196"/>
            <a:ext cx="2589600" cy="861420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048815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81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dirty="0" lang="en-US"/>
              <a:t>Pitch deck</a:t>
            </a:r>
          </a:p>
        </p:txBody>
      </p:sp>
      <p:sp>
        <p:nvSpPr>
          <p:cNvPr id="10488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bg>
      <p:bgPr>
        <a:solidFill>
          <a:schemeClr val="accent1"/>
        </a:solidFill>
        <a:effectLst/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Title 1"/>
          <p:cNvSpPr>
            <a:spLocks noGrp="1"/>
          </p:cNvSpPr>
          <p:nvPr>
            <p:ph type="title"/>
          </p:nvPr>
        </p:nvSpPr>
        <p:spPr>
          <a:xfrm>
            <a:off x="7035800" y="473869"/>
            <a:ext cx="4603750" cy="12265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19" name="Text Placeholder 2"/>
          <p:cNvSpPr>
            <a:spLocks noGrp="1"/>
          </p:cNvSpPr>
          <p:nvPr>
            <p:ph type="body" idx="1"/>
          </p:nvPr>
        </p:nvSpPr>
        <p:spPr>
          <a:xfrm>
            <a:off x="7445828" y="2468880"/>
            <a:ext cx="3888921" cy="725701"/>
          </a:xfrm>
        </p:spPr>
        <p:txBody>
          <a:bodyPr>
            <a:normAutofit/>
          </a:bodyPr>
          <a:lstStyle>
            <a:lvl1pPr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097179" name="Picture 9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>
            <a:off x="6358467" y="0"/>
            <a:ext cx="304268" cy="6858000"/>
          </a:xfrm>
          <a:prstGeom prst="rect"/>
        </p:spPr>
      </p:pic>
      <p:sp>
        <p:nvSpPr>
          <p:cNvPr id="1048720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358466" cy="6857999"/>
          </a:xfrm>
        </p:spPr>
        <p:txBody>
          <a:bodyPr/>
          <a:p>
            <a:r>
              <a:rPr lang="en-US"/>
              <a:t>Click icon to add picture</a:t>
            </a:r>
            <a:endParaRPr dirty="0" lang="en-US"/>
          </a:p>
        </p:txBody>
      </p:sp>
      <p:cxnSp>
        <p:nvCxnSpPr>
          <p:cNvPr id="3145744" name="Straight Connector 13"/>
          <p:cNvCxnSpPr>
            <a:cxnSpLocks/>
          </p:cNvCxnSpPr>
          <p:nvPr userDrawn="1"/>
        </p:nvCxnSpPr>
        <p:spPr>
          <a:xfrm>
            <a:off x="7256237" y="2928256"/>
            <a:ext cx="0" cy="696687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1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7117447" y="2468617"/>
            <a:ext cx="410028" cy="459639"/>
          </a:xfrm>
        </p:spPr>
        <p:txBody>
          <a:bodyPr>
            <a:noAutofit/>
          </a:bodyPr>
          <a:lstStyle>
            <a:lvl1pPr indent="0" marL="0"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1.</a:t>
            </a:r>
          </a:p>
        </p:txBody>
      </p:sp>
      <p:sp>
        <p:nvSpPr>
          <p:cNvPr id="1048722" name="Text Placeholder 2"/>
          <p:cNvSpPr>
            <a:spLocks noGrp="1"/>
          </p:cNvSpPr>
          <p:nvPr>
            <p:ph type="body" idx="16"/>
          </p:nvPr>
        </p:nvSpPr>
        <p:spPr>
          <a:xfrm>
            <a:off x="7445828" y="3808800"/>
            <a:ext cx="3888921" cy="725701"/>
          </a:xfrm>
        </p:spPr>
        <p:txBody>
          <a:bodyPr>
            <a:normAutofit/>
          </a:bodyPr>
          <a:lstStyle>
            <a:lvl1pPr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3" name="Text Placeholder 2"/>
          <p:cNvSpPr>
            <a:spLocks noGrp="1"/>
          </p:cNvSpPr>
          <p:nvPr>
            <p:ph type="body" idx="18"/>
          </p:nvPr>
        </p:nvSpPr>
        <p:spPr>
          <a:xfrm>
            <a:off x="7445828" y="5101562"/>
            <a:ext cx="3888921" cy="725701"/>
          </a:xfrm>
        </p:spPr>
        <p:txBody>
          <a:bodyPr>
            <a:normAutofit/>
          </a:bodyPr>
          <a:lstStyle>
            <a:lvl1pPr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4" name="Text Placeholder 2"/>
          <p:cNvSpPr>
            <a:spLocks noGrp="1"/>
          </p:cNvSpPr>
          <p:nvPr>
            <p:ph type="body" idx="20" hasCustomPrompt="1"/>
          </p:nvPr>
        </p:nvSpPr>
        <p:spPr>
          <a:xfrm>
            <a:off x="7117447" y="3808800"/>
            <a:ext cx="410028" cy="459639"/>
          </a:xfrm>
        </p:spPr>
        <p:txBody>
          <a:bodyPr>
            <a:noAutofit/>
          </a:bodyPr>
          <a:lstStyle>
            <a:lvl1pPr indent="0" marL="0"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2.</a:t>
            </a:r>
          </a:p>
        </p:txBody>
      </p:sp>
      <p:sp>
        <p:nvSpPr>
          <p:cNvPr id="1048725" name="Text Placeholder 2"/>
          <p:cNvSpPr>
            <a:spLocks noGrp="1"/>
          </p:cNvSpPr>
          <p:nvPr>
            <p:ph type="body" idx="21" hasCustomPrompt="1"/>
          </p:nvPr>
        </p:nvSpPr>
        <p:spPr>
          <a:xfrm>
            <a:off x="7117447" y="5101562"/>
            <a:ext cx="410028" cy="459639"/>
          </a:xfrm>
        </p:spPr>
        <p:txBody>
          <a:bodyPr>
            <a:noAutofit/>
          </a:bodyPr>
          <a:lstStyle>
            <a:lvl1pPr indent="0" marL="0"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3.</a:t>
            </a:r>
          </a:p>
        </p:txBody>
      </p:sp>
      <p:cxnSp>
        <p:nvCxnSpPr>
          <p:cNvPr id="3145745" name="Straight Connector 12"/>
          <p:cNvCxnSpPr>
            <a:cxnSpLocks/>
          </p:cNvCxnSpPr>
          <p:nvPr userDrawn="1"/>
        </p:nvCxnSpPr>
        <p:spPr>
          <a:xfrm>
            <a:off x="7256237" y="4268439"/>
            <a:ext cx="0" cy="696687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72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35799" y="6356350"/>
            <a:ext cx="2772229" cy="365125"/>
          </a:xfrm>
        </p:spPr>
        <p:txBody>
          <a:bodyPr/>
          <a:lstStyle>
            <a:lvl1pPr algn="l"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dirty="0" lang="en-US"/>
              <a:t>Pitch deck</a:t>
            </a:r>
          </a:p>
        </p:txBody>
      </p:sp>
      <p:sp>
        <p:nvSpPr>
          <p:cNvPr id="10487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36628" y="6356350"/>
            <a:ext cx="1317171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5" name="Picture 11" descr="A picture containing outdoor, sky, nature, dune  Description automatically generated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 b="-301"/>
          <a:stretch>
            <a:fillRect/>
          </a:stretch>
        </p:blipFill>
        <p:spPr>
          <a:xfrm>
            <a:off x="0" y="0"/>
            <a:ext cx="4446270" cy="6879772"/>
          </a:xfrm>
          <a:prstGeom prst="rect"/>
        </p:spPr>
      </p:pic>
      <p:cxnSp>
        <p:nvCxnSpPr>
          <p:cNvPr id="3145751" name="Straight Connector 13"/>
          <p:cNvCxnSpPr>
            <a:cxnSpLocks/>
          </p:cNvCxnSpPr>
          <p:nvPr userDrawn="1"/>
        </p:nvCxnSpPr>
        <p:spPr>
          <a:xfrm flipH="1">
            <a:off x="3752850" y="4047144"/>
            <a:ext cx="8439152" cy="0"/>
          </a:xfrm>
          <a:prstGeom prst="line"/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36" name="Text Placeholder 4"/>
          <p:cNvSpPr>
            <a:spLocks noChangeAspect="1" noGrp="1"/>
          </p:cNvSpPr>
          <p:nvPr>
            <p:ph type="body" sz="quarter" idx="14"/>
          </p:nvPr>
        </p:nvSpPr>
        <p:spPr>
          <a:xfrm>
            <a:off x="2542032" y="1033272"/>
            <a:ext cx="4690872" cy="4690872"/>
          </a:xfrm>
          <a:noFill/>
        </p:spPr>
        <p:txBody>
          <a:bodyPr bIns="45720" lIns="91440" numCol="1" rIns="91440" spcFirstLastPara="1" tIns="45720" wrap="square">
            <a:prstTxWarp prst="textCircle"/>
            <a:spAutoFit/>
          </a:bodyPr>
          <a:lstStyle>
            <a:lvl1pPr>
              <a:defRPr baseline="0" b="0" cap="all" dirty="0" sz="3200" lang="en-US" spc="0">
                <a:ln w="0"/>
                <a:solidFill>
                  <a:schemeClr val="accent1">
                    <a:lumMod val="75000"/>
                    <a:alpha val="70000"/>
                  </a:schemeClr>
                </a:solidFill>
              </a:defRPr>
            </a:lvl1pPr>
          </a:lstStyle>
          <a:p>
            <a:pPr algn="ctr" lvl="0" marL="0"/>
            <a:r>
              <a:rPr lang="en-US"/>
              <a:t>Click to edit Master text styles</a:t>
            </a:r>
          </a:p>
        </p:txBody>
      </p:sp>
      <p:sp>
        <p:nvSpPr>
          <p:cNvPr id="1048837" name="Title 1"/>
          <p:cNvSpPr>
            <a:spLocks noGrp="1"/>
          </p:cNvSpPr>
          <p:nvPr>
            <p:ph type="ctrTitle"/>
          </p:nvPr>
        </p:nvSpPr>
        <p:spPr>
          <a:xfrm>
            <a:off x="3628558" y="2171699"/>
            <a:ext cx="7581900" cy="1681163"/>
          </a:xfrm>
        </p:spPr>
        <p:txBody>
          <a:bodyPr anchor="b">
            <a:noAutofit/>
          </a:bodyPr>
          <a:lstStyle>
            <a:lvl1pPr algn="l"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chemeClr val="accent1"/>
        </a:solidFill>
        <a:effectLst/>
      </p:bgPr>
    </p:bg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3" name="Picture 3" descr="A group of people riding horses  Description automatically generated with medium confidence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048897" name="Rectangle 4"/>
          <p:cNvSpPr/>
          <p:nvPr userDrawn="1"/>
        </p:nvSpPr>
        <p:spPr>
          <a:xfrm>
            <a:off x="304800" y="365125"/>
            <a:ext cx="11582400" cy="612775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898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1048899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2356050" y="3971432"/>
            <a:ext cx="1980000" cy="360000"/>
          </a:xfrm>
        </p:spPr>
        <p:txBody>
          <a:bodyPr/>
          <a:lstStyle>
            <a:lvl1pPr algn="ctr" indent="0" marL="0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048900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2356050" y="4644390"/>
            <a:ext cx="1980000" cy="1116118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dirty="0" lang="en-US"/>
              <a:t>Bullet Description</a:t>
            </a:r>
            <a:endParaRPr dirty="0" lang="en-ZA"/>
          </a:p>
        </p:txBody>
      </p:sp>
      <p:sp>
        <p:nvSpPr>
          <p:cNvPr id="1048901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5106000" y="3971432"/>
            <a:ext cx="1980000" cy="360000"/>
          </a:xfrm>
        </p:spPr>
        <p:txBody>
          <a:bodyPr/>
          <a:lstStyle>
            <a:lvl1pPr algn="ctr" indent="0" marL="0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048902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5106000" y="4644390"/>
            <a:ext cx="1980000" cy="1116118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048903" name="Text Placeholder 8"/>
          <p:cNvSpPr>
            <a:spLocks noGrp="1"/>
          </p:cNvSpPr>
          <p:nvPr>
            <p:ph type="body" sz="quarter" idx="37" hasCustomPrompt="1"/>
          </p:nvPr>
        </p:nvSpPr>
        <p:spPr>
          <a:xfrm>
            <a:off x="7855950" y="3971432"/>
            <a:ext cx="1980000" cy="360000"/>
          </a:xfrm>
        </p:spPr>
        <p:txBody>
          <a:bodyPr/>
          <a:lstStyle>
            <a:lvl1pPr algn="ctr" indent="0" marL="0">
              <a:buFont typeface="Arial" panose="020B0604020202020204" pitchFamily="34" charset="0"/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048904" name="Text Placeholder 10"/>
          <p:cNvSpPr>
            <a:spLocks noGrp="1"/>
          </p:cNvSpPr>
          <p:nvPr>
            <p:ph type="body" sz="quarter" idx="38" hasCustomPrompt="1"/>
          </p:nvPr>
        </p:nvSpPr>
        <p:spPr>
          <a:xfrm>
            <a:off x="7855950" y="4644390"/>
            <a:ext cx="1980000" cy="1116118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048905" name="Content Placeholder 15"/>
          <p:cNvSpPr>
            <a:spLocks noGrp="1"/>
          </p:cNvSpPr>
          <p:nvPr>
            <p:ph sz="quarter" idx="46"/>
          </p:nvPr>
        </p:nvSpPr>
        <p:spPr>
          <a:xfrm>
            <a:off x="2602150" y="2209231"/>
            <a:ext cx="1487800" cy="1487801"/>
          </a:xfrm>
        </p:spPr>
        <p:txBody>
          <a:bodyPr/>
          <a:lstStyle>
            <a:lvl1pPr indent="0" marL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06" name="Content Placeholder 15"/>
          <p:cNvSpPr>
            <a:spLocks noGrp="1"/>
          </p:cNvSpPr>
          <p:nvPr>
            <p:ph sz="quarter" idx="49"/>
          </p:nvPr>
        </p:nvSpPr>
        <p:spPr>
          <a:xfrm>
            <a:off x="5352100" y="2209231"/>
            <a:ext cx="1487800" cy="1487801"/>
          </a:xfrm>
        </p:spPr>
        <p:txBody>
          <a:bodyPr/>
          <a:lstStyle>
            <a:lvl1pPr indent="0" marL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07" name="Content Placeholder 15"/>
          <p:cNvSpPr>
            <a:spLocks noGrp="1"/>
          </p:cNvSpPr>
          <p:nvPr>
            <p:ph sz="quarter" idx="50"/>
          </p:nvPr>
        </p:nvSpPr>
        <p:spPr>
          <a:xfrm>
            <a:off x="8102050" y="2209231"/>
            <a:ext cx="1487800" cy="1487801"/>
          </a:xfrm>
        </p:spPr>
        <p:txBody>
          <a:bodyPr/>
          <a:lstStyle>
            <a:lvl1pPr indent="0" marL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145758" name="Straight Connector 25"/>
          <p:cNvCxnSpPr>
            <a:cxnSpLocks/>
          </p:cNvCxnSpPr>
          <p:nvPr userDrawn="1"/>
        </p:nvCxnSpPr>
        <p:spPr>
          <a:xfrm>
            <a:off x="2888850" y="3712844"/>
            <a:ext cx="914400" cy="0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9" name="Straight Connector 27"/>
          <p:cNvCxnSpPr>
            <a:cxnSpLocks/>
          </p:cNvCxnSpPr>
          <p:nvPr userDrawn="1"/>
        </p:nvCxnSpPr>
        <p:spPr>
          <a:xfrm>
            <a:off x="5638800" y="3712844"/>
            <a:ext cx="914400" cy="0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0" name="Straight Connector 29"/>
          <p:cNvCxnSpPr>
            <a:cxnSpLocks/>
          </p:cNvCxnSpPr>
          <p:nvPr userDrawn="1"/>
        </p:nvCxnSpPr>
        <p:spPr>
          <a:xfrm>
            <a:off x="8358922" y="3712844"/>
            <a:ext cx="914400" cy="0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08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4038600" y="6497865"/>
            <a:ext cx="41148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dirty="0" lang="en-ZA"/>
              <a:t>Pitch deck</a:t>
            </a:r>
          </a:p>
        </p:txBody>
      </p:sp>
      <p:sp>
        <p:nvSpPr>
          <p:cNvPr id="1048909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610600" y="6497865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9B51A1E-902D-48AF-9020-955120F399B6}" type="slidenum">
              <a:rPr lang="en-ZA" smtClean="0"/>
              <a:t>‹#›</a:t>
            </a:fld>
            <a:endParaRPr dirty="0" lang="en-ZA"/>
          </a:p>
        </p:txBody>
      </p:sp>
      <p:sp>
        <p:nvSpPr>
          <p:cNvPr id="1048910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497865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 with 2 pictures">
    <p:bg>
      <p:bgPr>
        <a:solidFill>
          <a:schemeClr val="accent1"/>
        </a:solidFill>
        <a:effectLst/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1" name="Picture 9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>
            <a:off x="7439025" y="0"/>
            <a:ext cx="4752975" cy="6858000"/>
          </a:xfrm>
          <a:prstGeom prst="rect"/>
        </p:spPr>
      </p:pic>
      <p:sp>
        <p:nvSpPr>
          <p:cNvPr id="1048763" name="Title 1"/>
          <p:cNvSpPr>
            <a:spLocks noGrp="1"/>
          </p:cNvSpPr>
          <p:nvPr>
            <p:ph type="title"/>
          </p:nvPr>
        </p:nvSpPr>
        <p:spPr>
          <a:xfrm>
            <a:off x="838200" y="473869"/>
            <a:ext cx="4603750" cy="12265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64" name="Text Placeholder 2"/>
          <p:cNvSpPr>
            <a:spLocks noGrp="1"/>
          </p:cNvSpPr>
          <p:nvPr>
            <p:ph type="body" idx="1"/>
          </p:nvPr>
        </p:nvSpPr>
        <p:spPr>
          <a:xfrm>
            <a:off x="3771900" y="2260384"/>
            <a:ext cx="2838444" cy="1226572"/>
          </a:xfrm>
        </p:spPr>
        <p:txBody>
          <a:bodyPr>
            <a:normAutofit/>
          </a:bodyPr>
          <a:lstStyle>
            <a:lvl1pPr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76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dirty="0" lang="en-US"/>
              <a:t>Pitch deck</a:t>
            </a:r>
          </a:p>
        </p:txBody>
      </p:sp>
      <p:sp>
        <p:nvSpPr>
          <p:cNvPr id="10487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1048768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7923213" y="525463"/>
            <a:ext cx="3784599" cy="2629175"/>
          </a:xfrm>
        </p:spPr>
        <p:txBody>
          <a:bodyPr/>
          <a:p>
            <a:r>
              <a:rPr lang="en-US"/>
              <a:t>Click icon to add picture</a:t>
            </a:r>
            <a:endParaRPr dirty="0" lang="en-US"/>
          </a:p>
        </p:txBody>
      </p:sp>
      <p:cxnSp>
        <p:nvCxnSpPr>
          <p:cNvPr id="3145749" name="Straight Connector 13"/>
          <p:cNvCxnSpPr>
            <a:cxnSpLocks/>
          </p:cNvCxnSpPr>
          <p:nvPr userDrawn="1"/>
        </p:nvCxnSpPr>
        <p:spPr>
          <a:xfrm>
            <a:off x="947991" y="3459082"/>
            <a:ext cx="5669280" cy="0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69" name="Text Placeholder 2"/>
          <p:cNvSpPr>
            <a:spLocks noGrp="1"/>
          </p:cNvSpPr>
          <p:nvPr>
            <p:ph type="body" idx="15"/>
          </p:nvPr>
        </p:nvSpPr>
        <p:spPr>
          <a:xfrm>
            <a:off x="857251" y="2260384"/>
            <a:ext cx="2381245" cy="524308"/>
          </a:xfrm>
        </p:spPr>
        <p:txBody>
          <a:bodyPr>
            <a:noAutofit/>
          </a:bodyPr>
          <a:lstStyle>
            <a:lvl1pPr indent="0" marL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0" name="Text Placeholder 2"/>
          <p:cNvSpPr>
            <a:spLocks noGrp="1"/>
          </p:cNvSpPr>
          <p:nvPr>
            <p:ph type="body" idx="16"/>
          </p:nvPr>
        </p:nvSpPr>
        <p:spPr>
          <a:xfrm>
            <a:off x="3771900" y="3652757"/>
            <a:ext cx="2838444" cy="1226572"/>
          </a:xfrm>
        </p:spPr>
        <p:txBody>
          <a:bodyPr>
            <a:normAutofit/>
          </a:bodyPr>
          <a:lstStyle>
            <a:lvl1pPr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1" name="Text Placeholder 2"/>
          <p:cNvSpPr>
            <a:spLocks noGrp="1"/>
          </p:cNvSpPr>
          <p:nvPr>
            <p:ph type="body" idx="17"/>
          </p:nvPr>
        </p:nvSpPr>
        <p:spPr>
          <a:xfrm>
            <a:off x="857251" y="3652757"/>
            <a:ext cx="2381245" cy="524308"/>
          </a:xfrm>
        </p:spPr>
        <p:txBody>
          <a:bodyPr>
            <a:noAutofit/>
          </a:bodyPr>
          <a:lstStyle>
            <a:lvl1pPr indent="0" marL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2" name="Text Placeholder 2"/>
          <p:cNvSpPr>
            <a:spLocks noGrp="1"/>
          </p:cNvSpPr>
          <p:nvPr>
            <p:ph type="body" idx="18"/>
          </p:nvPr>
        </p:nvSpPr>
        <p:spPr>
          <a:xfrm>
            <a:off x="3771900" y="5054655"/>
            <a:ext cx="2838444" cy="1226572"/>
          </a:xfrm>
        </p:spPr>
        <p:txBody>
          <a:bodyPr>
            <a:normAutofit/>
          </a:bodyPr>
          <a:lstStyle>
            <a:lvl1pPr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3" name="Text Placeholder 2"/>
          <p:cNvSpPr>
            <a:spLocks noGrp="1"/>
          </p:cNvSpPr>
          <p:nvPr>
            <p:ph type="body" idx="19"/>
          </p:nvPr>
        </p:nvSpPr>
        <p:spPr>
          <a:xfrm>
            <a:off x="857251" y="5054655"/>
            <a:ext cx="2381245" cy="524308"/>
          </a:xfrm>
        </p:spPr>
        <p:txBody>
          <a:bodyPr>
            <a:noAutofit/>
          </a:bodyPr>
          <a:lstStyle>
            <a:lvl1pPr indent="0" marL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4" name="Picture Placeholder 11"/>
          <p:cNvSpPr>
            <a:spLocks noGrp="1"/>
          </p:cNvSpPr>
          <p:nvPr>
            <p:ph type="pic" sz="quarter" idx="20"/>
          </p:nvPr>
        </p:nvSpPr>
        <p:spPr>
          <a:xfrm>
            <a:off x="7923213" y="3632600"/>
            <a:ext cx="3784599" cy="2629175"/>
          </a:xfrm>
        </p:spPr>
        <p:txBody>
          <a:bodyPr/>
          <a:p>
            <a:r>
              <a:rPr lang="en-US"/>
              <a:t>Click icon to add picture</a:t>
            </a:r>
            <a:endParaRPr dirty="0" lang="en-US"/>
          </a:p>
        </p:txBody>
      </p:sp>
      <p:cxnSp>
        <p:nvCxnSpPr>
          <p:cNvPr id="3145750" name="Straight Connector 14"/>
          <p:cNvCxnSpPr>
            <a:cxnSpLocks/>
          </p:cNvCxnSpPr>
          <p:nvPr userDrawn="1"/>
        </p:nvCxnSpPr>
        <p:spPr>
          <a:xfrm>
            <a:off x="947991" y="4873016"/>
            <a:ext cx="5669280" cy="0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ullets">
    <p:bg>
      <p:bgPr>
        <a:solidFill>
          <a:schemeClr val="accent1"/>
        </a:solidFill>
        <a:effectLst/>
      </p:bgPr>
    </p:bg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0" name="Picture 3" descr="A group of people riding horses  Description automatically generated with medium confidence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048875" name="Rectangle 4"/>
          <p:cNvSpPr/>
          <p:nvPr userDrawn="1"/>
        </p:nvSpPr>
        <p:spPr>
          <a:xfrm>
            <a:off x="1099958" y="2719393"/>
            <a:ext cx="3073400" cy="304800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876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1048877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1547229" y="3106128"/>
            <a:ext cx="2178858" cy="745593"/>
          </a:xfrm>
        </p:spPr>
        <p:txBody>
          <a:bodyPr anchor="ctr">
            <a:normAutofit/>
          </a:bodyPr>
          <a:lstStyle>
            <a:lvl1pPr algn="ctr" indent="0" marL="0">
              <a:buFont typeface="Arial" panose="020B0604020202020204" pitchFamily="34" charset="0"/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048878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1547229" y="4333045"/>
            <a:ext cx="2178858" cy="1116118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cxnSp>
        <p:nvCxnSpPr>
          <p:cNvPr id="3145755" name="Straight Connector 25"/>
          <p:cNvCxnSpPr>
            <a:cxnSpLocks/>
          </p:cNvCxnSpPr>
          <p:nvPr userDrawn="1"/>
        </p:nvCxnSpPr>
        <p:spPr>
          <a:xfrm>
            <a:off x="2179458" y="4036859"/>
            <a:ext cx="914400" cy="0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79" name="Rectangle 21"/>
          <p:cNvSpPr/>
          <p:nvPr userDrawn="1"/>
        </p:nvSpPr>
        <p:spPr>
          <a:xfrm>
            <a:off x="8043609" y="2719393"/>
            <a:ext cx="3073400" cy="304800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880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8490880" y="3106128"/>
            <a:ext cx="2178858" cy="745593"/>
          </a:xfrm>
        </p:spPr>
        <p:txBody>
          <a:bodyPr anchor="ctr">
            <a:normAutofit/>
          </a:bodyPr>
          <a:lstStyle>
            <a:lvl1pPr algn="ctr" indent="0" marL="0">
              <a:buFont typeface="Arial" panose="020B0604020202020204" pitchFamily="34" charset="0"/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048881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8490880" y="4333045"/>
            <a:ext cx="2178858" cy="1116118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cxnSp>
        <p:nvCxnSpPr>
          <p:cNvPr id="3145756" name="Straight Connector 28"/>
          <p:cNvCxnSpPr>
            <a:cxnSpLocks/>
          </p:cNvCxnSpPr>
          <p:nvPr userDrawn="1"/>
        </p:nvCxnSpPr>
        <p:spPr>
          <a:xfrm>
            <a:off x="9123109" y="4036859"/>
            <a:ext cx="914400" cy="0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82" name="Rectangle 30"/>
          <p:cNvSpPr/>
          <p:nvPr userDrawn="1"/>
        </p:nvSpPr>
        <p:spPr>
          <a:xfrm>
            <a:off x="4559300" y="2719393"/>
            <a:ext cx="3073400" cy="304800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883" name="Text Placeholder 8"/>
          <p:cNvSpPr>
            <a:spLocks noGrp="1"/>
          </p:cNvSpPr>
          <p:nvPr>
            <p:ph type="body" sz="quarter" idx="37" hasCustomPrompt="1"/>
          </p:nvPr>
        </p:nvSpPr>
        <p:spPr>
          <a:xfrm>
            <a:off x="5006571" y="3106128"/>
            <a:ext cx="2178858" cy="745593"/>
          </a:xfrm>
        </p:spPr>
        <p:txBody>
          <a:bodyPr anchor="ctr">
            <a:normAutofit/>
          </a:bodyPr>
          <a:lstStyle>
            <a:lvl1pPr algn="ctr" indent="0" marL="0">
              <a:buFont typeface="Arial" panose="020B0604020202020204" pitchFamily="34" charset="0"/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048884" name="Text Placeholder 10"/>
          <p:cNvSpPr>
            <a:spLocks noGrp="1"/>
          </p:cNvSpPr>
          <p:nvPr>
            <p:ph type="body" sz="quarter" idx="38" hasCustomPrompt="1"/>
          </p:nvPr>
        </p:nvSpPr>
        <p:spPr>
          <a:xfrm>
            <a:off x="5006571" y="4333045"/>
            <a:ext cx="2178858" cy="1116118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cxnSp>
        <p:nvCxnSpPr>
          <p:cNvPr id="3145757" name="Straight Connector 33"/>
          <p:cNvCxnSpPr>
            <a:cxnSpLocks/>
          </p:cNvCxnSpPr>
          <p:nvPr userDrawn="1"/>
        </p:nvCxnSpPr>
        <p:spPr>
          <a:xfrm>
            <a:off x="5638800" y="4036859"/>
            <a:ext cx="914400" cy="0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85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88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dirty="0" lang="en-US"/>
              <a:t>Pitch deck</a:t>
            </a:r>
          </a:p>
        </p:txBody>
      </p:sp>
      <p:sp>
        <p:nvSpPr>
          <p:cNvPr id="104888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1"/>
        </a:solid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Rectangle 16"/>
          <p:cNvSpPr/>
          <p:nvPr userDrawn="1"/>
        </p:nvSpPr>
        <p:spPr>
          <a:xfrm>
            <a:off x="7551735" y="0"/>
            <a:ext cx="4640265" cy="6858000"/>
          </a:xfrm>
          <a:prstGeom prst="rect"/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75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75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dirty="0" lang="en-US"/>
              <a:t>Pitch deck</a:t>
            </a:r>
          </a:p>
        </p:txBody>
      </p:sp>
      <p:sp>
        <p:nvSpPr>
          <p:cNvPr id="104875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dirty="0" lang="en-US"/>
          </a:p>
        </p:txBody>
      </p:sp>
      <p:pic>
        <p:nvPicPr>
          <p:cNvPr id="2097180" name="Picture 13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>
            <a:off x="7247467" y="0"/>
            <a:ext cx="304268" cy="6858000"/>
          </a:xfrm>
          <a:prstGeom prst="rect"/>
        </p:spPr>
      </p:pic>
      <p:sp>
        <p:nvSpPr>
          <p:cNvPr id="1048753" name="Content Placeholder 2"/>
          <p:cNvSpPr>
            <a:spLocks noGrp="1"/>
          </p:cNvSpPr>
          <p:nvPr>
            <p:ph idx="1"/>
          </p:nvPr>
        </p:nvSpPr>
        <p:spPr>
          <a:xfrm>
            <a:off x="1162050" y="4347256"/>
            <a:ext cx="3975804" cy="1829706"/>
          </a:xfrm>
        </p:spPr>
        <p:txBody>
          <a:bodyPr lIns="0" rIns="0">
            <a:normAutofit/>
          </a:bodyPr>
          <a:lstStyle>
            <a:lvl1pPr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145748" name="Straight Connector 18"/>
          <p:cNvCxnSpPr>
            <a:cxnSpLocks/>
          </p:cNvCxnSpPr>
          <p:nvPr userDrawn="1"/>
        </p:nvCxnSpPr>
        <p:spPr>
          <a:xfrm>
            <a:off x="1162050" y="2333625"/>
            <a:ext cx="0" cy="1291318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54" name="Title 1"/>
          <p:cNvSpPr>
            <a:spLocks noGrp="1"/>
          </p:cNvSpPr>
          <p:nvPr>
            <p:ph type="title"/>
          </p:nvPr>
        </p:nvSpPr>
        <p:spPr>
          <a:xfrm>
            <a:off x="1162049" y="523875"/>
            <a:ext cx="4514849" cy="1514476"/>
          </a:xfrm>
        </p:spPr>
        <p:txBody>
          <a:bodyPr anchor="b" lIns="0" rIns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algn="l" defTabSz="914400" eaLnBrk="1" fontAlgn="auto" hangingPunct="1" indent="0" latinLnBrk="0" lvl="0" marL="0" marR="0" rtl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1048755" name="Text Placeholder 22"/>
          <p:cNvSpPr>
            <a:spLocks noGrp="1"/>
          </p:cNvSpPr>
          <p:nvPr>
            <p:ph type="body" sz="quarter" idx="13"/>
          </p:nvPr>
        </p:nvSpPr>
        <p:spPr>
          <a:xfrm>
            <a:off x="1161346" y="3956731"/>
            <a:ext cx="3975804" cy="390525"/>
          </a:xfrm>
        </p:spPr>
        <p:txBody>
          <a:bodyPr lIns="0">
            <a:noAutofit/>
          </a:bodyPr>
          <a:lstStyle>
            <a:lvl1pPr indent="0" marL="0">
              <a:buNone/>
              <a:defRPr b="1"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6" name="Content Placeholder 2"/>
          <p:cNvSpPr>
            <a:spLocks noGrp="1"/>
          </p:cNvSpPr>
          <p:nvPr>
            <p:ph idx="14"/>
          </p:nvPr>
        </p:nvSpPr>
        <p:spPr>
          <a:xfrm>
            <a:off x="7920887" y="2856735"/>
            <a:ext cx="3902664" cy="712731"/>
          </a:xfrm>
        </p:spPr>
        <p:txBody>
          <a:bodyPr lIns="0" rIns="0"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7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7920183" y="2542410"/>
            <a:ext cx="3902664" cy="390525"/>
          </a:xfrm>
        </p:spPr>
        <p:txBody>
          <a:bodyPr lIns="0">
            <a:noAutofit/>
          </a:bodyPr>
          <a:lstStyle>
            <a:lvl1pPr algn="ctr" indent="0" marL="0">
              <a:buNone/>
              <a:defRPr b="1"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8" name="Content Placeholder 2"/>
          <p:cNvSpPr>
            <a:spLocks noGrp="1"/>
          </p:cNvSpPr>
          <p:nvPr>
            <p:ph idx="16"/>
          </p:nvPr>
        </p:nvSpPr>
        <p:spPr>
          <a:xfrm>
            <a:off x="7920887" y="4162990"/>
            <a:ext cx="3902664" cy="712731"/>
          </a:xfrm>
        </p:spPr>
        <p:txBody>
          <a:bodyPr lIns="0" rIns="0"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9" name="Text Placeholder 22"/>
          <p:cNvSpPr>
            <a:spLocks noGrp="1"/>
          </p:cNvSpPr>
          <p:nvPr>
            <p:ph type="body" sz="quarter" idx="17"/>
          </p:nvPr>
        </p:nvSpPr>
        <p:spPr>
          <a:xfrm>
            <a:off x="7920183" y="3848665"/>
            <a:ext cx="3902664" cy="390525"/>
          </a:xfrm>
        </p:spPr>
        <p:txBody>
          <a:bodyPr lIns="0">
            <a:noAutofit/>
          </a:bodyPr>
          <a:lstStyle>
            <a:lvl1pPr algn="ctr" indent="0" marL="0">
              <a:buNone/>
              <a:defRPr b="1"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0" name="Content Placeholder 2"/>
          <p:cNvSpPr>
            <a:spLocks noGrp="1"/>
          </p:cNvSpPr>
          <p:nvPr>
            <p:ph idx="18"/>
          </p:nvPr>
        </p:nvSpPr>
        <p:spPr>
          <a:xfrm>
            <a:off x="7920887" y="5469245"/>
            <a:ext cx="3902664" cy="712731"/>
          </a:xfrm>
        </p:spPr>
        <p:txBody>
          <a:bodyPr lIns="0" rIns="0"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1" name="Text Placeholder 22"/>
          <p:cNvSpPr>
            <a:spLocks noGrp="1"/>
          </p:cNvSpPr>
          <p:nvPr>
            <p:ph type="body" sz="quarter" idx="19"/>
          </p:nvPr>
        </p:nvSpPr>
        <p:spPr>
          <a:xfrm>
            <a:off x="7920183" y="5154920"/>
            <a:ext cx="3902664" cy="390525"/>
          </a:xfrm>
        </p:spPr>
        <p:txBody>
          <a:bodyPr lIns="0">
            <a:noAutofit/>
          </a:bodyPr>
          <a:lstStyle>
            <a:lvl1pPr algn="ctr" indent="0" marL="0">
              <a:buNone/>
              <a:defRPr b="1"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2" name="Text Placeholder 22"/>
          <p:cNvSpPr>
            <a:spLocks noGrp="1"/>
          </p:cNvSpPr>
          <p:nvPr>
            <p:ph type="body" sz="quarter" idx="20"/>
          </p:nvPr>
        </p:nvSpPr>
        <p:spPr>
          <a:xfrm>
            <a:off x="7920184" y="1652142"/>
            <a:ext cx="3902664" cy="390525"/>
          </a:xfrm>
        </p:spPr>
        <p:txBody>
          <a:bodyPr lIns="0">
            <a:noAutofit/>
          </a:bodyPr>
          <a:lstStyle>
            <a:lvl1pPr algn="ctr" indent="0" marL="0">
              <a:buNone/>
              <a:defRPr b="1"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etition">
    <p:bg>
      <p:bgPr>
        <a:solidFill>
          <a:schemeClr val="accent2"/>
        </a:solidFill>
        <a:effectLst/>
      </p:bgPr>
    </p:bg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4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104885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/>
        </p:spPr>
        <p:txBody>
          <a:bodyPr anchor="ctr">
            <a:noAutofit/>
          </a:bodyPr>
          <a:lstStyle>
            <a:lvl1pPr algn="ctr" indent="0" marL="0">
              <a:lnSpc>
                <a:spcPct val="100000"/>
              </a:lnSpc>
              <a:buNone/>
              <a:defRPr baseline="0" cap="none" sz="1800" spc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048856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/>
        </p:spPr>
        <p:txBody>
          <a:bodyPr anchor="ctr">
            <a:noAutofit/>
          </a:bodyPr>
          <a:lstStyle>
            <a:lvl1pPr algn="ctr" indent="0" marL="0">
              <a:lnSpc>
                <a:spcPct val="100000"/>
              </a:lnSpc>
              <a:buNone/>
              <a:defRPr baseline="0" cap="none" sz="1800" spc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048857" name="Text Placeholder 14"/>
          <p:cNvSpPr>
            <a:spLocks noGrp="1"/>
          </p:cNvSpPr>
          <p:nvPr>
            <p:ph type="body" sz="quarter" idx="19" hasCustomPrompt="1"/>
          </p:nvPr>
        </p:nvSpPr>
        <p:spPr>
          <a:xfrm>
            <a:off x="8446329" y="3528829"/>
            <a:ext cx="1380681" cy="492025"/>
          </a:xfrm>
          <a:prstGeom prst="rect"/>
        </p:spPr>
        <p:txBody>
          <a:bodyPr anchor="ctr">
            <a:noAutofit/>
          </a:bodyPr>
          <a:lstStyle>
            <a:lvl1pPr algn="ctr" indent="0" marL="0">
              <a:lnSpc>
                <a:spcPct val="100000"/>
              </a:lnSpc>
              <a:buNone/>
              <a:defRPr baseline="0" cap="none" sz="1800" spc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048858" name="Text Placeholder 14"/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/>
        </p:spPr>
        <p:txBody>
          <a:bodyPr anchor="ctr">
            <a:noAutofit/>
          </a:bodyPr>
          <a:lstStyle>
            <a:lvl1pPr algn="ctr" indent="0" marL="0">
              <a:lnSpc>
                <a:spcPct val="100000"/>
              </a:lnSpc>
              <a:buNone/>
              <a:defRPr baseline="0" cap="none" sz="1050" spc="0">
                <a:solidFill>
                  <a:schemeClr val="accent1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048859" name="Text Placeholder 14"/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/>
        </p:spPr>
        <p:txBody>
          <a:bodyPr anchor="ctr">
            <a:noAutofit/>
          </a:bodyPr>
          <a:lstStyle>
            <a:lvl1pPr algn="ctr" indent="0" marL="0">
              <a:lnSpc>
                <a:spcPct val="100000"/>
              </a:lnSpc>
              <a:buNone/>
              <a:defRPr baseline="0" cap="none" sz="1050" spc="0">
                <a:solidFill>
                  <a:schemeClr val="accent1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048860" name="Text Placeholder 14"/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/>
        </p:spPr>
        <p:txBody>
          <a:bodyPr anchor="ctr">
            <a:noAutofit/>
          </a:bodyPr>
          <a:lstStyle>
            <a:lvl1pPr algn="ctr" indent="0" marL="0">
              <a:lnSpc>
                <a:spcPct val="100000"/>
              </a:lnSpc>
              <a:buNone/>
              <a:defRPr baseline="0" cap="none" sz="1050" spc="0">
                <a:solidFill>
                  <a:schemeClr val="accent1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048861" name="Text Placeholder 14"/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/>
        </p:spPr>
        <p:txBody>
          <a:bodyPr anchor="ctr">
            <a:noAutofit/>
          </a:bodyPr>
          <a:lstStyle>
            <a:lvl1pPr algn="ctr" indent="0" marL="0">
              <a:lnSpc>
                <a:spcPct val="100000"/>
              </a:lnSpc>
              <a:buNone/>
              <a:defRPr baseline="0" cap="none" sz="1050" spc="0">
                <a:solidFill>
                  <a:schemeClr val="accent1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048862" name="Text Placeholder 14"/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/>
        </p:spPr>
        <p:txBody>
          <a:bodyPr anchor="ctr">
            <a:noAutofit/>
          </a:bodyPr>
          <a:lstStyle>
            <a:lvl1pPr algn="ctr" indent="0" marL="0">
              <a:lnSpc>
                <a:spcPct val="100000"/>
              </a:lnSpc>
              <a:buNone/>
              <a:defRPr baseline="0" cap="none" sz="1050" spc="0">
                <a:solidFill>
                  <a:schemeClr val="accent1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048863" name="Text Placeholder 14"/>
          <p:cNvSpPr>
            <a:spLocks noGrp="1"/>
          </p:cNvSpPr>
          <p:nvPr>
            <p:ph type="body" sz="quarter" idx="25" hasCustomPrompt="1"/>
          </p:nvPr>
        </p:nvSpPr>
        <p:spPr>
          <a:xfrm>
            <a:off x="2364990" y="3528829"/>
            <a:ext cx="1393863" cy="492025"/>
          </a:xfrm>
          <a:prstGeom prst="rect"/>
        </p:spPr>
        <p:txBody>
          <a:bodyPr anchor="ctr">
            <a:noAutofit/>
          </a:bodyPr>
          <a:lstStyle>
            <a:lvl1pPr algn="ctr" indent="0" marL="0">
              <a:lnSpc>
                <a:spcPct val="100000"/>
              </a:lnSpc>
              <a:buNone/>
              <a:defRPr baseline="0" cap="none" sz="1800" spc="0">
                <a:solidFill>
                  <a:schemeClr val="accent4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 lang="en-US"/>
              <a:t>Click to add name</a:t>
            </a:r>
          </a:p>
        </p:txBody>
      </p:sp>
      <p:cxnSp>
        <p:nvCxnSpPr>
          <p:cNvPr id="3145752" name="Straight Connector 23"/>
          <p:cNvCxnSpPr>
            <a:cxnSpLocks/>
          </p:cNvCxnSpPr>
          <p:nvPr userDrawn="1"/>
        </p:nvCxnSpPr>
        <p:spPr>
          <a:xfrm>
            <a:off x="3762680" y="3774842"/>
            <a:ext cx="4683649" cy="0"/>
          </a:xfrm>
          <a:prstGeom prst="line"/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3" name="Straight Connector 24"/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/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64" name="Text Placeholder 14"/>
          <p:cNvSpPr>
            <a:spLocks noGrp="1"/>
          </p:cNvSpPr>
          <p:nvPr>
            <p:ph type="body" sz="quarter" idx="26" hasCustomPrompt="1"/>
          </p:nvPr>
        </p:nvSpPr>
        <p:spPr>
          <a:xfrm>
            <a:off x="6758897" y="2169263"/>
            <a:ext cx="1706965" cy="1048575"/>
          </a:xfrm>
          <a:prstGeom prst="rect"/>
        </p:spPr>
        <p:txBody>
          <a:bodyPr anchor="ctr">
            <a:noAutofit/>
          </a:bodyPr>
          <a:lstStyle>
            <a:lvl1pPr algn="ctr" indent="0" marL="0">
              <a:lnSpc>
                <a:spcPct val="100000"/>
              </a:lnSpc>
              <a:buNone/>
              <a:defRPr baseline="0" b="1" cap="none" sz="1600" spc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pic>
        <p:nvPicPr>
          <p:cNvPr id="2097187" name="Picture 3" descr="A picture containing outdoor, sky, nature, dune  Description automatically generated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>
            <a:off x="0" y="0"/>
            <a:ext cx="304800" cy="6858000"/>
          </a:xfrm>
          <a:prstGeom prst="rect"/>
        </p:spPr>
      </p:pic>
      <p:pic>
        <p:nvPicPr>
          <p:cNvPr id="2097188" name="Picture 4" descr="A picture containing outdoor, sky, nature, dune  Description automatically generated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2" cstate="screen"/>
          <a:srcRect/>
          <a:stretch>
            <a:fillRect/>
          </a:stretch>
        </p:blipFill>
        <p:spPr>
          <a:xfrm>
            <a:off x="11887200" y="0"/>
            <a:ext cx="304800" cy="6858000"/>
          </a:xfrm>
          <a:prstGeom prst="rect"/>
        </p:spPr>
      </p:pic>
      <p:sp>
        <p:nvSpPr>
          <p:cNvPr id="1048865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86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dirty="0" lang="en-US"/>
              <a:t>Pitch deck</a:t>
            </a:r>
          </a:p>
        </p:txBody>
      </p:sp>
      <p:sp>
        <p:nvSpPr>
          <p:cNvPr id="10488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dirty="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accent1"/>
        </a:solidFill>
        <a:effectLst/>
      </p:bgPr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145746" name="Straight Connector 13"/>
          <p:cNvCxnSpPr>
            <a:cxnSpLocks/>
          </p:cNvCxnSpPr>
          <p:nvPr userDrawn="1"/>
        </p:nvCxnSpPr>
        <p:spPr>
          <a:xfrm>
            <a:off x="1295400" y="3012972"/>
            <a:ext cx="9601200" cy="0"/>
          </a:xfrm>
          <a:prstGeom prst="line"/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30" name="Text Placeholder 23"/>
          <p:cNvSpPr>
            <a:spLocks noGrp="1"/>
          </p:cNvSpPr>
          <p:nvPr>
            <p:ph type="body" sz="quarter" idx="13"/>
          </p:nvPr>
        </p:nvSpPr>
        <p:spPr>
          <a:xfrm>
            <a:off x="838200" y="1463675"/>
            <a:ext cx="10515600" cy="365125"/>
          </a:xfrm>
        </p:spPr>
        <p:txBody>
          <a:bodyPr/>
          <a:lstStyle>
            <a:lvl1pPr algn="ctr" indent="0" marL="0">
              <a:buNone/>
              <a:defRPr dirty="0" sz="2000" kern="1200" lang="en-US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accent3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48731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1276350" y="2647722"/>
            <a:ext cx="1725930" cy="365114"/>
          </a:xfrm>
        </p:spPr>
        <p:txBody>
          <a:bodyPr>
            <a:noAutofit/>
          </a:bodyPr>
          <a:lstStyle>
            <a:lvl1pPr algn="ctr" indent="0" marL="0">
              <a:buNone/>
              <a:defRPr dirty="0" sz="1400" kern="1200" lang="en-US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January</a:t>
            </a:r>
          </a:p>
        </p:txBody>
      </p:sp>
      <p:sp>
        <p:nvSpPr>
          <p:cNvPr id="1048732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844927" y="2647722"/>
            <a:ext cx="1725930" cy="365114"/>
          </a:xfrm>
        </p:spPr>
        <p:txBody>
          <a:bodyPr>
            <a:noAutofit/>
          </a:bodyPr>
          <a:lstStyle>
            <a:lvl1pPr algn="ctr" indent="0" marL="0">
              <a:buNone/>
              <a:defRPr dirty="0" sz="1400" kern="1200" lang="en-US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February</a:t>
            </a:r>
          </a:p>
        </p:txBody>
      </p:sp>
      <p:sp>
        <p:nvSpPr>
          <p:cNvPr id="1048733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4413504" y="2647722"/>
            <a:ext cx="1725930" cy="365114"/>
          </a:xfrm>
        </p:spPr>
        <p:txBody>
          <a:bodyPr>
            <a:noAutofit/>
          </a:bodyPr>
          <a:lstStyle>
            <a:lvl1pPr algn="ctr" indent="0" marL="0">
              <a:buNone/>
              <a:defRPr dirty="0" sz="1400" kern="1200" lang="en-US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March</a:t>
            </a:r>
          </a:p>
        </p:txBody>
      </p:sp>
      <p:sp>
        <p:nvSpPr>
          <p:cNvPr id="1048734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5982081" y="2647722"/>
            <a:ext cx="1725930" cy="365114"/>
          </a:xfrm>
        </p:spPr>
        <p:txBody>
          <a:bodyPr>
            <a:noAutofit/>
          </a:bodyPr>
          <a:lstStyle>
            <a:lvl1pPr algn="ctr" indent="0" marL="0">
              <a:buNone/>
              <a:defRPr dirty="0" sz="1400" kern="1200" lang="en-US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April</a:t>
            </a:r>
          </a:p>
        </p:txBody>
      </p:sp>
      <p:sp>
        <p:nvSpPr>
          <p:cNvPr id="1048735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9130121" y="2647722"/>
            <a:ext cx="1725930" cy="365114"/>
          </a:xfrm>
        </p:spPr>
        <p:txBody>
          <a:bodyPr>
            <a:noAutofit/>
          </a:bodyPr>
          <a:lstStyle>
            <a:lvl1pPr algn="ctr" indent="0" marL="0">
              <a:buNone/>
              <a:defRPr dirty="0" sz="1400" kern="1200" lang="en-US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June</a:t>
            </a:r>
          </a:p>
        </p:txBody>
      </p:sp>
      <p:sp>
        <p:nvSpPr>
          <p:cNvPr id="1048736" name="Text Placeholder 23"/>
          <p:cNvSpPr>
            <a:spLocks noGrp="1"/>
          </p:cNvSpPr>
          <p:nvPr>
            <p:ph type="body" sz="quarter" idx="19" hasCustomPrompt="1"/>
          </p:nvPr>
        </p:nvSpPr>
        <p:spPr>
          <a:xfrm>
            <a:off x="7550658" y="2647722"/>
            <a:ext cx="1725930" cy="365114"/>
          </a:xfrm>
        </p:spPr>
        <p:txBody>
          <a:bodyPr>
            <a:noAutofit/>
          </a:bodyPr>
          <a:lstStyle>
            <a:lvl1pPr algn="ctr" indent="0" marL="0">
              <a:buNone/>
              <a:defRPr dirty="0" sz="1400" kern="1200" lang="en-US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May</a:t>
            </a:r>
          </a:p>
        </p:txBody>
      </p:sp>
      <p:cxnSp>
        <p:nvCxnSpPr>
          <p:cNvPr id="3145747" name="Straight Connector 30"/>
          <p:cNvCxnSpPr>
            <a:cxnSpLocks/>
          </p:cNvCxnSpPr>
          <p:nvPr userDrawn="1"/>
        </p:nvCxnSpPr>
        <p:spPr>
          <a:xfrm>
            <a:off x="1295400" y="5070508"/>
            <a:ext cx="9601200" cy="0"/>
          </a:xfrm>
          <a:prstGeom prst="line"/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37" name="Text Placeholder 23"/>
          <p:cNvSpPr>
            <a:spLocks noGrp="1"/>
          </p:cNvSpPr>
          <p:nvPr>
            <p:ph type="body" sz="quarter" idx="20" hasCustomPrompt="1"/>
          </p:nvPr>
        </p:nvSpPr>
        <p:spPr>
          <a:xfrm>
            <a:off x="1276350" y="4705258"/>
            <a:ext cx="1725930" cy="365114"/>
          </a:xfrm>
        </p:spPr>
        <p:txBody>
          <a:bodyPr>
            <a:noAutofit/>
          </a:bodyPr>
          <a:lstStyle>
            <a:lvl1pPr algn="ctr" indent="0" marL="0">
              <a:buNone/>
              <a:defRPr dirty="0" sz="1400" kern="1200" lang="en-US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July</a:t>
            </a:r>
          </a:p>
        </p:txBody>
      </p:sp>
      <p:sp>
        <p:nvSpPr>
          <p:cNvPr id="1048738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2844927" y="4705258"/>
            <a:ext cx="1725930" cy="365114"/>
          </a:xfrm>
        </p:spPr>
        <p:txBody>
          <a:bodyPr>
            <a:noAutofit/>
          </a:bodyPr>
          <a:lstStyle>
            <a:lvl1pPr algn="ctr" indent="0" marL="0">
              <a:buNone/>
              <a:defRPr dirty="0" sz="1400" kern="1200" lang="en-US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August</a:t>
            </a:r>
          </a:p>
        </p:txBody>
      </p:sp>
      <p:sp>
        <p:nvSpPr>
          <p:cNvPr id="1048739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4413504" y="4705258"/>
            <a:ext cx="1725930" cy="365114"/>
          </a:xfrm>
        </p:spPr>
        <p:txBody>
          <a:bodyPr>
            <a:noAutofit/>
          </a:bodyPr>
          <a:lstStyle>
            <a:lvl1pPr algn="ctr" indent="0" marL="0">
              <a:buNone/>
              <a:defRPr dirty="0" sz="1400" kern="1200" lang="en-US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September</a:t>
            </a:r>
          </a:p>
        </p:txBody>
      </p:sp>
      <p:sp>
        <p:nvSpPr>
          <p:cNvPr id="1048740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5982081" y="4705258"/>
            <a:ext cx="1725930" cy="365114"/>
          </a:xfrm>
        </p:spPr>
        <p:txBody>
          <a:bodyPr>
            <a:noAutofit/>
          </a:bodyPr>
          <a:lstStyle>
            <a:lvl1pPr algn="ctr" indent="0" marL="0">
              <a:buNone/>
              <a:defRPr dirty="0" sz="1400" kern="1200" lang="en-US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October</a:t>
            </a:r>
          </a:p>
        </p:txBody>
      </p:sp>
      <p:sp>
        <p:nvSpPr>
          <p:cNvPr id="1048741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9130121" y="4705258"/>
            <a:ext cx="1725930" cy="365114"/>
          </a:xfrm>
        </p:spPr>
        <p:txBody>
          <a:bodyPr>
            <a:noAutofit/>
          </a:bodyPr>
          <a:lstStyle>
            <a:lvl1pPr algn="ctr" indent="0" marL="0">
              <a:buNone/>
              <a:defRPr dirty="0" sz="1400" kern="1200" lang="en-US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December</a:t>
            </a:r>
          </a:p>
        </p:txBody>
      </p:sp>
      <p:sp>
        <p:nvSpPr>
          <p:cNvPr id="1048742" name="Text Placeholder 23"/>
          <p:cNvSpPr>
            <a:spLocks noGrp="1"/>
          </p:cNvSpPr>
          <p:nvPr>
            <p:ph type="body" sz="quarter" idx="25" hasCustomPrompt="1"/>
          </p:nvPr>
        </p:nvSpPr>
        <p:spPr>
          <a:xfrm>
            <a:off x="7550658" y="4705258"/>
            <a:ext cx="1725930" cy="365114"/>
          </a:xfrm>
        </p:spPr>
        <p:txBody>
          <a:bodyPr>
            <a:noAutofit/>
          </a:bodyPr>
          <a:lstStyle>
            <a:lvl1pPr algn="ctr" indent="0" marL="0">
              <a:buNone/>
              <a:defRPr dirty="0" sz="1400" kern="1200" lang="en-US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November</a:t>
            </a:r>
          </a:p>
        </p:txBody>
      </p:sp>
      <p:sp>
        <p:nvSpPr>
          <p:cNvPr id="1048743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2618463" y="3119254"/>
            <a:ext cx="2178858" cy="1116118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dirty="0" lang="en-US"/>
              <a:t>Bullet Description</a:t>
            </a:r>
            <a:endParaRPr dirty="0" lang="en-ZA"/>
          </a:p>
        </p:txBody>
      </p:sp>
      <p:sp>
        <p:nvSpPr>
          <p:cNvPr id="1048744" name="Text Placeholder 10"/>
          <p:cNvSpPr>
            <a:spLocks noGrp="1"/>
          </p:cNvSpPr>
          <p:nvPr>
            <p:ph type="body" sz="quarter" idx="35" hasCustomPrompt="1"/>
          </p:nvPr>
        </p:nvSpPr>
        <p:spPr>
          <a:xfrm>
            <a:off x="7324194" y="3119254"/>
            <a:ext cx="2178858" cy="1116118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048745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5755617" y="5176789"/>
            <a:ext cx="2178858" cy="1116118"/>
          </a:xfrm>
        </p:spPr>
        <p:txBody>
          <a:bodyPr>
            <a:normAutofit/>
          </a:bodyPr>
          <a:lstStyle>
            <a:lvl1pPr algn="ctr"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04874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dirty="0" lang="en-ZA"/>
              <a:t>Pitch deck</a:t>
            </a:r>
          </a:p>
        </p:txBody>
      </p:sp>
      <p:sp>
        <p:nvSpPr>
          <p:cNvPr id="104874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t>‹#›</a:t>
            </a:fld>
            <a:endParaRPr dirty="0" lang="en-ZA"/>
          </a:p>
        </p:txBody>
      </p:sp>
      <p:sp>
        <p:nvSpPr>
          <p:cNvPr id="104874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itles">
    <p:bg>
      <p:bgPr>
        <a:solidFill>
          <a:schemeClr val="accent1"/>
        </a:solidFill>
        <a:effectLst/>
      </p:bgPr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8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8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857499"/>
            <a:ext cx="5905500" cy="33194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3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accent3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accent3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accent3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90" name="Content Placeholder 3"/>
          <p:cNvSpPr>
            <a:spLocks noGrp="1"/>
          </p:cNvSpPr>
          <p:nvPr>
            <p:ph sz="half" idx="2"/>
          </p:nvPr>
        </p:nvSpPr>
        <p:spPr>
          <a:xfrm>
            <a:off x="7239000" y="2857499"/>
            <a:ext cx="4114800" cy="33194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3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accent3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accent3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accent3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91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38200" y="2273300"/>
            <a:ext cx="5905500" cy="584199"/>
          </a:xfrm>
        </p:spPr>
        <p:txBody>
          <a:bodyPr>
            <a:normAutofit/>
          </a:bodyPr>
          <a:lstStyle>
            <a:lvl1pPr indent="0" marL="0">
              <a:buNone/>
              <a:defRPr baseline="0" sz="2000" spc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92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7239000" y="2273300"/>
            <a:ext cx="4114800" cy="584199"/>
          </a:xfrm>
        </p:spPr>
        <p:txBody>
          <a:bodyPr>
            <a:normAutofit/>
          </a:bodyPr>
          <a:lstStyle>
            <a:lvl1pPr indent="0" marL="0">
              <a:buNone/>
              <a:defRPr baseline="0" sz="2000" spc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097191" name="Picture 11" descr="A picture containing outdoor, sky, nature, dune  Description automatically generated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>
            <a:off x="0" y="0"/>
            <a:ext cx="304800" cy="6858000"/>
          </a:xfrm>
          <a:prstGeom prst="rect"/>
        </p:spPr>
      </p:pic>
      <p:pic>
        <p:nvPicPr>
          <p:cNvPr id="2097192" name="Picture 13" descr="A picture containing outdoor, sky, nature, dune  Description automatically generated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2" cstate="screen"/>
          <a:srcRect/>
          <a:stretch>
            <a:fillRect/>
          </a:stretch>
        </p:blipFill>
        <p:spPr>
          <a:xfrm>
            <a:off x="11887200" y="0"/>
            <a:ext cx="304800" cy="6858000"/>
          </a:xfrm>
          <a:prstGeom prst="rect"/>
        </p:spPr>
      </p:pic>
      <p:sp>
        <p:nvSpPr>
          <p:cNvPr id="1048893" name="Text Placeholder 23"/>
          <p:cNvSpPr>
            <a:spLocks noGrp="1"/>
          </p:cNvSpPr>
          <p:nvPr>
            <p:ph type="body" sz="quarter" idx="15"/>
          </p:nvPr>
        </p:nvSpPr>
        <p:spPr>
          <a:xfrm>
            <a:off x="838200" y="1463675"/>
            <a:ext cx="10515600" cy="365125"/>
          </a:xfrm>
        </p:spPr>
        <p:txBody>
          <a:bodyPr/>
          <a:lstStyle>
            <a:lvl1pPr algn="l" indent="0" marL="0">
              <a:buNone/>
              <a:defRPr dirty="0" sz="2000" kern="1200" lang="en-US" smtClean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  <a:lvl2pPr algn="l">
              <a:defRPr>
                <a:solidFill>
                  <a:schemeClr val="accent3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48894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dirty="0" lang="en-ZA"/>
              <a:t>Pitch deck</a:t>
            </a:r>
          </a:p>
        </p:txBody>
      </p:sp>
      <p:sp>
        <p:nvSpPr>
          <p:cNvPr id="1048895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t>‹#›</a:t>
            </a:fld>
            <a:endParaRPr dirty="0" lang="en-ZA"/>
          </a:p>
        </p:txBody>
      </p:sp>
      <p:sp>
        <p:nvSpPr>
          <p:cNvPr id="1048896" name="Date Placeholder 3"/>
          <p:cNvSpPr>
            <a:spLocks noGrp="1"/>
          </p:cNvSpPr>
          <p:nvPr>
            <p:ph type="dt" sz="half" idx="16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bg>
      <p:bgPr>
        <a:solidFill>
          <a:schemeClr val="accent1"/>
        </a:solidFill>
        <a:effectLst/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2" name="Picture 34" descr="A picture containing outdoor, sky, nature, dune  Description automatically generated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>
            <a:off x="929640" y="3995381"/>
            <a:ext cx="10332720" cy="122320"/>
          </a:xfrm>
          <a:prstGeom prst="rect"/>
        </p:spPr>
      </p:pic>
      <p:sp>
        <p:nvSpPr>
          <p:cNvPr id="1048775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7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77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dirty="0" lang="en-US"/>
              <a:t>Pitch deck</a:t>
            </a:r>
          </a:p>
        </p:txBody>
      </p:sp>
      <p:sp>
        <p:nvSpPr>
          <p:cNvPr id="104877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1048779" name="Text Placeholder 10"/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algn="l" indent="0" marL="0">
              <a:buNone/>
              <a:defRPr b="1" sz="1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1048780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81" name="Text Placeholder 10"/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82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83" name="Text Placeholder 10"/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84" name="Text Placeholder 10"/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algn="l" indent="0" marL="0">
              <a:buNone/>
              <a:defRPr b="1" sz="1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1048785" name="Text Placehold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86" name="Text Placeholder 10"/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87" name="Text Placeholder 10"/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88" name="Text Placeholder 10"/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89" name="Text Placeholder 10"/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90" name="Text Placeholder 10"/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91" name="Text Placeholder 10"/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92" name="Text Placeholder 10"/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93" name="Text Placeholder 10"/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94" name="Text Placeholder 10"/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95" name="Text Placeholder 10"/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96" name="Text Placeholder 10"/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97" name="Text Placeholder 10"/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98" name="Text Placeholder 10"/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799" name="Text Placeholder 10"/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800" name="Text Placeholder 10"/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801" name="Text Placeholder 10"/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802" name="Text Placeholder 10"/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803" name="Text Placeholder 10"/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48804" name="Text Placeholder 10"/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algn="ctr" indent="0" marL="0">
              <a:buNone/>
              <a:defRPr sz="10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4" name="Picture 6" descr="A group of people riding horses  Description automatically generated with medium confidence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048911" name="Rectangle 8"/>
          <p:cNvSpPr/>
          <p:nvPr userDrawn="1"/>
        </p:nvSpPr>
        <p:spPr>
          <a:xfrm>
            <a:off x="304800" y="365125"/>
            <a:ext cx="11582400" cy="612775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91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13" name="Chart Placeholder 10"/>
          <p:cNvSpPr>
            <a:spLocks noGrp="1"/>
          </p:cNvSpPr>
          <p:nvPr>
            <p:ph type="chart" sz="quarter" idx="13"/>
          </p:nvPr>
        </p:nvSpPr>
        <p:spPr>
          <a:xfrm>
            <a:off x="838200" y="1690688"/>
            <a:ext cx="10515600" cy="3984625"/>
          </a:xfrm>
        </p:spPr>
        <p:txBody>
          <a:bodyPr/>
          <a:p>
            <a:r>
              <a:rPr lang="en-US"/>
              <a:t>Click icon to add chart</a:t>
            </a:r>
            <a:endParaRPr dirty="0" lang="en-US"/>
          </a:p>
        </p:txBody>
      </p:sp>
      <p:sp>
        <p:nvSpPr>
          <p:cNvPr id="1048914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4038600" y="6497865"/>
            <a:ext cx="41148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dirty="0" lang="en-ZA"/>
              <a:t>Pitch deck</a:t>
            </a:r>
          </a:p>
        </p:txBody>
      </p:sp>
      <p:sp>
        <p:nvSpPr>
          <p:cNvPr id="1048915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610600" y="6497865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9B51A1E-902D-48AF-9020-955120F399B6}" type="slidenum">
              <a:rPr lang="en-ZA" smtClean="0"/>
              <a:t>‹#›</a:t>
            </a:fld>
            <a:endParaRPr dirty="0" lang="en-ZA"/>
          </a:p>
        </p:txBody>
      </p:sp>
      <p:sp>
        <p:nvSpPr>
          <p:cNvPr id="1048916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497865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4 up">
    <p:bg>
      <p:bgPr>
        <a:solidFill>
          <a:schemeClr val="accent2"/>
        </a:solidFill>
        <a:effectLst/>
      </p:bgPr>
    </p:bg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6" name="Picture 8" descr="A group of people riding horses  Description automatically generated with medium confidence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>
            <a:off x="-15240" y="0"/>
            <a:ext cx="12207240" cy="3803330"/>
          </a:xfrm>
          <a:prstGeom prst="rect"/>
        </p:spPr>
      </p:pic>
      <p:sp>
        <p:nvSpPr>
          <p:cNvPr id="1048838" name="Title 1"/>
          <p:cNvSpPr>
            <a:spLocks noGrp="1"/>
          </p:cNvSpPr>
          <p:nvPr>
            <p:ph type="title"/>
          </p:nvPr>
        </p:nvSpPr>
        <p:spPr>
          <a:xfrm>
            <a:off x="838200" y="4007165"/>
            <a:ext cx="10515600" cy="1004255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3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84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dirty="0" lang="en-US"/>
              <a:t>Pitch deck</a:t>
            </a:r>
          </a:p>
        </p:txBody>
      </p:sp>
      <p:sp>
        <p:nvSpPr>
          <p:cNvPr id="104884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1048842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04520" y="518474"/>
            <a:ext cx="2743200" cy="2743200"/>
          </a:xfrm>
        </p:spPr>
        <p:txBody>
          <a:bodyPr/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843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3347720" y="518474"/>
            <a:ext cx="2743200" cy="2743200"/>
          </a:xfrm>
        </p:spPr>
        <p:txBody>
          <a:bodyPr/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844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6090920" y="518474"/>
            <a:ext cx="2743200" cy="2743200"/>
          </a:xfrm>
        </p:spPr>
        <p:txBody>
          <a:bodyPr/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845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8834120" y="518474"/>
            <a:ext cx="2743200" cy="2743200"/>
          </a:xfrm>
        </p:spPr>
        <p:txBody>
          <a:bodyPr/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846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604520" y="5229500"/>
            <a:ext cx="2743200" cy="422721"/>
          </a:xfrm>
        </p:spPr>
        <p:txBody>
          <a:bodyPr anchor="ctr">
            <a:noAutofit/>
          </a:bodyPr>
          <a:lstStyle>
            <a:lvl1pPr algn="ctr" indent="0" marL="0">
              <a:buFont typeface="Arial" panose="020B0604020202020204" pitchFamily="34" charset="0"/>
              <a:buNone/>
              <a:defRPr dirty="0" sz="1600" kern="1200" lang="en-ZA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048847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604520" y="5693075"/>
            <a:ext cx="2743200" cy="365125"/>
          </a:xfrm>
        </p:spPr>
        <p:txBody>
          <a:bodyPr>
            <a:normAutofit/>
          </a:bodyPr>
          <a:lstStyle>
            <a:lvl1pPr algn="ctr" indent="0" marL="0">
              <a:buNone/>
              <a:defRPr dirty="0" sz="1200" kern="1200" lang="en-ZA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048848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8834120" y="5224905"/>
            <a:ext cx="2753360" cy="422721"/>
          </a:xfrm>
        </p:spPr>
        <p:txBody>
          <a:bodyPr anchor="ctr">
            <a:noAutofit/>
          </a:bodyPr>
          <a:lstStyle>
            <a:lvl1pPr algn="ctr" indent="0" marL="0">
              <a:buFont typeface="Arial" panose="020B0604020202020204" pitchFamily="34" charset="0"/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048849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8834120" y="5688480"/>
            <a:ext cx="2753360" cy="365125"/>
          </a:xfrm>
        </p:spPr>
        <p:txBody>
          <a:bodyPr>
            <a:normAutofit/>
          </a:bodyPr>
          <a:lstStyle>
            <a:lvl1pPr algn="ctr" indent="0" marL="0"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048850" name="Text Placeholder 8"/>
          <p:cNvSpPr>
            <a:spLocks noGrp="1"/>
          </p:cNvSpPr>
          <p:nvPr>
            <p:ph type="body" sz="quarter" idx="37" hasCustomPrompt="1"/>
          </p:nvPr>
        </p:nvSpPr>
        <p:spPr>
          <a:xfrm>
            <a:off x="3347720" y="5229500"/>
            <a:ext cx="2743200" cy="422721"/>
          </a:xfrm>
        </p:spPr>
        <p:txBody>
          <a:bodyPr anchor="ctr">
            <a:noAutofit/>
          </a:bodyPr>
          <a:lstStyle>
            <a:lvl1pPr algn="ctr" indent="0" marL="0">
              <a:buFont typeface="Arial" panose="020B0604020202020204" pitchFamily="34" charset="0"/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048851" name="Text Placeholder 10"/>
          <p:cNvSpPr>
            <a:spLocks noGrp="1"/>
          </p:cNvSpPr>
          <p:nvPr>
            <p:ph type="body" sz="quarter" idx="38" hasCustomPrompt="1"/>
          </p:nvPr>
        </p:nvSpPr>
        <p:spPr>
          <a:xfrm>
            <a:off x="3347720" y="5693075"/>
            <a:ext cx="2743200" cy="365125"/>
          </a:xfrm>
        </p:spPr>
        <p:txBody>
          <a:bodyPr>
            <a:normAutofit/>
          </a:bodyPr>
          <a:lstStyle>
            <a:lvl1pPr algn="ctr" indent="0" marL="0"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048852" name="Text Placeholder 8"/>
          <p:cNvSpPr>
            <a:spLocks noGrp="1"/>
          </p:cNvSpPr>
          <p:nvPr>
            <p:ph type="body" sz="quarter" idx="39" hasCustomPrompt="1"/>
          </p:nvPr>
        </p:nvSpPr>
        <p:spPr>
          <a:xfrm>
            <a:off x="6101082" y="5229500"/>
            <a:ext cx="2733038" cy="422721"/>
          </a:xfrm>
        </p:spPr>
        <p:txBody>
          <a:bodyPr anchor="ctr">
            <a:noAutofit/>
          </a:bodyPr>
          <a:lstStyle>
            <a:lvl1pPr algn="ctr" indent="0" marL="0">
              <a:buFont typeface="Arial" panose="020B0604020202020204" pitchFamily="34" charset="0"/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048853" name="Text Placeholder 10"/>
          <p:cNvSpPr>
            <a:spLocks noGrp="1"/>
          </p:cNvSpPr>
          <p:nvPr>
            <p:ph type="body" sz="quarter" idx="40" hasCustomPrompt="1"/>
          </p:nvPr>
        </p:nvSpPr>
        <p:spPr>
          <a:xfrm>
            <a:off x="6101082" y="5693075"/>
            <a:ext cx="2733038" cy="365125"/>
          </a:xfrm>
        </p:spPr>
        <p:txBody>
          <a:bodyPr>
            <a:normAutofit/>
          </a:bodyPr>
          <a:lstStyle>
            <a:lvl1pPr algn="ctr" indent="0" marL="0"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8 up">
    <p:bg>
      <p:bgPr>
        <a:solidFill>
          <a:schemeClr val="accent1"/>
        </a:solidFill>
        <a:effectLst/>
      </p:bgPr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7" name="Picture 8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>
            <a:off x="713740" y="1737360"/>
            <a:ext cx="10764520" cy="1741253"/>
          </a:xfrm>
          <a:prstGeom prst="rect"/>
        </p:spPr>
      </p:pic>
      <p:sp>
        <p:nvSpPr>
          <p:cNvPr id="1048686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924561" y="1967906"/>
            <a:ext cx="1280160" cy="1280160"/>
          </a:xfrm>
        </p:spPr>
        <p:txBody>
          <a:bodyPr>
            <a:normAutofit/>
          </a:bodyPr>
          <a:lstStyle>
            <a:lvl1pPr indent="0" marL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87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218029" y="1967906"/>
            <a:ext cx="1280160" cy="1280160"/>
          </a:xfrm>
        </p:spPr>
        <p:txBody>
          <a:bodyPr>
            <a:normAutofit/>
          </a:bodyPr>
          <a:lstStyle>
            <a:lvl1pPr indent="0" marL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88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3511497" y="1967906"/>
            <a:ext cx="1280160" cy="1280160"/>
          </a:xfrm>
        </p:spPr>
        <p:txBody>
          <a:bodyPr>
            <a:normAutofit/>
          </a:bodyPr>
          <a:lstStyle>
            <a:lvl1pPr indent="0" marL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89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4804965" y="1967906"/>
            <a:ext cx="1280160" cy="1280160"/>
          </a:xfrm>
        </p:spPr>
        <p:txBody>
          <a:bodyPr>
            <a:normAutofit/>
          </a:bodyPr>
          <a:lstStyle>
            <a:lvl1pPr indent="0" marL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90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659551" y="3921355"/>
            <a:ext cx="1839807" cy="422721"/>
          </a:xfrm>
        </p:spPr>
        <p:txBody>
          <a:bodyPr anchor="ctr">
            <a:noAutofit/>
          </a:bodyPr>
          <a:lstStyle>
            <a:lvl1pPr algn="ctr" indent="0" marL="0">
              <a:buFont typeface="Arial" panose="020B0604020202020204" pitchFamily="34" charset="0"/>
              <a:buNone/>
              <a:defRPr baseline="-25000" sz="2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048691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659551" y="4354090"/>
            <a:ext cx="1839807" cy="365125"/>
          </a:xfrm>
        </p:spPr>
        <p:txBody>
          <a:bodyPr>
            <a:normAutofit/>
          </a:bodyPr>
          <a:lstStyle>
            <a:lvl1pPr algn="ctr" indent="0" marL="0">
              <a:buNone/>
              <a:defRPr dirty="0" sz="1050" kern="1200" lang="en-ZA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048692" name="Picture Placeholder 10"/>
          <p:cNvSpPr>
            <a:spLocks noGrp="1"/>
          </p:cNvSpPr>
          <p:nvPr>
            <p:ph type="pic" sz="quarter" idx="41"/>
          </p:nvPr>
        </p:nvSpPr>
        <p:spPr>
          <a:xfrm>
            <a:off x="6098433" y="1967906"/>
            <a:ext cx="1280160" cy="1280160"/>
          </a:xfrm>
        </p:spPr>
        <p:txBody>
          <a:bodyPr>
            <a:normAutofit/>
          </a:bodyPr>
          <a:lstStyle>
            <a:lvl1pPr indent="0" marL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93" name="Picture Placeholder 10"/>
          <p:cNvSpPr>
            <a:spLocks noGrp="1"/>
          </p:cNvSpPr>
          <p:nvPr>
            <p:ph type="pic" sz="quarter" idx="42"/>
          </p:nvPr>
        </p:nvSpPr>
        <p:spPr>
          <a:xfrm>
            <a:off x="7391901" y="1967906"/>
            <a:ext cx="1280160" cy="1280160"/>
          </a:xfrm>
        </p:spPr>
        <p:txBody>
          <a:bodyPr>
            <a:normAutofit/>
          </a:bodyPr>
          <a:lstStyle>
            <a:lvl1pPr indent="0" marL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94" name="Picture Placeholder 10"/>
          <p:cNvSpPr>
            <a:spLocks noGrp="1"/>
          </p:cNvSpPr>
          <p:nvPr>
            <p:ph type="pic" sz="quarter" idx="43"/>
          </p:nvPr>
        </p:nvSpPr>
        <p:spPr>
          <a:xfrm>
            <a:off x="8685369" y="1967906"/>
            <a:ext cx="1280160" cy="1280160"/>
          </a:xfrm>
        </p:spPr>
        <p:txBody>
          <a:bodyPr>
            <a:normAutofit/>
          </a:bodyPr>
          <a:lstStyle>
            <a:lvl1pPr indent="0" marL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95" name="Picture Placeholder 10"/>
          <p:cNvSpPr>
            <a:spLocks noGrp="1"/>
          </p:cNvSpPr>
          <p:nvPr>
            <p:ph type="pic" sz="quarter" idx="44"/>
          </p:nvPr>
        </p:nvSpPr>
        <p:spPr>
          <a:xfrm>
            <a:off x="9978838" y="1967906"/>
            <a:ext cx="1280160" cy="1280160"/>
          </a:xfrm>
        </p:spPr>
        <p:txBody>
          <a:bodyPr>
            <a:normAutofit/>
          </a:bodyPr>
          <a:lstStyle>
            <a:lvl1pPr indent="0" marL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96" name="Title 1"/>
          <p:cNvSpPr>
            <a:spLocks noGrp="1"/>
          </p:cNvSpPr>
          <p:nvPr>
            <p:ph type="title"/>
          </p:nvPr>
        </p:nvSpPr>
        <p:spPr>
          <a:xfrm>
            <a:off x="713740" y="365125"/>
            <a:ext cx="10764520" cy="1325563"/>
          </a:xfrm>
        </p:spPr>
        <p:txBody>
          <a:bodyPr/>
          <a:lstStyle>
            <a:lvl1pPr algn="ctr"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1048697" name="Text Placeholder 8"/>
          <p:cNvSpPr>
            <a:spLocks noGrp="1"/>
          </p:cNvSpPr>
          <p:nvPr>
            <p:ph type="body" sz="quarter" idx="45" hasCustomPrompt="1"/>
          </p:nvPr>
        </p:nvSpPr>
        <p:spPr>
          <a:xfrm>
            <a:off x="3240191" y="3921355"/>
            <a:ext cx="1839807" cy="422721"/>
          </a:xfrm>
        </p:spPr>
        <p:txBody>
          <a:bodyPr anchor="ctr">
            <a:noAutofit/>
          </a:bodyPr>
          <a:lstStyle>
            <a:lvl1pPr algn="ctr" indent="0" marL="0">
              <a:buFont typeface="Arial" panose="020B0604020202020204" pitchFamily="34" charset="0"/>
              <a:buNone/>
              <a:defRPr baseline="-25000" sz="2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048698" name="Text Placeholder 10"/>
          <p:cNvSpPr>
            <a:spLocks noGrp="1"/>
          </p:cNvSpPr>
          <p:nvPr>
            <p:ph type="body" sz="quarter" idx="46" hasCustomPrompt="1"/>
          </p:nvPr>
        </p:nvSpPr>
        <p:spPr>
          <a:xfrm>
            <a:off x="3240191" y="4354090"/>
            <a:ext cx="1839807" cy="365125"/>
          </a:xfrm>
        </p:spPr>
        <p:txBody>
          <a:bodyPr>
            <a:normAutofit/>
          </a:bodyPr>
          <a:lstStyle>
            <a:lvl1pPr algn="ctr" indent="0" marL="0">
              <a:buNone/>
              <a:defRPr dirty="0" sz="1050" kern="1200" lang="en-ZA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048699" name="Text Placeholder 8"/>
          <p:cNvSpPr>
            <a:spLocks noGrp="1"/>
          </p:cNvSpPr>
          <p:nvPr>
            <p:ph type="body" sz="quarter" idx="47" hasCustomPrompt="1"/>
          </p:nvPr>
        </p:nvSpPr>
        <p:spPr>
          <a:xfrm>
            <a:off x="5820831" y="3921355"/>
            <a:ext cx="1839807" cy="422721"/>
          </a:xfrm>
        </p:spPr>
        <p:txBody>
          <a:bodyPr anchor="ctr">
            <a:noAutofit/>
          </a:bodyPr>
          <a:lstStyle>
            <a:lvl1pPr algn="ctr" indent="0" marL="0">
              <a:buFont typeface="Arial" panose="020B0604020202020204" pitchFamily="34" charset="0"/>
              <a:buNone/>
              <a:defRPr baseline="-25000" sz="2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048700" name="Text Placeholder 10"/>
          <p:cNvSpPr>
            <a:spLocks noGrp="1"/>
          </p:cNvSpPr>
          <p:nvPr>
            <p:ph type="body" sz="quarter" idx="48" hasCustomPrompt="1"/>
          </p:nvPr>
        </p:nvSpPr>
        <p:spPr>
          <a:xfrm>
            <a:off x="5820831" y="4354090"/>
            <a:ext cx="1839807" cy="365125"/>
          </a:xfrm>
        </p:spPr>
        <p:txBody>
          <a:bodyPr>
            <a:normAutofit/>
          </a:bodyPr>
          <a:lstStyle>
            <a:lvl1pPr algn="ctr" indent="0" marL="0">
              <a:buNone/>
              <a:defRPr dirty="0" sz="1050" kern="1200" lang="en-ZA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048701" name="Text Placeholder 8"/>
          <p:cNvSpPr>
            <a:spLocks noGrp="1"/>
          </p:cNvSpPr>
          <p:nvPr>
            <p:ph type="body" sz="quarter" idx="49" hasCustomPrompt="1"/>
          </p:nvPr>
        </p:nvSpPr>
        <p:spPr>
          <a:xfrm>
            <a:off x="8401471" y="3921355"/>
            <a:ext cx="1839807" cy="422721"/>
          </a:xfrm>
        </p:spPr>
        <p:txBody>
          <a:bodyPr anchor="ctr">
            <a:noAutofit/>
          </a:bodyPr>
          <a:lstStyle>
            <a:lvl1pPr algn="ctr" indent="0" marL="0">
              <a:buFont typeface="Arial" panose="020B0604020202020204" pitchFamily="34" charset="0"/>
              <a:buNone/>
              <a:defRPr baseline="-25000" sz="2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048702" name="Text Placeholder 10"/>
          <p:cNvSpPr>
            <a:spLocks noGrp="1"/>
          </p:cNvSpPr>
          <p:nvPr>
            <p:ph type="body" sz="quarter" idx="50" hasCustomPrompt="1"/>
          </p:nvPr>
        </p:nvSpPr>
        <p:spPr>
          <a:xfrm>
            <a:off x="8401471" y="4354090"/>
            <a:ext cx="1839807" cy="365125"/>
          </a:xfrm>
        </p:spPr>
        <p:txBody>
          <a:bodyPr>
            <a:normAutofit/>
          </a:bodyPr>
          <a:lstStyle>
            <a:lvl1pPr algn="ctr" indent="0" marL="0">
              <a:buNone/>
              <a:defRPr dirty="0" sz="1050" kern="1200" lang="en-ZA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048703" name="Text Placeholder 8"/>
          <p:cNvSpPr>
            <a:spLocks noGrp="1"/>
          </p:cNvSpPr>
          <p:nvPr>
            <p:ph type="body" sz="quarter" idx="51" hasCustomPrompt="1"/>
          </p:nvPr>
        </p:nvSpPr>
        <p:spPr>
          <a:xfrm>
            <a:off x="1949871" y="5183351"/>
            <a:ext cx="1839807" cy="422721"/>
          </a:xfrm>
        </p:spPr>
        <p:txBody>
          <a:bodyPr anchor="ctr">
            <a:noAutofit/>
          </a:bodyPr>
          <a:lstStyle>
            <a:lvl1pPr algn="ctr" indent="0" marL="0">
              <a:buFont typeface="Arial" panose="020B0604020202020204" pitchFamily="34" charset="0"/>
              <a:buNone/>
              <a:defRPr baseline="-25000" sz="2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048704" name="Text Placeholder 10"/>
          <p:cNvSpPr>
            <a:spLocks noGrp="1"/>
          </p:cNvSpPr>
          <p:nvPr>
            <p:ph type="body" sz="quarter" idx="52" hasCustomPrompt="1"/>
          </p:nvPr>
        </p:nvSpPr>
        <p:spPr>
          <a:xfrm>
            <a:off x="1949871" y="5616086"/>
            <a:ext cx="1839807" cy="365125"/>
          </a:xfrm>
        </p:spPr>
        <p:txBody>
          <a:bodyPr>
            <a:normAutofit/>
          </a:bodyPr>
          <a:lstStyle>
            <a:lvl1pPr algn="ctr" indent="0" marL="0">
              <a:buNone/>
              <a:defRPr dirty="0" sz="1050" kern="1200" lang="en-ZA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048705" name="Text Placeholder 8"/>
          <p:cNvSpPr>
            <a:spLocks noGrp="1"/>
          </p:cNvSpPr>
          <p:nvPr>
            <p:ph type="body" sz="quarter" idx="53" hasCustomPrompt="1"/>
          </p:nvPr>
        </p:nvSpPr>
        <p:spPr>
          <a:xfrm>
            <a:off x="4530511" y="5183351"/>
            <a:ext cx="1839807" cy="422721"/>
          </a:xfrm>
        </p:spPr>
        <p:txBody>
          <a:bodyPr anchor="ctr">
            <a:noAutofit/>
          </a:bodyPr>
          <a:lstStyle>
            <a:lvl1pPr algn="ctr" indent="0" marL="0">
              <a:buFont typeface="Arial" panose="020B0604020202020204" pitchFamily="34" charset="0"/>
              <a:buNone/>
              <a:defRPr baseline="-25000" sz="2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048706" name="Text Placeholder 10"/>
          <p:cNvSpPr>
            <a:spLocks noGrp="1"/>
          </p:cNvSpPr>
          <p:nvPr>
            <p:ph type="body" sz="quarter" idx="54" hasCustomPrompt="1"/>
          </p:nvPr>
        </p:nvSpPr>
        <p:spPr>
          <a:xfrm>
            <a:off x="4530511" y="5616086"/>
            <a:ext cx="1839807" cy="365125"/>
          </a:xfrm>
        </p:spPr>
        <p:txBody>
          <a:bodyPr>
            <a:normAutofit/>
          </a:bodyPr>
          <a:lstStyle>
            <a:lvl1pPr algn="ctr" indent="0" marL="0">
              <a:buNone/>
              <a:defRPr dirty="0" sz="1050" kern="1200" lang="en-ZA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048707" name="Text Placeholder 8"/>
          <p:cNvSpPr>
            <a:spLocks noGrp="1"/>
          </p:cNvSpPr>
          <p:nvPr>
            <p:ph type="body" sz="quarter" idx="55" hasCustomPrompt="1"/>
          </p:nvPr>
        </p:nvSpPr>
        <p:spPr>
          <a:xfrm>
            <a:off x="7111151" y="5183351"/>
            <a:ext cx="1839807" cy="422721"/>
          </a:xfrm>
        </p:spPr>
        <p:txBody>
          <a:bodyPr anchor="ctr">
            <a:noAutofit/>
          </a:bodyPr>
          <a:lstStyle>
            <a:lvl1pPr algn="ctr" indent="0" marL="0">
              <a:buFont typeface="Arial" panose="020B0604020202020204" pitchFamily="34" charset="0"/>
              <a:buNone/>
              <a:defRPr baseline="-25000" sz="2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048708" name="Text Placeholder 10"/>
          <p:cNvSpPr>
            <a:spLocks noGrp="1"/>
          </p:cNvSpPr>
          <p:nvPr>
            <p:ph type="body" sz="quarter" idx="56" hasCustomPrompt="1"/>
          </p:nvPr>
        </p:nvSpPr>
        <p:spPr>
          <a:xfrm>
            <a:off x="7111151" y="5616086"/>
            <a:ext cx="1839807" cy="365125"/>
          </a:xfrm>
        </p:spPr>
        <p:txBody>
          <a:bodyPr>
            <a:normAutofit/>
          </a:bodyPr>
          <a:lstStyle>
            <a:lvl1pPr algn="ctr" indent="0" marL="0">
              <a:buNone/>
              <a:defRPr dirty="0" sz="1050" kern="1200" lang="en-ZA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sp>
        <p:nvSpPr>
          <p:cNvPr id="1048709" name="Text Placeholder 8"/>
          <p:cNvSpPr>
            <a:spLocks noGrp="1"/>
          </p:cNvSpPr>
          <p:nvPr>
            <p:ph type="body" sz="quarter" idx="57" hasCustomPrompt="1"/>
          </p:nvPr>
        </p:nvSpPr>
        <p:spPr>
          <a:xfrm>
            <a:off x="9691791" y="5183351"/>
            <a:ext cx="1839807" cy="422721"/>
          </a:xfrm>
        </p:spPr>
        <p:txBody>
          <a:bodyPr anchor="ctr">
            <a:noAutofit/>
          </a:bodyPr>
          <a:lstStyle>
            <a:lvl1pPr algn="ctr" indent="0" marL="0">
              <a:buFont typeface="Arial" panose="020B0604020202020204" pitchFamily="34" charset="0"/>
              <a:buNone/>
              <a:defRPr baseline="-25000" sz="2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en-ZA"/>
          </a:p>
        </p:txBody>
      </p:sp>
      <p:sp>
        <p:nvSpPr>
          <p:cNvPr id="1048710" name="Text Placeholder 10"/>
          <p:cNvSpPr>
            <a:spLocks noGrp="1"/>
          </p:cNvSpPr>
          <p:nvPr>
            <p:ph type="body" sz="quarter" idx="58" hasCustomPrompt="1"/>
          </p:nvPr>
        </p:nvSpPr>
        <p:spPr>
          <a:xfrm>
            <a:off x="9691791" y="5616086"/>
            <a:ext cx="1839807" cy="365125"/>
          </a:xfrm>
        </p:spPr>
        <p:txBody>
          <a:bodyPr>
            <a:normAutofit/>
          </a:bodyPr>
          <a:lstStyle>
            <a:lvl1pPr algn="ctr" indent="0" marL="0">
              <a:buNone/>
              <a:defRPr dirty="0" sz="1050" kern="1200" lang="en-ZA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  <a:endParaRPr lang="en-ZA"/>
          </a:p>
        </p:txBody>
      </p:sp>
      <p:cxnSp>
        <p:nvCxnSpPr>
          <p:cNvPr id="3145735" name="Straight Connector 45"/>
          <p:cNvCxnSpPr>
            <a:cxnSpLocks/>
            <a:stCxn id="1048686" idx="2"/>
          </p:cNvCxnSpPr>
          <p:nvPr userDrawn="1"/>
        </p:nvCxnSpPr>
        <p:spPr>
          <a:xfrm flipH="1">
            <a:off x="1558635" y="3248066"/>
            <a:ext cx="6006" cy="673289"/>
          </a:xfrm>
          <a:prstGeom prst="line"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6" name="Straight Connector 48"/>
          <p:cNvCxnSpPr>
            <a:cxnSpLocks/>
          </p:cNvCxnSpPr>
          <p:nvPr userDrawn="1"/>
        </p:nvCxnSpPr>
        <p:spPr>
          <a:xfrm flipH="1">
            <a:off x="4145279" y="3250315"/>
            <a:ext cx="6006" cy="673289"/>
          </a:xfrm>
          <a:prstGeom prst="line"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7" name="Straight Connector 50"/>
          <p:cNvCxnSpPr>
            <a:cxnSpLocks/>
          </p:cNvCxnSpPr>
          <p:nvPr userDrawn="1"/>
        </p:nvCxnSpPr>
        <p:spPr>
          <a:xfrm flipH="1">
            <a:off x="6732507" y="3243467"/>
            <a:ext cx="6006" cy="673289"/>
          </a:xfrm>
          <a:prstGeom prst="line"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8" name="Straight Connector 52"/>
          <p:cNvCxnSpPr>
            <a:cxnSpLocks/>
          </p:cNvCxnSpPr>
          <p:nvPr userDrawn="1"/>
        </p:nvCxnSpPr>
        <p:spPr>
          <a:xfrm flipH="1">
            <a:off x="9316732" y="3243467"/>
            <a:ext cx="6006" cy="673289"/>
          </a:xfrm>
          <a:prstGeom prst="line"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9" name="Straight Connector 54"/>
          <p:cNvCxnSpPr>
            <a:cxnSpLocks/>
          </p:cNvCxnSpPr>
          <p:nvPr userDrawn="1"/>
        </p:nvCxnSpPr>
        <p:spPr>
          <a:xfrm>
            <a:off x="2854035" y="3254943"/>
            <a:ext cx="0" cy="1926159"/>
          </a:xfrm>
          <a:prstGeom prst="line"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0" name="Straight Connector 56"/>
          <p:cNvCxnSpPr>
            <a:cxnSpLocks/>
          </p:cNvCxnSpPr>
          <p:nvPr userDrawn="1"/>
        </p:nvCxnSpPr>
        <p:spPr>
          <a:xfrm>
            <a:off x="5440679" y="3233453"/>
            <a:ext cx="0" cy="1949898"/>
          </a:xfrm>
          <a:prstGeom prst="line"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1" name="Straight Connector 58"/>
          <p:cNvCxnSpPr>
            <a:cxnSpLocks/>
          </p:cNvCxnSpPr>
          <p:nvPr userDrawn="1"/>
        </p:nvCxnSpPr>
        <p:spPr>
          <a:xfrm>
            <a:off x="8027907" y="3257242"/>
            <a:ext cx="0" cy="1919261"/>
          </a:xfrm>
          <a:prstGeom prst="line"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2" name="Straight Connector 60"/>
          <p:cNvCxnSpPr>
            <a:cxnSpLocks/>
          </p:cNvCxnSpPr>
          <p:nvPr userDrawn="1"/>
        </p:nvCxnSpPr>
        <p:spPr>
          <a:xfrm>
            <a:off x="10612132" y="3254943"/>
            <a:ext cx="0" cy="1929384"/>
          </a:xfrm>
          <a:prstGeom prst="line"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11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dirty="0" lang="en-ZA"/>
              <a:t>Pitch deck</a:t>
            </a:r>
          </a:p>
        </p:txBody>
      </p:sp>
      <p:sp>
        <p:nvSpPr>
          <p:cNvPr id="1048712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t>‹#›</a:t>
            </a:fld>
            <a:endParaRPr dirty="0" lang="en-ZA"/>
          </a:p>
        </p:txBody>
      </p:sp>
      <p:sp>
        <p:nvSpPr>
          <p:cNvPr id="1048713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accent1"/>
        </a:solidFill>
        <a:effectLst/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19" descr="A group of people riding horses  Description automatically generated with medium confidence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048818" name="Rectangle 21"/>
          <p:cNvSpPr/>
          <p:nvPr userDrawn="1"/>
        </p:nvSpPr>
        <p:spPr>
          <a:xfrm>
            <a:off x="304800" y="365125"/>
            <a:ext cx="11582400" cy="612775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819" name="Content Placeholder 7"/>
          <p:cNvSpPr>
            <a:spLocks noGrp="1"/>
          </p:cNvSpPr>
          <p:nvPr>
            <p:ph sz="quarter" idx="13"/>
          </p:nvPr>
        </p:nvSpPr>
        <p:spPr>
          <a:xfrm>
            <a:off x="1282700" y="913448"/>
            <a:ext cx="5041900" cy="5134927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20" name="Title 1"/>
          <p:cNvSpPr>
            <a:spLocks noGrp="1"/>
          </p:cNvSpPr>
          <p:nvPr>
            <p:ph type="title"/>
          </p:nvPr>
        </p:nvSpPr>
        <p:spPr>
          <a:xfrm>
            <a:off x="1282700" y="2766219"/>
            <a:ext cx="5041900" cy="1325563"/>
          </a:xfrm>
        </p:spPr>
        <p:txBody>
          <a:bodyPr>
            <a:normAutofit/>
          </a:bodyPr>
          <a:lstStyle>
            <a:lvl1pPr algn="ctr">
              <a:defRPr baseline="0" sz="3600" spc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21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467600" y="913448"/>
            <a:ext cx="3886200" cy="419100"/>
          </a:xfrm>
        </p:spPr>
        <p:txBody>
          <a:bodyPr>
            <a:noAutofit/>
          </a:bodyPr>
          <a:lstStyle>
            <a:lvl1pPr indent="0" marL="0">
              <a:buNone/>
              <a:defRPr baseline="0" b="0" sz="2400" spc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22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7467600" y="1275398"/>
            <a:ext cx="3886200" cy="307975"/>
          </a:xfrm>
        </p:spPr>
        <p:txBody>
          <a:bodyPr>
            <a:noAutofit/>
          </a:bodyPr>
          <a:lstStyle>
            <a:lvl1pPr indent="0" marL="0">
              <a:buNone/>
              <a:defRPr baseline="0" b="0" sz="1800" spc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23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7467600" y="1672273"/>
            <a:ext cx="3886200" cy="274320"/>
          </a:xfrm>
        </p:spPr>
        <p:txBody>
          <a:bodyPr>
            <a:noAutofit/>
          </a:bodyPr>
          <a:lstStyle>
            <a:lvl1pPr indent="0" marL="0">
              <a:lnSpc>
                <a:spcPct val="100000"/>
              </a:lnSpc>
              <a:buNone/>
              <a:defRPr b="0" sz="1200" spc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24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467600" y="2231390"/>
            <a:ext cx="3886200" cy="419100"/>
          </a:xfrm>
        </p:spPr>
        <p:txBody>
          <a:bodyPr>
            <a:noAutofit/>
          </a:bodyPr>
          <a:lstStyle>
            <a:lvl1pPr indent="0" marL="0">
              <a:buNone/>
              <a:defRPr baseline="0" b="0" sz="2400" spc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25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7467600" y="2593340"/>
            <a:ext cx="3886200" cy="307975"/>
          </a:xfrm>
        </p:spPr>
        <p:txBody>
          <a:bodyPr>
            <a:noAutofit/>
          </a:bodyPr>
          <a:lstStyle>
            <a:lvl1pPr indent="0" marL="0">
              <a:buNone/>
              <a:defRPr baseline="0" b="0" sz="1800" spc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26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7467600" y="2990215"/>
            <a:ext cx="3886200" cy="274320"/>
          </a:xfrm>
        </p:spPr>
        <p:txBody>
          <a:bodyPr>
            <a:noAutofit/>
          </a:bodyPr>
          <a:lstStyle>
            <a:lvl1pPr indent="0" marL="0">
              <a:lnSpc>
                <a:spcPct val="100000"/>
              </a:lnSpc>
              <a:buNone/>
              <a:defRPr b="0" sz="1200" spc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27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7467600" y="3543935"/>
            <a:ext cx="3886200" cy="419100"/>
          </a:xfrm>
        </p:spPr>
        <p:txBody>
          <a:bodyPr>
            <a:noAutofit/>
          </a:bodyPr>
          <a:lstStyle>
            <a:lvl1pPr indent="0" marL="0">
              <a:buNone/>
              <a:defRPr baseline="0" b="0" sz="2400" spc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28" name="Text Placeholder 6"/>
          <p:cNvSpPr>
            <a:spLocks noGrp="1"/>
          </p:cNvSpPr>
          <p:nvPr>
            <p:ph type="body" sz="quarter" idx="21"/>
          </p:nvPr>
        </p:nvSpPr>
        <p:spPr>
          <a:xfrm>
            <a:off x="7467600" y="3905885"/>
            <a:ext cx="3886200" cy="307975"/>
          </a:xfrm>
        </p:spPr>
        <p:txBody>
          <a:bodyPr>
            <a:noAutofit/>
          </a:bodyPr>
          <a:lstStyle>
            <a:lvl1pPr indent="0" marL="0">
              <a:buNone/>
              <a:defRPr baseline="0" b="0" sz="1800" spc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29" name="Text Placeholder 6"/>
          <p:cNvSpPr>
            <a:spLocks noGrp="1"/>
          </p:cNvSpPr>
          <p:nvPr>
            <p:ph type="body" sz="quarter" idx="22"/>
          </p:nvPr>
        </p:nvSpPr>
        <p:spPr>
          <a:xfrm>
            <a:off x="7467600" y="4302760"/>
            <a:ext cx="3886200" cy="274320"/>
          </a:xfrm>
        </p:spPr>
        <p:txBody>
          <a:bodyPr>
            <a:noAutofit/>
          </a:bodyPr>
          <a:lstStyle>
            <a:lvl1pPr indent="0" marL="0">
              <a:lnSpc>
                <a:spcPct val="100000"/>
              </a:lnSpc>
              <a:buNone/>
              <a:defRPr b="0" sz="1200" spc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30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7467600" y="4856480"/>
            <a:ext cx="3886200" cy="419100"/>
          </a:xfrm>
        </p:spPr>
        <p:txBody>
          <a:bodyPr>
            <a:noAutofit/>
          </a:bodyPr>
          <a:lstStyle>
            <a:lvl1pPr indent="0" marL="0">
              <a:buNone/>
              <a:defRPr baseline="0" b="0" sz="2400" spc="0">
                <a:solidFill>
                  <a:schemeClr val="accent1">
                    <a:lumMod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31" name="Text Placeholder 6"/>
          <p:cNvSpPr>
            <a:spLocks noGrp="1"/>
          </p:cNvSpPr>
          <p:nvPr>
            <p:ph type="body" sz="quarter" idx="24"/>
          </p:nvPr>
        </p:nvSpPr>
        <p:spPr>
          <a:xfrm>
            <a:off x="7467600" y="5218430"/>
            <a:ext cx="3886200" cy="307975"/>
          </a:xfrm>
        </p:spPr>
        <p:txBody>
          <a:bodyPr>
            <a:noAutofit/>
          </a:bodyPr>
          <a:lstStyle>
            <a:lvl1pPr indent="0" marL="0">
              <a:buNone/>
              <a:defRPr baseline="0" b="0" sz="1800" spc="0">
                <a:solidFill>
                  <a:schemeClr val="accent1">
                    <a:lumMod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32" name="Text Placeholder 6"/>
          <p:cNvSpPr>
            <a:spLocks noGrp="1"/>
          </p:cNvSpPr>
          <p:nvPr>
            <p:ph type="body" sz="quarter" idx="25"/>
          </p:nvPr>
        </p:nvSpPr>
        <p:spPr>
          <a:xfrm>
            <a:off x="7467600" y="5615305"/>
            <a:ext cx="3886200" cy="274320"/>
          </a:xfrm>
        </p:spPr>
        <p:txBody>
          <a:bodyPr>
            <a:noAutofit/>
          </a:bodyPr>
          <a:lstStyle>
            <a:lvl1pPr indent="0" marL="0">
              <a:lnSpc>
                <a:spcPct val="100000"/>
              </a:lnSpc>
              <a:buNone/>
              <a:defRPr b="0" sz="1200" spc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33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4038600" y="6497865"/>
            <a:ext cx="41148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dirty="0" lang="en-ZA"/>
              <a:t>Pitch deck</a:t>
            </a:r>
          </a:p>
        </p:txBody>
      </p:sp>
      <p:sp>
        <p:nvSpPr>
          <p:cNvPr id="1048834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610600" y="6497865"/>
            <a:ext cx="2743200" cy="365125"/>
          </a:xfrm>
        </p:spPr>
        <p:txBody>
          <a:bodyPr/>
          <a:lstStyle>
            <a:lvl1pPr>
              <a:defRPr spc="0">
                <a:solidFill>
                  <a:schemeClr val="accent1"/>
                </a:solidFill>
              </a:defRPr>
            </a:lvl1pPr>
          </a:lstStyle>
          <a:p>
            <a:fld id="{19B51A1E-902D-48AF-9020-955120F399B6}" type="slidenum">
              <a:rPr lang="en-ZA" smtClean="0"/>
              <a:t>‹#›</a:t>
            </a:fld>
            <a:endParaRPr dirty="0" lang="en-ZA"/>
          </a:p>
        </p:txBody>
      </p:sp>
      <p:sp>
        <p:nvSpPr>
          <p:cNvPr id="104883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497865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1"/>
        </a:solidFill>
        <a:effectLst/>
      </p:bgPr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Content Placeholder 2"/>
          <p:cNvSpPr>
            <a:spLocks noGrp="1"/>
          </p:cNvSpPr>
          <p:nvPr>
            <p:ph idx="1"/>
          </p:nvPr>
        </p:nvSpPr>
        <p:spPr>
          <a:xfrm>
            <a:off x="1162050" y="4662486"/>
            <a:ext cx="3975804" cy="1514476"/>
          </a:xfrm>
        </p:spPr>
        <p:txBody>
          <a:bodyPr lIns="0" rIns="0">
            <a:normAutofit/>
          </a:bodyPr>
          <a:lstStyle>
            <a:lvl1pPr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6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25285" cy="365125"/>
          </a:xfrm>
        </p:spPr>
        <p:txBody>
          <a:bodyPr/>
          <a:lstStyle>
            <a:lvl1pPr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87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971" y="6356350"/>
            <a:ext cx="2372881" cy="365125"/>
          </a:xfrm>
        </p:spPr>
        <p:txBody>
          <a:bodyPr/>
          <a:lstStyle>
            <a:lvl1pPr algn="r">
              <a:defRPr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dirty="0" lang="en-US"/>
              <a:t>Pitch deck</a:t>
            </a:r>
          </a:p>
        </p:txBody>
      </p:sp>
      <p:sp>
        <p:nvSpPr>
          <p:cNvPr id="1048871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6644640" y="0"/>
            <a:ext cx="5547360" cy="6858000"/>
          </a:xfrm>
        </p:spPr>
        <p:txBody>
          <a:bodyPr/>
          <a:p>
            <a:r>
              <a:rPr lang="en-US"/>
              <a:t>Click icon to add picture</a:t>
            </a:r>
            <a:endParaRPr dirty="0" lang="en-US"/>
          </a:p>
        </p:txBody>
      </p:sp>
      <p:cxnSp>
        <p:nvCxnSpPr>
          <p:cNvPr id="3145754" name="Straight Connector 14"/>
          <p:cNvCxnSpPr>
            <a:cxnSpLocks/>
          </p:cNvCxnSpPr>
          <p:nvPr userDrawn="1"/>
        </p:nvCxnSpPr>
        <p:spPr>
          <a:xfrm>
            <a:off x="1162050" y="2333625"/>
            <a:ext cx="0" cy="2000250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89" name="Picture 8" descr="A picture containing tree, nature, spring  Description automatically generated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 rot="16200000">
            <a:off x="3078480" y="3291840"/>
            <a:ext cx="6858000" cy="274320"/>
          </a:xfrm>
          <a:prstGeom prst="rect"/>
        </p:spPr>
      </p:pic>
      <p:sp>
        <p:nvSpPr>
          <p:cNvPr id="1048872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640080" y="768096"/>
            <a:ext cx="1856232" cy="1856232"/>
          </a:xfrm>
          <a:noFill/>
        </p:spPr>
        <p:txBody>
          <a:bodyPr bIns="45720" lIns="91440" numCol="1" rIns="91440" spcFirstLastPara="1" tIns="45720" wrap="square">
            <a:prstTxWarp prst="textCircle"/>
            <a:spAutoFit/>
          </a:bodyPr>
          <a:lstStyle>
            <a:lvl1pPr>
              <a:defRPr baseline="0" b="0" cap="all" dirty="0" sz="2000" lang="en-US" spc="0">
                <a:ln w="0"/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algn="ctr" lvl="0" marL="0"/>
            <a:r>
              <a:rPr lang="en-US"/>
              <a:t>Click to edit Master text styles</a:t>
            </a:r>
          </a:p>
        </p:txBody>
      </p:sp>
      <p:sp>
        <p:nvSpPr>
          <p:cNvPr id="10488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1048874" name="Title 1"/>
          <p:cNvSpPr>
            <a:spLocks noGrp="1"/>
          </p:cNvSpPr>
          <p:nvPr>
            <p:ph type="title"/>
          </p:nvPr>
        </p:nvSpPr>
        <p:spPr>
          <a:xfrm>
            <a:off x="1162050" y="523875"/>
            <a:ext cx="3975802" cy="1514476"/>
          </a:xfrm>
        </p:spPr>
        <p:txBody>
          <a:bodyPr anchor="b" lIns="0" rIns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1"/>
        </a:solidFill>
        <a:effectLst/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5" name="Picture 5" descr="A picture containing tree, nature, spring  Description automatically generated"/>
          <p:cNvPicPr>
            <a:picLocks noChangeAspect="1"/>
          </p:cNvPicPr>
          <p:nvPr userDrawn="1"/>
        </p:nvPicPr>
        <p:blipFill rotWithShape="1">
          <a:blip xmlns:r="http://schemas.openxmlformats.org/officeDocument/2006/relationships" r:embed="rId1" cstate="screen"/>
          <a:srcRect/>
          <a:stretch>
            <a:fillRect/>
          </a:stretch>
        </p:blipFill>
        <p:spPr>
          <a:xfrm rot="16200000">
            <a:off x="4392931" y="-941071"/>
            <a:ext cx="6858000" cy="8740141"/>
          </a:xfrm>
          <a:prstGeom prst="rect"/>
        </p:spPr>
      </p:pic>
      <p:sp>
        <p:nvSpPr>
          <p:cNvPr id="104868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3931921" y="536574"/>
            <a:ext cx="7780020" cy="5784853"/>
          </a:xfrm>
        </p:spPr>
        <p:txBody>
          <a:bodyPr/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81" name="Title 1"/>
          <p:cNvSpPr>
            <a:spLocks noGrp="1"/>
          </p:cNvSpPr>
          <p:nvPr>
            <p:ph type="ctrTitle"/>
          </p:nvPr>
        </p:nvSpPr>
        <p:spPr>
          <a:xfrm>
            <a:off x="495300" y="1122363"/>
            <a:ext cx="4446270" cy="1874837"/>
          </a:xfrm>
        </p:spPr>
        <p:txBody>
          <a:bodyPr anchor="t">
            <a:noAutofit/>
          </a:bodyPr>
          <a:lstStyle>
            <a:lvl1pPr algn="l">
              <a:defRPr sz="6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2" name="Subtitle 2"/>
          <p:cNvSpPr>
            <a:spLocks noGrp="1"/>
          </p:cNvSpPr>
          <p:nvPr>
            <p:ph type="subTitle" idx="1"/>
          </p:nvPr>
        </p:nvSpPr>
        <p:spPr>
          <a:xfrm>
            <a:off x="1145858" y="3779212"/>
            <a:ext cx="1708784" cy="1156332"/>
          </a:xfrm>
        </p:spPr>
        <p:txBody>
          <a:bodyPr/>
          <a:lstStyle>
            <a:lvl1pPr algn="l" indent="0" marL="0">
              <a:buNone/>
              <a:defRPr sz="2400">
                <a:solidFill>
                  <a:schemeClr val="accent3"/>
                </a:solidFill>
                <a:latin typeface="+mj-lt"/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3145734" name="Straight Connector 13"/>
          <p:cNvCxnSpPr>
            <a:cxnSpLocks/>
          </p:cNvCxnSpPr>
          <p:nvPr userDrawn="1"/>
        </p:nvCxnSpPr>
        <p:spPr>
          <a:xfrm flipH="1">
            <a:off x="1145859" y="4757108"/>
            <a:ext cx="2306001" cy="0"/>
          </a:xfrm>
          <a:prstGeom prst="line"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83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1145858" y="5579334"/>
            <a:ext cx="1708784" cy="1116118"/>
          </a:xfrm>
        </p:spPr>
        <p:txBody>
          <a:bodyPr>
            <a:normAutofit/>
          </a:bodyPr>
          <a:lstStyle>
            <a:lvl1pPr algn="l" indent="0" marL="0">
              <a:lnSpc>
                <a:spcPts val="1700"/>
              </a:lnSpc>
              <a:buNone/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048684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722376" y="3264408"/>
            <a:ext cx="1993392" cy="1993392"/>
          </a:xfrm>
          <a:noFill/>
        </p:spPr>
        <p:txBody>
          <a:bodyPr bIns="45720" lIns="91440" numCol="1" rIns="91440" spcFirstLastPara="1" tIns="45720" wrap="square">
            <a:prstTxWarp prst="textCircle"/>
            <a:spAutoFit/>
          </a:bodyPr>
          <a:lstStyle>
            <a:lvl1pPr>
              <a:defRPr baseline="0" b="0" cap="all" dirty="0" sz="2000" lang="en-US" spc="0">
                <a:ln w="0"/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algn="ctr" lvl="0" mar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>
              <a:defRPr b="0" sz="80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>
                <a:solidFill>
                  <a:srgbClr val="FFFFFF"/>
                </a:solidFill>
              </a:rPr>
              <a:t>February</a:t>
            </a:r>
            <a:r>
              <a:rPr dirty="0" spc="-1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23</a:t>
            </a:r>
            <a:r>
              <a:rPr baseline="27777" dirty="0" sz="750">
                <a:solidFill>
                  <a:srgbClr val="FFFFFF"/>
                </a:solidFill>
              </a:rPr>
              <a:t>rd</a:t>
            </a:r>
            <a:r>
              <a:rPr dirty="0" sz="800">
                <a:solidFill>
                  <a:srgbClr val="FFFFFF"/>
                </a:solidFill>
              </a:rPr>
              <a:t>,</a:t>
            </a:r>
            <a:r>
              <a:rPr dirty="0" sz="800" spc="10">
                <a:solidFill>
                  <a:srgbClr val="FFFFFF"/>
                </a:solidFill>
              </a:rPr>
              <a:t> </a:t>
            </a:r>
            <a:r>
              <a:rPr dirty="0" sz="800" spc="-5">
                <a:solidFill>
                  <a:srgbClr val="FFFFFF"/>
                </a:solidFill>
              </a:rPr>
              <a:t>2018</a:t>
            </a:r>
            <a:endParaRPr sz="800"/>
          </a:p>
        </p:txBody>
      </p:sp>
      <p:sp>
        <p:nvSpPr>
          <p:cNvPr id="1048623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8/1/2022</a:t>
            </a:fld>
            <a:endParaRPr lang="en-US"/>
          </a:p>
        </p:txBody>
      </p:sp>
      <p:sp>
        <p:nvSpPr>
          <p:cNvPr id="1048624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dirty="0" lang="en-US"/>
              <a:t>Pitch deck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</p:sldLayoutIdLst>
  <p:hf dt="1" ftr="1" hdr="0" sldNum="1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hyperlink" Target="http://www.loreal.com/" TargetMode="External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jpe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2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image" Target="../media/image32.png"/><Relationship Id="rId3" Type="http://schemas.openxmlformats.org/officeDocument/2006/relationships/image" Target="../media/image33.jpeg"/><Relationship Id="rId4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IN"/>
          </a:p>
        </p:txBody>
      </p:sp>
      <p:sp>
        <p:nvSpPr>
          <p:cNvPr id="10485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5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Pitch deck</a:t>
            </a:r>
            <a:endParaRPr dirty="0" lang="en-US"/>
          </a:p>
        </p:txBody>
      </p:sp>
      <p:sp>
        <p:nvSpPr>
          <p:cNvPr id="10485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5CEABB6-07DC-46E8-9B57-56EC44A396E5}" type="slidenum">
              <a:rPr lang="en-US" smtClean="0"/>
              <a:t>1</a:t>
            </a:fld>
            <a:endParaRPr dirty="0" lang="en-US"/>
          </a:p>
        </p:txBody>
      </p:sp>
      <p:sp>
        <p:nvSpPr>
          <p:cNvPr id="1048592" name="Picture Placeholder 6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048593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endParaRPr lang="en-IN"/>
          </a:p>
        </p:txBody>
      </p:sp>
      <p:pic>
        <p:nvPicPr>
          <p:cNvPr id="2097153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graphicFrame>
        <p:nvGraphicFramePr>
          <p:cNvPr id="4194304" name="Table 13"/>
          <p:cNvGraphicFramePr>
            <a:graphicFrameLocks noGrp="1"/>
          </p:cNvGraphicFramePr>
          <p:nvPr/>
        </p:nvGraphicFramePr>
        <p:xfrm>
          <a:off x="8175169" y="3064828"/>
          <a:ext cx="3550637" cy="3337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3142"/>
                <a:gridCol w="1497495"/>
              </a:tblGrid>
              <a:tr h="370840">
                <a:tc gridSpan="2">
                  <a:txBody>
                    <a:bodyPr/>
                    <a:p>
                      <a:pPr algn="ctr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 dirty="0" sz="1800" lang="en-IN">
                          <a:solidFill>
                            <a:schemeClr val="bg1"/>
                          </a:solidFill>
                        </a:rPr>
                        <a:t>Members of Group 6:</a:t>
                      </a:r>
                    </a:p>
                  </a:txBody>
                </a:tc>
                <a:tc hMerge="1">
                  <a:txBody>
                    <a:bodyPr/>
                    <a:p>
                      <a:endParaRPr dirty="0" lang="en-US"/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dirty="0" lang="en-US">
                          <a:solidFill>
                            <a:schemeClr val="bg1"/>
                          </a:solidFill>
                        </a:rPr>
                        <a:t>Arjun M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>
                          <a:solidFill>
                            <a:schemeClr val="bg1"/>
                          </a:solidFill>
                        </a:rPr>
                        <a:t>PGP38177</a:t>
                      </a:r>
                    </a:p>
                  </a:txBody>
                </a:tc>
              </a:tr>
              <a:tr h="370840">
                <a:tc>
                  <a:txBody>
                    <a:bodyPr/>
                    <a:p>
                      <a:r>
                        <a:rPr dirty="0" lang="en-US">
                          <a:solidFill>
                            <a:schemeClr val="bg1"/>
                          </a:solidFill>
                        </a:rPr>
                        <a:t>Sourav 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>
                          <a:solidFill>
                            <a:schemeClr val="bg1"/>
                          </a:solidFill>
                        </a:rPr>
                        <a:t>ABM19022</a:t>
                      </a:r>
                    </a:p>
                  </a:txBody>
                </a:tc>
              </a:tr>
              <a:tr h="370840"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dirty="0" lang="en-IN">
                          <a:solidFill>
                            <a:schemeClr val="bg1"/>
                          </a:solidFill>
                        </a:rPr>
                        <a:t>Anjali Bharti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>
                          <a:solidFill>
                            <a:schemeClr val="bg1"/>
                          </a:solidFill>
                        </a:rPr>
                        <a:t>PGP38175</a:t>
                      </a:r>
                    </a:p>
                  </a:txBody>
                </a:tc>
              </a:tr>
              <a:tr h="370840"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dirty="0" lang="en-IN" err="1">
                          <a:solidFill>
                            <a:schemeClr val="bg1"/>
                          </a:solidFill>
                        </a:rPr>
                        <a:t>Ayush</a:t>
                      </a:r>
                      <a:r>
                        <a:rPr dirty="0" lang="en-IN">
                          <a:solidFill>
                            <a:schemeClr val="bg1"/>
                          </a:solidFill>
                        </a:rPr>
                        <a:t> Sharma 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>
                          <a:solidFill>
                            <a:schemeClr val="bg1"/>
                          </a:solidFill>
                        </a:rPr>
                        <a:t>PGP38178</a:t>
                      </a:r>
                    </a:p>
                  </a:txBody>
                </a:tc>
              </a:tr>
              <a:tr h="370840"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dirty="0" lang="en-IN" err="1">
                          <a:solidFill>
                            <a:schemeClr val="bg1"/>
                          </a:solidFill>
                        </a:rPr>
                        <a:t>Mohaan</a:t>
                      </a:r>
                      <a:r>
                        <a:rPr dirty="0" lang="en-IN">
                          <a:solidFill>
                            <a:schemeClr val="bg1"/>
                          </a:solidFill>
                        </a:rPr>
                        <a:t> T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>
                          <a:solidFill>
                            <a:schemeClr val="bg1"/>
                          </a:solidFill>
                        </a:rPr>
                        <a:t>PGP38193</a:t>
                      </a:r>
                    </a:p>
                  </a:txBody>
                </a:tc>
              </a:tr>
              <a:tr h="370840"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dirty="0" lang="en-IN">
                          <a:solidFill>
                            <a:schemeClr val="bg1"/>
                          </a:solidFill>
                        </a:rPr>
                        <a:t>Brinda Jena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>
                          <a:solidFill>
                            <a:schemeClr val="bg1"/>
                          </a:solidFill>
                        </a:rPr>
                        <a:t>PGP38179</a:t>
                      </a:r>
                    </a:p>
                  </a:txBody>
                </a:tc>
              </a:tr>
              <a:tr h="370840"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dirty="0" lang="en-IN">
                          <a:solidFill>
                            <a:schemeClr val="bg1"/>
                          </a:solidFill>
                        </a:rPr>
                        <a:t>Singhal Himanshu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>
                          <a:solidFill>
                            <a:schemeClr val="bg1"/>
                          </a:solidFill>
                        </a:rPr>
                        <a:t>PHD23012</a:t>
                      </a:r>
                    </a:p>
                  </a:txBody>
                </a:tc>
              </a:tr>
              <a:tr h="370840"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dirty="0" lang="en-IN">
                          <a:solidFill>
                            <a:schemeClr val="bg1"/>
                          </a:solidFill>
                        </a:rPr>
                        <a:t>Manoj Kumar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dirty="0" lang="en-US">
                          <a:solidFill>
                            <a:schemeClr val="bg1"/>
                          </a:solidFill>
                        </a:rPr>
                        <a:t>PHD23034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>
          <a:xfrm>
            <a:off x="1245189" y="139562"/>
            <a:ext cx="3975802" cy="947116"/>
          </a:xfrm>
        </p:spPr>
        <p:txBody>
          <a:bodyPr anchor="ctr">
            <a:normAutofit/>
          </a:bodyPr>
          <a:p>
            <a:r>
              <a:rPr dirty="0" sz="5400" lang="en-ZA"/>
              <a:t>About L'Oréal</a:t>
            </a:r>
          </a:p>
        </p:txBody>
      </p:sp>
      <p:sp>
        <p:nvSpPr>
          <p:cNvPr id="104859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p>
            <a:fld id="{19B51A1E-902D-48AF-9020-955120F399B6}" type="slidenum">
              <a:rPr lang="en-ZA" smtClean="0"/>
              <a:t>2</a:t>
            </a:fld>
            <a:endParaRPr dirty="0" lang="en-ZA"/>
          </a:p>
        </p:txBody>
      </p:sp>
      <p:sp>
        <p:nvSpPr>
          <p:cNvPr id="1048596" name="Subtitle 2"/>
          <p:cNvSpPr>
            <a:spLocks noGrp="1"/>
          </p:cNvSpPr>
          <p:nvPr>
            <p:ph idx="1"/>
          </p:nvPr>
        </p:nvSpPr>
        <p:spPr>
          <a:xfrm>
            <a:off x="1245189" y="1294019"/>
            <a:ext cx="4135194" cy="5075583"/>
          </a:xfrm>
        </p:spPr>
        <p:txBody>
          <a:bodyPr anchor="t" bIns="45720" lIns="0" rIns="91440" rtlCol="0" tIns="45720" vert="horz">
            <a:normAutofit/>
          </a:bodyPr>
          <a:p>
            <a:pPr algn="just" indent="-285750" marL="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 sz="1800" lang="en-US">
                <a:solidFill>
                  <a:schemeClr val="bg1"/>
                </a:solidFill>
                <a:latin typeface="Amasis MT Pro" panose="02040504050005020304" pitchFamily="18" charset="0"/>
              </a:rPr>
              <a:t>Headquartered in Paris, France founded by Eugene Schuller in 1909. </a:t>
            </a:r>
          </a:p>
          <a:p>
            <a:pPr algn="just" indent="-285750" marL="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b="1" dirty="0" sz="1800" lang="en-US">
                <a:solidFill>
                  <a:schemeClr val="bg1"/>
                </a:solidFill>
                <a:latin typeface="Amasis MT Pro" panose="02040504050005020304" pitchFamily="18" charset="0"/>
              </a:rPr>
              <a:t>Website</a:t>
            </a:r>
            <a:r>
              <a:rPr dirty="0" sz="1800" lang="en-US">
                <a:solidFill>
                  <a:schemeClr val="bg1"/>
                </a:solidFill>
                <a:latin typeface="Amasis MT Pro" panose="02040504050005020304" pitchFamily="18" charset="0"/>
              </a:rPr>
              <a:t>: </a:t>
            </a:r>
            <a:r>
              <a:rPr dirty="0" sz="1800" lang="en-US">
                <a:solidFill>
                  <a:schemeClr val="bg1"/>
                </a:solidFill>
                <a:latin typeface="Amasis MT Pro" panose="02040504050005020304" pitchFamily="18" charset="0"/>
                <a:hlinkClick r:id="rId1"/>
              </a:rPr>
              <a:t>www.loreal.com</a:t>
            </a:r>
            <a:endParaRPr dirty="0" sz="1800" lang="en-US">
              <a:solidFill>
                <a:schemeClr val="bg1"/>
              </a:solidFill>
              <a:latin typeface="Amasis MT Pro" panose="02040504050005020304" pitchFamily="18" charset="0"/>
            </a:endParaRPr>
          </a:p>
          <a:p>
            <a:pPr algn="just" indent="-285750" marL="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 sz="1800" lang="en-US">
                <a:solidFill>
                  <a:schemeClr val="bg1"/>
                </a:solidFill>
                <a:latin typeface="Amasis MT Pro" panose="02040504050005020304" pitchFamily="18" charset="0"/>
              </a:rPr>
              <a:t>Well segmented product offerings and distribution in 150 countries.</a:t>
            </a:r>
          </a:p>
          <a:p>
            <a:pPr algn="just" indent="-285750" marL="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 sz="1800" lang="en-US">
                <a:solidFill>
                  <a:schemeClr val="bg1"/>
                </a:solidFill>
                <a:latin typeface="Amasis MT Pro" panose="02040504050005020304" pitchFamily="18" charset="0"/>
              </a:rPr>
              <a:t>88k Employees, 36 global brands and $31 billion in sales</a:t>
            </a:r>
          </a:p>
          <a:p>
            <a:pPr algn="just" indent="-285750" marL="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 sz="1800" lang="en-US">
                <a:solidFill>
                  <a:schemeClr val="bg1"/>
                </a:solidFill>
                <a:latin typeface="Amasis MT Pro" panose="02040504050005020304" pitchFamily="18" charset="0"/>
              </a:rPr>
              <a:t>In 2021, L'Oréal had a market capitalization of $200 billion with $10 billion spent on advertising and promotion.</a:t>
            </a:r>
          </a:p>
          <a:p>
            <a:pPr algn="just" indent="-285750" marL="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 sz="1800" lang="en-US">
                <a:solidFill>
                  <a:schemeClr val="bg1"/>
                </a:solidFill>
                <a:latin typeface="Amasis MT Pro" panose="02040504050005020304" pitchFamily="18" charset="0"/>
              </a:rPr>
              <a:t>Some of its iconic brands are YSL, Ralph Lauren, L'Oréal Paris, Maybelline, Garnier, </a:t>
            </a:r>
            <a:r>
              <a:rPr dirty="0" sz="1800" lang="en-US" err="1">
                <a:solidFill>
                  <a:schemeClr val="bg1"/>
                </a:solidFill>
                <a:latin typeface="Amasis MT Pro" panose="02040504050005020304" pitchFamily="18" charset="0"/>
              </a:rPr>
              <a:t>Kerastase</a:t>
            </a:r>
            <a:r>
              <a:rPr dirty="0" sz="1800" lang="en-US">
                <a:solidFill>
                  <a:schemeClr val="bg1"/>
                </a:solidFill>
                <a:latin typeface="Amasis MT Pro" panose="02040504050005020304" pitchFamily="18" charset="0"/>
              </a:rPr>
              <a:t>, </a:t>
            </a:r>
            <a:r>
              <a:rPr dirty="0" sz="1800" lang="en-US" err="1">
                <a:solidFill>
                  <a:schemeClr val="bg1"/>
                </a:solidFill>
                <a:latin typeface="Amasis MT Pro" panose="02040504050005020304" pitchFamily="18" charset="0"/>
              </a:rPr>
              <a:t>Vinchy</a:t>
            </a:r>
            <a:r>
              <a:rPr dirty="0" sz="1800" lang="en-US">
                <a:solidFill>
                  <a:schemeClr val="bg1"/>
                </a:solidFill>
                <a:latin typeface="Amasis MT Pro" panose="02040504050005020304" pitchFamily="18" charset="0"/>
              </a:rPr>
              <a:t> and </a:t>
            </a:r>
            <a:r>
              <a:rPr dirty="0" sz="1800" lang="en-US" err="1">
                <a:solidFill>
                  <a:schemeClr val="bg1"/>
                </a:solidFill>
                <a:latin typeface="Amasis MT Pro" panose="02040504050005020304" pitchFamily="18" charset="0"/>
              </a:rPr>
              <a:t>Redken</a:t>
            </a:r>
            <a:r>
              <a:rPr dirty="0" sz="1800" lang="en-US">
                <a:solidFill>
                  <a:schemeClr val="bg1"/>
                </a:solidFill>
                <a:latin typeface="Amasis MT Pro" panose="02040504050005020304" pitchFamily="18" charset="0"/>
              </a:rPr>
              <a:t>.</a:t>
            </a:r>
          </a:p>
        </p:txBody>
      </p:sp>
      <p:pic>
        <p:nvPicPr>
          <p:cNvPr id="2097154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495925" y="0"/>
            <a:ext cx="6696075" cy="6858000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object 2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/>
        </p:spPr>
      </p:pic>
      <p:sp>
        <p:nvSpPr>
          <p:cNvPr id="1048610" name="Title 1"/>
          <p:cNvSpPr>
            <a:spLocks noGrp="1"/>
          </p:cNvSpPr>
          <p:nvPr>
            <p:ph type="title"/>
          </p:nvPr>
        </p:nvSpPr>
        <p:spPr>
          <a:xfrm>
            <a:off x="6714719" y="268141"/>
            <a:ext cx="5477281" cy="1227067"/>
          </a:xfrm>
        </p:spPr>
        <p:txBody>
          <a:bodyPr>
            <a:normAutofit fontScale="90000"/>
          </a:bodyPr>
          <a:p>
            <a:r>
              <a:rPr dirty="0" lang="en-US"/>
              <a:t>Brand portfolio &amp; customer segments </a:t>
            </a:r>
          </a:p>
        </p:txBody>
      </p:sp>
      <p:sp>
        <p:nvSpPr>
          <p:cNvPr id="1048611" name="Text Placeholder 4"/>
          <p:cNvSpPr>
            <a:spLocks noGrp="1"/>
          </p:cNvSpPr>
          <p:nvPr>
            <p:ph type="body" idx="15"/>
          </p:nvPr>
        </p:nvSpPr>
        <p:spPr>
          <a:xfrm>
            <a:off x="7054849" y="1712256"/>
            <a:ext cx="4298950" cy="334668"/>
          </a:xfrm>
        </p:spPr>
        <p:txBody>
          <a:bodyPr>
            <a:noAutofit/>
          </a:bodyPr>
          <a:p>
            <a:r>
              <a:rPr b="1" dirty="0" sz="1800" lang="en-US">
                <a:latin typeface="Amasis MT Pro" panose="02040504050005020304" pitchFamily="18" charset="0"/>
              </a:rPr>
              <a:t>Consumer product</a:t>
            </a:r>
          </a:p>
        </p:txBody>
      </p:sp>
      <p:sp>
        <p:nvSpPr>
          <p:cNvPr id="1048612" name="Content Placeholder 2"/>
          <p:cNvSpPr>
            <a:spLocks noGrp="1"/>
          </p:cNvSpPr>
          <p:nvPr>
            <p:ph type="body" idx="1"/>
          </p:nvPr>
        </p:nvSpPr>
        <p:spPr>
          <a:xfrm>
            <a:off x="7305269" y="2082865"/>
            <a:ext cx="4820056" cy="862227"/>
          </a:xfrm>
        </p:spPr>
        <p:txBody>
          <a:bodyPr anchor="t" bIns="45720" lIns="91440" rIns="91440" rtlCol="0" tIns="45720" vert="horz">
            <a:normAutofit fontScale="93333" lnSpcReduction="10000"/>
          </a:bodyPr>
          <a:p>
            <a:pPr indent="-171450" marL="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 sz="1500" lang="en-US">
                <a:latin typeface="Amasis MT Pro" panose="02040504050005020304" pitchFamily="18" charset="0"/>
              </a:rPr>
              <a:t>52% of sales and offers </a:t>
            </a:r>
          </a:p>
          <a:p>
            <a:pPr indent="-171450" marL="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 sz="1500" lang="en-US">
                <a:latin typeface="Amasis MT Pro" panose="02040504050005020304" pitchFamily="18" charset="0"/>
              </a:rPr>
              <a:t> Distributed in mass retailing channel including hypermarkets, supermarkets, drug stores.</a:t>
            </a:r>
          </a:p>
          <a:p>
            <a:pPr indent="-171450" marL="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dirty="0" sz="1500" lang="en-US">
              <a:latin typeface="Amasis MT Pro" panose="02040504050005020304" pitchFamily="18" charset="0"/>
            </a:endParaRPr>
          </a:p>
          <a:p>
            <a:pPr indent="-171450" marL="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dirty="0" sz="1500" lang="en-US">
              <a:latin typeface="Amasis MT Pro" panose="02040504050005020304" pitchFamily="18" charset="0"/>
            </a:endParaRPr>
          </a:p>
        </p:txBody>
      </p:sp>
      <p:sp>
        <p:nvSpPr>
          <p:cNvPr id="1048613" name="Text Placeholder 6"/>
          <p:cNvSpPr>
            <a:spLocks noGrp="1"/>
          </p:cNvSpPr>
          <p:nvPr>
            <p:ph type="body" idx="17"/>
          </p:nvPr>
        </p:nvSpPr>
        <p:spPr>
          <a:xfrm>
            <a:off x="7000469" y="3082658"/>
            <a:ext cx="4298950" cy="334668"/>
          </a:xfrm>
        </p:spPr>
        <p:txBody>
          <a:bodyPr>
            <a:normAutofit lnSpcReduction="10000"/>
          </a:bodyPr>
          <a:p>
            <a:r>
              <a:rPr b="1" dirty="0" sz="1800" lang="en-US">
                <a:latin typeface="Amasis MT Pro" panose="02040504050005020304" pitchFamily="18" charset="0"/>
              </a:rPr>
              <a:t>L'Oréal Luxe</a:t>
            </a:r>
          </a:p>
        </p:txBody>
      </p:sp>
      <p:sp>
        <p:nvSpPr>
          <p:cNvPr id="1048614" name="Text Placeholder 5"/>
          <p:cNvSpPr>
            <a:spLocks noGrp="1"/>
          </p:cNvSpPr>
          <p:nvPr>
            <p:ph type="body" idx="16"/>
          </p:nvPr>
        </p:nvSpPr>
        <p:spPr>
          <a:xfrm>
            <a:off x="7305269" y="3411519"/>
            <a:ext cx="4820055" cy="839018"/>
          </a:xfrm>
        </p:spPr>
        <p:txBody>
          <a:bodyPr>
            <a:normAutofit fontScale="93750" lnSpcReduction="10000"/>
          </a:bodyPr>
          <a:p>
            <a:pPr indent="-171450" marL="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 sz="1600" lang="en-US">
                <a:latin typeface="Amasis MT Pro" panose="02040504050005020304" pitchFamily="18" charset="0"/>
              </a:rPr>
              <a:t>27% of sales and offers </a:t>
            </a:r>
          </a:p>
          <a:p>
            <a:pPr indent="-171450" marL="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 sz="1600" lang="en-US">
                <a:latin typeface="Amasis MT Pro" panose="02040504050005020304" pitchFamily="18" charset="0"/>
              </a:rPr>
              <a:t>Available at department stores, boutiques, travel retail stores and dedicated websites.</a:t>
            </a:r>
          </a:p>
        </p:txBody>
      </p:sp>
      <p:sp>
        <p:nvSpPr>
          <p:cNvPr id="1048615" name="Text Placeholder 8"/>
          <p:cNvSpPr>
            <a:spLocks noGrp="1"/>
          </p:cNvSpPr>
          <p:nvPr>
            <p:ph type="body" idx="19"/>
          </p:nvPr>
        </p:nvSpPr>
        <p:spPr>
          <a:xfrm>
            <a:off x="7054849" y="4394233"/>
            <a:ext cx="4298950" cy="334668"/>
          </a:xfrm>
        </p:spPr>
        <p:txBody>
          <a:bodyPr>
            <a:normAutofit lnSpcReduction="10000"/>
          </a:bodyPr>
          <a:p>
            <a:r>
              <a:rPr b="1" dirty="0" sz="1800" lang="en-US">
                <a:latin typeface="Amasis MT Pro" panose="02040504050005020304" pitchFamily="18" charset="0"/>
              </a:rPr>
              <a:t>Professional product</a:t>
            </a:r>
          </a:p>
        </p:txBody>
      </p:sp>
      <p:sp>
        <p:nvSpPr>
          <p:cNvPr id="1048616" name="Text Placeholder 7"/>
          <p:cNvSpPr>
            <a:spLocks noGrp="1"/>
          </p:cNvSpPr>
          <p:nvPr>
            <p:ph type="body" idx="18"/>
          </p:nvPr>
        </p:nvSpPr>
        <p:spPr>
          <a:xfrm>
            <a:off x="7457669" y="4759816"/>
            <a:ext cx="4298950" cy="725701"/>
          </a:xfrm>
        </p:spPr>
        <p:txBody>
          <a:bodyPr>
            <a:normAutofit/>
          </a:bodyPr>
          <a:p>
            <a:pPr indent="-171450" marL="171450">
              <a:buFont typeface="Arial" panose="020B0604020202020204" pitchFamily="34" charset="0"/>
              <a:buChar char="•"/>
            </a:pPr>
            <a:r>
              <a:rPr dirty="0" sz="1500" lang="en-US">
                <a:latin typeface="Amasis MT Pro" panose="02040504050005020304" pitchFamily="18" charset="0"/>
              </a:rPr>
              <a:t>14% sales and offers </a:t>
            </a:r>
          </a:p>
          <a:p>
            <a:pPr indent="-171450" marL="171450">
              <a:buFont typeface="Arial" panose="020B0604020202020204" pitchFamily="34" charset="0"/>
              <a:buChar char="•"/>
            </a:pPr>
            <a:r>
              <a:rPr dirty="0" sz="1500" lang="en-US">
                <a:latin typeface="Amasis MT Pro" panose="02040504050005020304" pitchFamily="18" charset="0"/>
              </a:rPr>
              <a:t>Available at haircare and skincare salons</a:t>
            </a:r>
          </a:p>
        </p:txBody>
      </p:sp>
      <p:sp>
        <p:nvSpPr>
          <p:cNvPr id="1048617" name="Text Placeholder 10"/>
          <p:cNvSpPr>
            <a:spLocks noGrp="1"/>
          </p:cNvSpPr>
          <p:nvPr>
            <p:ph type="body" idx="21"/>
          </p:nvPr>
        </p:nvSpPr>
        <p:spPr>
          <a:xfrm>
            <a:off x="7150862" y="5543010"/>
            <a:ext cx="4298950" cy="334668"/>
          </a:xfrm>
        </p:spPr>
        <p:txBody>
          <a:bodyPr>
            <a:normAutofit lnSpcReduction="10000"/>
          </a:bodyPr>
          <a:p>
            <a:r>
              <a:rPr b="1" dirty="0" sz="1800" lang="en-US">
                <a:latin typeface="Amasis MT Pro" panose="02040504050005020304" pitchFamily="18" charset="0"/>
              </a:rPr>
              <a:t>Active Cosmetics</a:t>
            </a:r>
          </a:p>
        </p:txBody>
      </p:sp>
      <p:sp>
        <p:nvSpPr>
          <p:cNvPr id="1048618" name="Text Placeholder 9"/>
          <p:cNvSpPr>
            <a:spLocks noGrp="1"/>
          </p:cNvSpPr>
          <p:nvPr>
            <p:ph type="body" idx="20"/>
          </p:nvPr>
        </p:nvSpPr>
        <p:spPr>
          <a:xfrm>
            <a:off x="7457669" y="5993499"/>
            <a:ext cx="4298950" cy="725702"/>
          </a:xfrm>
        </p:spPr>
        <p:txBody>
          <a:bodyPr>
            <a:normAutofit/>
          </a:bodyPr>
          <a:p>
            <a:pPr indent="-171450" marL="171450">
              <a:buFont typeface="Arial" panose="020B0604020202020204" pitchFamily="34" charset="0"/>
              <a:buChar char="•"/>
            </a:pPr>
            <a:r>
              <a:rPr dirty="0" sz="1500" lang="en-US">
                <a:latin typeface="Amasis MT Pro" panose="02040504050005020304" pitchFamily="18" charset="0"/>
              </a:rPr>
              <a:t>7% of sales and offers </a:t>
            </a:r>
          </a:p>
          <a:p>
            <a:pPr indent="-171450" marL="171450">
              <a:buFont typeface="Arial" panose="020B0604020202020204" pitchFamily="34" charset="0"/>
              <a:buChar char="•"/>
            </a:pPr>
            <a:r>
              <a:rPr dirty="0" sz="1500" lang="en-US">
                <a:latin typeface="Amasis MT Pro" panose="02040504050005020304" pitchFamily="18" charset="0"/>
              </a:rPr>
              <a:t>Available at Healthcare outlets</a:t>
            </a:r>
          </a:p>
        </p:txBody>
      </p:sp>
      <p:sp>
        <p:nvSpPr>
          <p:cNvPr id="1048619" name="Date Placeholder 17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620" name="Slide Number Placeholder 173"/>
          <p:cNvSpPr>
            <a:spLocks noGrp="1"/>
          </p:cNvSpPr>
          <p:nvPr>
            <p:ph type="sldNum" sz="quarter" idx="12"/>
          </p:nvPr>
        </p:nvSpPr>
        <p:spPr>
          <a:xfrm>
            <a:off x="10036628" y="6356350"/>
            <a:ext cx="1317171" cy="365125"/>
          </a:xfrm>
        </p:spPr>
        <p:txBody>
          <a:bodyPr/>
          <a:p>
            <a:fld id="{B5CEABB6-07DC-46E8-9B57-56EC44A396E5}" type="slidenum">
              <a:rPr lang="en-US" smtClean="0"/>
              <a:t>3</a:t>
            </a:fld>
            <a:endParaRPr dirty="0" lang="en-US"/>
          </a:p>
        </p:txBody>
      </p:sp>
      <p:pic>
        <p:nvPicPr>
          <p:cNvPr id="2097157" name="Picture 20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0" y="0"/>
            <a:ext cx="6276975" cy="3829050"/>
          </a:xfrm>
          <a:prstGeom prst="rect"/>
        </p:spPr>
      </p:pic>
      <p:pic>
        <p:nvPicPr>
          <p:cNvPr id="2097158" name="Picture 14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0" y="3524835"/>
            <a:ext cx="6276975" cy="3333165"/>
          </a:xfrm>
          <a:prstGeom prst="rect"/>
        </p:spPr>
      </p:pic>
      <p:grpSp>
        <p:nvGrpSpPr>
          <p:cNvPr id="40" name="object 24"/>
          <p:cNvGrpSpPr/>
          <p:nvPr/>
        </p:nvGrpSpPr>
        <p:grpSpPr>
          <a:xfrm>
            <a:off x="10765535" y="6530340"/>
            <a:ext cx="1259205" cy="227329"/>
            <a:chOff x="10765535" y="6530340"/>
            <a:chExt cx="1259205" cy="227329"/>
          </a:xfrm>
        </p:grpSpPr>
        <p:sp>
          <p:nvSpPr>
            <p:cNvPr id="1048621" name="object 25"/>
            <p:cNvSpPr/>
            <p:nvPr/>
          </p:nvSpPr>
          <p:spPr>
            <a:xfrm>
              <a:off x="11449812" y="6531864"/>
              <a:ext cx="574675" cy="210820"/>
            </a:xfrm>
            <a:custGeom>
              <a:avLst/>
              <a:ahLst/>
              <a:rect l="l" t="t" r="r" b="b"/>
              <a:pathLst>
                <a:path w="574675" h="210820">
                  <a:moveTo>
                    <a:pt x="131064" y="0"/>
                  </a:moveTo>
                  <a:lnTo>
                    <a:pt x="84201" y="0"/>
                  </a:lnTo>
                  <a:lnTo>
                    <a:pt x="62484" y="24384"/>
                  </a:lnTo>
                  <a:lnTo>
                    <a:pt x="131064" y="0"/>
                  </a:lnTo>
                  <a:close/>
                </a:path>
                <a:path w="574675" h="210820">
                  <a:moveTo>
                    <a:pt x="163068" y="28956"/>
                  </a:moveTo>
                  <a:lnTo>
                    <a:pt x="0" y="28956"/>
                  </a:lnTo>
                  <a:lnTo>
                    <a:pt x="0" y="48006"/>
                  </a:lnTo>
                  <a:lnTo>
                    <a:pt x="0" y="106426"/>
                  </a:lnTo>
                  <a:lnTo>
                    <a:pt x="0" y="126746"/>
                  </a:lnTo>
                  <a:lnTo>
                    <a:pt x="0" y="190246"/>
                  </a:lnTo>
                  <a:lnTo>
                    <a:pt x="0" y="210566"/>
                  </a:lnTo>
                  <a:lnTo>
                    <a:pt x="163068" y="210566"/>
                  </a:lnTo>
                  <a:lnTo>
                    <a:pt x="163068" y="190246"/>
                  </a:lnTo>
                  <a:lnTo>
                    <a:pt x="27813" y="190246"/>
                  </a:lnTo>
                  <a:lnTo>
                    <a:pt x="27813" y="126746"/>
                  </a:lnTo>
                  <a:lnTo>
                    <a:pt x="129540" y="126746"/>
                  </a:lnTo>
                  <a:lnTo>
                    <a:pt x="129540" y="106426"/>
                  </a:lnTo>
                  <a:lnTo>
                    <a:pt x="27813" y="106426"/>
                  </a:lnTo>
                  <a:lnTo>
                    <a:pt x="27813" y="48006"/>
                  </a:lnTo>
                  <a:lnTo>
                    <a:pt x="163068" y="48006"/>
                  </a:lnTo>
                  <a:lnTo>
                    <a:pt x="163068" y="28956"/>
                  </a:lnTo>
                  <a:close/>
                </a:path>
                <a:path w="574675" h="210820">
                  <a:moveTo>
                    <a:pt x="396240" y="210312"/>
                  </a:moveTo>
                  <a:lnTo>
                    <a:pt x="372414" y="163601"/>
                  </a:lnTo>
                  <a:lnTo>
                    <a:pt x="360654" y="140512"/>
                  </a:lnTo>
                  <a:lnTo>
                    <a:pt x="329692" y="79794"/>
                  </a:lnTo>
                  <a:lnTo>
                    <a:pt x="329692" y="140512"/>
                  </a:lnTo>
                  <a:lnTo>
                    <a:pt x="242189" y="140512"/>
                  </a:lnTo>
                  <a:lnTo>
                    <a:pt x="285496" y="54051"/>
                  </a:lnTo>
                  <a:lnTo>
                    <a:pt x="329692" y="140512"/>
                  </a:lnTo>
                  <a:lnTo>
                    <a:pt x="329692" y="79794"/>
                  </a:lnTo>
                  <a:lnTo>
                    <a:pt x="316572" y="54051"/>
                  </a:lnTo>
                  <a:lnTo>
                    <a:pt x="303784" y="28956"/>
                  </a:lnTo>
                  <a:lnTo>
                    <a:pt x="267843" y="28956"/>
                  </a:lnTo>
                  <a:lnTo>
                    <a:pt x="175260" y="210312"/>
                  </a:lnTo>
                  <a:lnTo>
                    <a:pt x="206502" y="210312"/>
                  </a:lnTo>
                  <a:lnTo>
                    <a:pt x="230378" y="163601"/>
                  </a:lnTo>
                  <a:lnTo>
                    <a:pt x="341503" y="163601"/>
                  </a:lnTo>
                  <a:lnTo>
                    <a:pt x="365379" y="210312"/>
                  </a:lnTo>
                  <a:lnTo>
                    <a:pt x="396240" y="210312"/>
                  </a:lnTo>
                  <a:close/>
                </a:path>
                <a:path w="574675" h="210820">
                  <a:moveTo>
                    <a:pt x="574548" y="190246"/>
                  </a:moveTo>
                  <a:lnTo>
                    <a:pt x="435102" y="190246"/>
                  </a:lnTo>
                  <a:lnTo>
                    <a:pt x="435102" y="28956"/>
                  </a:lnTo>
                  <a:lnTo>
                    <a:pt x="409956" y="28956"/>
                  </a:lnTo>
                  <a:lnTo>
                    <a:pt x="409956" y="190246"/>
                  </a:lnTo>
                  <a:lnTo>
                    <a:pt x="409956" y="210566"/>
                  </a:lnTo>
                  <a:lnTo>
                    <a:pt x="574548" y="210566"/>
                  </a:lnTo>
                  <a:lnTo>
                    <a:pt x="574548" y="1902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59" name="object 26"/>
            <p:cNvPicPr>
              <a:picLocks/>
            </p:cNvPicPr>
            <p:nvPr/>
          </p:nvPicPr>
          <p:blipFill>
            <a:blip xmlns:r="http://schemas.openxmlformats.org/officeDocument/2006/relationships" r:embed="rId4" cstate="print"/>
            <a:stretch>
              <a:fillRect/>
            </a:stretch>
          </p:blipFill>
          <p:spPr>
            <a:xfrm>
              <a:off x="11228831" y="6560820"/>
              <a:ext cx="188975" cy="181356"/>
            </a:xfrm>
            <a:prstGeom prst="rect"/>
          </p:spPr>
        </p:pic>
        <p:pic>
          <p:nvPicPr>
            <p:cNvPr id="2097160" name="object 27"/>
            <p:cNvPicPr>
              <a:picLocks/>
            </p:cNvPicPr>
            <p:nvPr/>
          </p:nvPicPr>
          <p:blipFill>
            <a:blip xmlns:r="http://schemas.openxmlformats.org/officeDocument/2006/relationships" r:embed="rId5" cstate="print"/>
            <a:stretch>
              <a:fillRect/>
            </a:stretch>
          </p:blipFill>
          <p:spPr>
            <a:xfrm>
              <a:off x="10765535" y="6530340"/>
              <a:ext cx="431292" cy="227076"/>
            </a:xfrm>
            <a:prstGeom prst="rect"/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object 2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1367" y="0"/>
            <a:ext cx="12192000" cy="6857998"/>
          </a:xfrm>
          <a:prstGeom prst="rect"/>
        </p:spPr>
      </p:pic>
      <p:grpSp>
        <p:nvGrpSpPr>
          <p:cNvPr id="43" name="object 3"/>
          <p:cNvGrpSpPr/>
          <p:nvPr/>
        </p:nvGrpSpPr>
        <p:grpSpPr>
          <a:xfrm>
            <a:off x="5771388" y="1016508"/>
            <a:ext cx="5857240" cy="4884420"/>
            <a:chOff x="5771388" y="1016508"/>
            <a:chExt cx="5857240" cy="4884420"/>
          </a:xfrm>
        </p:grpSpPr>
        <p:sp>
          <p:nvSpPr>
            <p:cNvPr id="1048625" name="object 4"/>
            <p:cNvSpPr/>
            <p:nvPr/>
          </p:nvSpPr>
          <p:spPr>
            <a:xfrm>
              <a:off x="11625072" y="1019556"/>
              <a:ext cx="0" cy="4878705"/>
            </a:xfrm>
            <a:custGeom>
              <a:avLst/>
              <a:ahLst/>
              <a:rect l="l" t="t" r="r" b="b"/>
              <a:pathLst>
                <a:path h="4878705">
                  <a:moveTo>
                    <a:pt x="0" y="0"/>
                  </a:moveTo>
                  <a:lnTo>
                    <a:pt x="0" y="4878476"/>
                  </a:lnTo>
                </a:path>
              </a:pathLst>
            </a:custGeom>
            <a:ln w="6096">
              <a:solidFill>
                <a:srgbClr val="E24021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6" name="object 5"/>
            <p:cNvSpPr/>
            <p:nvPr/>
          </p:nvSpPr>
          <p:spPr>
            <a:xfrm>
              <a:off x="5774436" y="1019556"/>
              <a:ext cx="5851525" cy="0"/>
            </a:xfrm>
            <a:custGeom>
              <a:avLst/>
              <a:ahLst/>
              <a:rect l="l" t="t" r="r" b="b"/>
              <a:pathLst>
                <a:path w="5851525">
                  <a:moveTo>
                    <a:pt x="5851017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E24021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7" name="object 6"/>
            <p:cNvSpPr/>
            <p:nvPr/>
          </p:nvSpPr>
          <p:spPr>
            <a:xfrm>
              <a:off x="5774436" y="1019556"/>
              <a:ext cx="0" cy="777240"/>
            </a:xfrm>
            <a:custGeom>
              <a:avLst/>
              <a:ahLst/>
              <a:rect l="l" t="t" r="r" b="b"/>
              <a:pathLst>
                <a:path h="777239">
                  <a:moveTo>
                    <a:pt x="0" y="0"/>
                  </a:moveTo>
                  <a:lnTo>
                    <a:pt x="0" y="777113"/>
                  </a:lnTo>
                </a:path>
              </a:pathLst>
            </a:custGeom>
            <a:ln w="6096">
              <a:solidFill>
                <a:srgbClr val="E24021"/>
              </a:solidFill>
            </a:ln>
          </p:spPr>
          <p:txBody>
            <a:bodyPr bIns="0" lIns="0" rIns="0" rtlCol="0" tIns="0" wrap="square"/>
            <a:p/>
          </p:txBody>
        </p:sp>
        <p:pic>
          <p:nvPicPr>
            <p:cNvPr id="2097162" name="object 7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5774436" y="5894831"/>
              <a:ext cx="5851017" cy="6096"/>
            </a:xfrm>
            <a:prstGeom prst="rect"/>
          </p:spPr>
        </p:pic>
      </p:grpSp>
      <p:sp>
        <p:nvSpPr>
          <p:cNvPr id="1048628" name="object 8"/>
          <p:cNvSpPr txBox="1"/>
          <p:nvPr/>
        </p:nvSpPr>
        <p:spPr>
          <a:xfrm>
            <a:off x="5175970" y="2198307"/>
            <a:ext cx="6052861" cy="2514601"/>
          </a:xfrm>
          <a:prstGeom prst="rect"/>
        </p:spPr>
        <p:txBody>
          <a:bodyPr bIns="0" lIns="0" rIns="0" rtlCol="0" tIns="12700" vert="horz" wrap="square">
            <a:spAutoFit/>
          </a:bodyPr>
          <a:p>
            <a:pPr indent="-285750" marL="2984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Precise target Marketing </a:t>
            </a:r>
          </a:p>
          <a:p>
            <a:pPr indent="-285750" marL="2984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Targeting right audience with right product</a:t>
            </a:r>
          </a:p>
          <a:p>
            <a:pPr indent="-285750" marL="2984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Minimal overlapping of each market segments</a:t>
            </a:r>
          </a:p>
          <a:p>
            <a:pPr indent="-285750" marL="2984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Expanding the empire by buying local beauty companies</a:t>
            </a:r>
          </a:p>
          <a:p>
            <a:pPr indent="-285750" marL="2984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Revamp bought out company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 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w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i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t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h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 strategic direction</a:t>
            </a:r>
            <a:endParaRPr altLang="en-US" lang="zh-CN"/>
          </a:p>
          <a:p>
            <a:pPr indent="-285750" marL="29845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Entering new market areas</a:t>
            </a:r>
          </a:p>
        </p:txBody>
      </p:sp>
      <p:grpSp>
        <p:nvGrpSpPr>
          <p:cNvPr id="44" name="object 9"/>
          <p:cNvGrpSpPr/>
          <p:nvPr/>
        </p:nvGrpSpPr>
        <p:grpSpPr>
          <a:xfrm>
            <a:off x="10765535" y="6530340"/>
            <a:ext cx="1259205" cy="227329"/>
            <a:chOff x="10765535" y="6530340"/>
            <a:chExt cx="1259205" cy="227329"/>
          </a:xfrm>
        </p:grpSpPr>
        <p:sp>
          <p:nvSpPr>
            <p:cNvPr id="1048629" name="object 10"/>
            <p:cNvSpPr/>
            <p:nvPr/>
          </p:nvSpPr>
          <p:spPr>
            <a:xfrm>
              <a:off x="11449812" y="6531864"/>
              <a:ext cx="574675" cy="210820"/>
            </a:xfrm>
            <a:custGeom>
              <a:avLst/>
              <a:ahLst/>
              <a:rect l="l" t="t" r="r" b="b"/>
              <a:pathLst>
                <a:path w="574675" h="210820">
                  <a:moveTo>
                    <a:pt x="131064" y="0"/>
                  </a:moveTo>
                  <a:lnTo>
                    <a:pt x="84201" y="0"/>
                  </a:lnTo>
                  <a:lnTo>
                    <a:pt x="62484" y="24384"/>
                  </a:lnTo>
                  <a:lnTo>
                    <a:pt x="131064" y="0"/>
                  </a:lnTo>
                  <a:close/>
                </a:path>
                <a:path w="574675" h="210820">
                  <a:moveTo>
                    <a:pt x="163068" y="28956"/>
                  </a:moveTo>
                  <a:lnTo>
                    <a:pt x="0" y="28956"/>
                  </a:lnTo>
                  <a:lnTo>
                    <a:pt x="0" y="48006"/>
                  </a:lnTo>
                  <a:lnTo>
                    <a:pt x="0" y="106426"/>
                  </a:lnTo>
                  <a:lnTo>
                    <a:pt x="0" y="126746"/>
                  </a:lnTo>
                  <a:lnTo>
                    <a:pt x="0" y="190246"/>
                  </a:lnTo>
                  <a:lnTo>
                    <a:pt x="0" y="210566"/>
                  </a:lnTo>
                  <a:lnTo>
                    <a:pt x="163068" y="210566"/>
                  </a:lnTo>
                  <a:lnTo>
                    <a:pt x="163068" y="190246"/>
                  </a:lnTo>
                  <a:lnTo>
                    <a:pt x="27813" y="190246"/>
                  </a:lnTo>
                  <a:lnTo>
                    <a:pt x="27813" y="126746"/>
                  </a:lnTo>
                  <a:lnTo>
                    <a:pt x="129540" y="126746"/>
                  </a:lnTo>
                  <a:lnTo>
                    <a:pt x="129540" y="106426"/>
                  </a:lnTo>
                  <a:lnTo>
                    <a:pt x="27813" y="106426"/>
                  </a:lnTo>
                  <a:lnTo>
                    <a:pt x="27813" y="48006"/>
                  </a:lnTo>
                  <a:lnTo>
                    <a:pt x="163068" y="48006"/>
                  </a:lnTo>
                  <a:lnTo>
                    <a:pt x="163068" y="28956"/>
                  </a:lnTo>
                  <a:close/>
                </a:path>
                <a:path w="574675" h="210820">
                  <a:moveTo>
                    <a:pt x="396240" y="210312"/>
                  </a:moveTo>
                  <a:lnTo>
                    <a:pt x="372414" y="163601"/>
                  </a:lnTo>
                  <a:lnTo>
                    <a:pt x="360654" y="140512"/>
                  </a:lnTo>
                  <a:lnTo>
                    <a:pt x="329692" y="79794"/>
                  </a:lnTo>
                  <a:lnTo>
                    <a:pt x="329692" y="140512"/>
                  </a:lnTo>
                  <a:lnTo>
                    <a:pt x="242189" y="140512"/>
                  </a:lnTo>
                  <a:lnTo>
                    <a:pt x="285496" y="54051"/>
                  </a:lnTo>
                  <a:lnTo>
                    <a:pt x="329692" y="140512"/>
                  </a:lnTo>
                  <a:lnTo>
                    <a:pt x="329692" y="79794"/>
                  </a:lnTo>
                  <a:lnTo>
                    <a:pt x="316572" y="54051"/>
                  </a:lnTo>
                  <a:lnTo>
                    <a:pt x="303784" y="28956"/>
                  </a:lnTo>
                  <a:lnTo>
                    <a:pt x="267843" y="28956"/>
                  </a:lnTo>
                  <a:lnTo>
                    <a:pt x="175260" y="210312"/>
                  </a:lnTo>
                  <a:lnTo>
                    <a:pt x="206502" y="210312"/>
                  </a:lnTo>
                  <a:lnTo>
                    <a:pt x="230378" y="163601"/>
                  </a:lnTo>
                  <a:lnTo>
                    <a:pt x="341503" y="163601"/>
                  </a:lnTo>
                  <a:lnTo>
                    <a:pt x="365379" y="210312"/>
                  </a:lnTo>
                  <a:lnTo>
                    <a:pt x="396240" y="210312"/>
                  </a:lnTo>
                  <a:close/>
                </a:path>
                <a:path w="574675" h="210820">
                  <a:moveTo>
                    <a:pt x="574548" y="190246"/>
                  </a:moveTo>
                  <a:lnTo>
                    <a:pt x="435102" y="190246"/>
                  </a:lnTo>
                  <a:lnTo>
                    <a:pt x="435102" y="28956"/>
                  </a:lnTo>
                  <a:lnTo>
                    <a:pt x="409956" y="28956"/>
                  </a:lnTo>
                  <a:lnTo>
                    <a:pt x="409956" y="190246"/>
                  </a:lnTo>
                  <a:lnTo>
                    <a:pt x="409956" y="210566"/>
                  </a:lnTo>
                  <a:lnTo>
                    <a:pt x="574548" y="210566"/>
                  </a:lnTo>
                  <a:lnTo>
                    <a:pt x="574548" y="1902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63" name="object 11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11228831" y="6560820"/>
              <a:ext cx="188975" cy="181356"/>
            </a:xfrm>
            <a:prstGeom prst="rect"/>
          </p:spPr>
        </p:pic>
        <p:pic>
          <p:nvPicPr>
            <p:cNvPr id="2097164" name="object 12"/>
            <p:cNvPicPr>
              <a:picLocks/>
            </p:cNvPicPr>
            <p:nvPr/>
          </p:nvPicPr>
          <p:blipFill>
            <a:blip xmlns:r="http://schemas.openxmlformats.org/officeDocument/2006/relationships" r:embed="rId4" cstate="print"/>
            <a:stretch>
              <a:fillRect/>
            </a:stretch>
          </p:blipFill>
          <p:spPr>
            <a:xfrm>
              <a:off x="10765535" y="6530340"/>
              <a:ext cx="431292" cy="227076"/>
            </a:xfrm>
            <a:prstGeom prst="rect"/>
          </p:spPr>
        </p:pic>
      </p:grpSp>
      <p:sp>
        <p:nvSpPr>
          <p:cNvPr id="1048630" name="Title 1"/>
          <p:cNvSpPr txBox="1"/>
          <p:nvPr/>
        </p:nvSpPr>
        <p:spPr>
          <a:xfrm>
            <a:off x="5940525" y="1183262"/>
            <a:ext cx="5477281" cy="843659"/>
          </a:xfrm>
          <a:prstGeom prst="rect"/>
        </p:spPr>
        <p:txBody>
          <a:bodyPr>
            <a:norm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dirty="0" sz="4000" lang="en-US">
                <a:solidFill>
                  <a:schemeClr val="bg1"/>
                </a:solidFill>
              </a:rPr>
              <a:t>Key strategy of L'Oréal  </a:t>
            </a:r>
          </a:p>
        </p:txBody>
      </p:sp>
      <p:sp>
        <p:nvSpPr>
          <p:cNvPr id="1048631" name="object 8"/>
          <p:cNvSpPr txBox="1"/>
          <p:nvPr/>
        </p:nvSpPr>
        <p:spPr>
          <a:xfrm>
            <a:off x="5270457" y="5348923"/>
            <a:ext cx="6052861" cy="12319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L'Oréal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 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b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o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u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g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h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t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 </a:t>
            </a:r>
            <a:r>
              <a:rPr dirty="0" lang="en-US" err="1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Soft</a:t>
            </a:r>
            <a:r>
              <a:rPr dirty="0" lang="en-US" err="1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 </a:t>
            </a:r>
            <a:r>
              <a:rPr dirty="0" lang="en-US" err="1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S</a:t>
            </a:r>
            <a:r>
              <a:rPr dirty="0" lang="en-US" err="1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heen</a:t>
            </a:r>
            <a:r>
              <a:rPr dirty="0" lang="en-US" err="1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 </a:t>
            </a:r>
            <a:r>
              <a:rPr dirty="0" lang="en-US" err="1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i</a:t>
            </a:r>
            <a:r>
              <a:rPr dirty="0" lang="en-US" err="1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n</a:t>
            </a:r>
            <a:r>
              <a:rPr dirty="0" lang="en-US" err="1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 </a:t>
            </a:r>
            <a:r>
              <a:rPr dirty="0" lang="en-US" err="1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1</a:t>
            </a:r>
            <a:r>
              <a:rPr dirty="0" lang="en-US" err="1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9</a:t>
            </a:r>
            <a:r>
              <a:rPr dirty="0" lang="en-US" err="1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9</a:t>
            </a:r>
            <a:r>
              <a:rPr dirty="0" lang="en-US" err="1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8</a:t>
            </a:r>
            <a:r>
              <a:rPr dirty="0" lang="en-US" err="1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,</a:t>
            </a:r>
            <a:r>
              <a:rPr dirty="0" lang="en-US" err="1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 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Carson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 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p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r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o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d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u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c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t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s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 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i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n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 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2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0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0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0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 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and merged 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t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h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e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m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,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 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S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o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f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t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S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h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e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e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n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-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C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a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r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s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o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n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 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i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s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 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now the market leader in ethnic hair-care industry</a:t>
            </a:r>
            <a:r>
              <a:rPr dirty="0" lang="en-US">
                <a:solidFill>
                  <a:schemeClr val="bg1"/>
                </a:solidFill>
                <a:latin typeface="Amasis MT Pro" panose="02040504050005020304" pitchFamily="18" charset="0"/>
                <a:cs typeface="Arial"/>
              </a:rPr>
              <a:t>.</a:t>
            </a:r>
            <a:endParaRPr altLang="en-US"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xfrm>
            <a:off x="6714719" y="268141"/>
            <a:ext cx="5477281" cy="1227067"/>
          </a:xfrm>
        </p:spPr>
        <p:txBody>
          <a:bodyPr>
            <a:normAutofit fontScale="90000"/>
          </a:bodyPr>
          <a:p>
            <a:r>
              <a:rPr dirty="0" lang="en-US"/>
              <a:t>Keys to successful local product launches </a:t>
            </a:r>
          </a:p>
        </p:txBody>
      </p:sp>
      <p:sp>
        <p:nvSpPr>
          <p:cNvPr id="1048633" name="Date Placeholder 17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634" name="Slide Number Placeholder 173"/>
          <p:cNvSpPr>
            <a:spLocks noGrp="1"/>
          </p:cNvSpPr>
          <p:nvPr>
            <p:ph type="sldNum" sz="quarter" idx="12"/>
          </p:nvPr>
        </p:nvSpPr>
        <p:spPr>
          <a:xfrm>
            <a:off x="10036628" y="6356350"/>
            <a:ext cx="1317171" cy="365125"/>
          </a:xfrm>
        </p:spPr>
        <p:txBody>
          <a:bodyPr/>
          <a:p>
            <a:fld id="{B5CEABB6-07DC-46E8-9B57-56EC44A396E5}" type="slidenum">
              <a:rPr lang="en-US" smtClean="0"/>
              <a:t>5</a:t>
            </a:fld>
            <a:endParaRPr dirty="0" lang="en-US"/>
          </a:p>
        </p:txBody>
      </p:sp>
      <p:sp>
        <p:nvSpPr>
          <p:cNvPr id="1048635" name="Text Placeholder 36"/>
          <p:cNvSpPr>
            <a:spLocks noGrp="1"/>
          </p:cNvSpPr>
          <p:nvPr>
            <p:ph type="body" idx="18"/>
          </p:nvPr>
        </p:nvSpPr>
        <p:spPr>
          <a:xfrm>
            <a:off x="6826250" y="1598384"/>
            <a:ext cx="4729646" cy="4757966"/>
          </a:xfrm>
        </p:spPr>
        <p:txBody>
          <a:bodyPr>
            <a:normAutofit/>
          </a:bodyPr>
          <a:p>
            <a:pPr indent="-171450" marL="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1800" lang="en-US">
                <a:latin typeface="Amasis MT Pro" panose="02040504050005020304" pitchFamily="18" charset="0"/>
              </a:rPr>
              <a:t>Enriching  collection year after year to embrace new segments and geographies</a:t>
            </a:r>
          </a:p>
          <a:p>
            <a:pPr indent="-171450" marL="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1800" lang="en-US">
                <a:latin typeface="Amasis MT Pro" panose="02040504050005020304" pitchFamily="18" charset="0"/>
              </a:rPr>
              <a:t>Respond to new customer demands</a:t>
            </a:r>
          </a:p>
          <a:p>
            <a:pPr indent="-171450" marL="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1800" lang="en-US">
                <a:solidFill>
                  <a:srgbClr val="001847"/>
                </a:solidFill>
                <a:latin typeface="Amasis MT Pro" panose="02040504050005020304" pitchFamily="18" charset="0"/>
              </a:rPr>
              <a:t>D</a:t>
            </a:r>
            <a:r>
              <a:rPr b="0" dirty="0" sz="1800" i="0" lang="en-US">
                <a:solidFill>
                  <a:srgbClr val="001847"/>
                </a:solidFill>
                <a:effectLst/>
                <a:latin typeface="Amasis MT Pro" panose="02040504050005020304" pitchFamily="18" charset="0"/>
              </a:rPr>
              <a:t>oes not stop at simply expanding its own brand globally, it has made an emphasis to launch specific products at the local and regional levels</a:t>
            </a:r>
          </a:p>
          <a:p>
            <a:pPr indent="-171450" marL="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b="0" dirty="0" sz="1800" i="0" lang="en-US">
                <a:solidFill>
                  <a:srgbClr val="001847"/>
                </a:solidFill>
                <a:effectLst/>
                <a:latin typeface="Amasis MT Pro" panose="02040504050005020304" pitchFamily="18" charset="0"/>
              </a:rPr>
              <a:t>Local and regional palates must be considered in every marketing decision made</a:t>
            </a:r>
            <a:endParaRPr dirty="0" sz="1800" lang="en-US">
              <a:solidFill>
                <a:srgbClr val="001847"/>
              </a:solidFill>
              <a:latin typeface="Amasis MT Pro" panose="02040504050005020304" pitchFamily="18" charset="0"/>
            </a:endParaRPr>
          </a:p>
          <a:p>
            <a:pPr indent="-171450" marL="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dirty="0" sz="1800" lang="en-IN">
              <a:latin typeface="Amasis MT Pro" panose="02040504050005020304" pitchFamily="18" charset="0"/>
            </a:endParaRPr>
          </a:p>
        </p:txBody>
      </p:sp>
      <p:sp>
        <p:nvSpPr>
          <p:cNvPr id="1048636" name="AutoShape 4" descr="Representative of Japan L'Oreal, the world's largest cosmetics company,  holds the first online lecture for young people who will lead the next  generation – Japan NEWS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/>
          <a:noFill/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endParaRPr lang="en-IN"/>
          </a:p>
        </p:txBody>
      </p:sp>
      <p:pic>
        <p:nvPicPr>
          <p:cNvPr id="2097165" name="Picture 48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-13447"/>
            <a:ext cx="6400800" cy="6871447"/>
          </a:xfrm>
          <a:prstGeom prst="rect"/>
        </p:spPr>
      </p:pic>
      <p:grpSp>
        <p:nvGrpSpPr>
          <p:cNvPr id="46" name="object 24"/>
          <p:cNvGrpSpPr/>
          <p:nvPr/>
        </p:nvGrpSpPr>
        <p:grpSpPr>
          <a:xfrm>
            <a:off x="10765535" y="6530340"/>
            <a:ext cx="1259205" cy="227329"/>
            <a:chOff x="10765535" y="6530340"/>
            <a:chExt cx="1259205" cy="227329"/>
          </a:xfrm>
        </p:grpSpPr>
        <p:sp>
          <p:nvSpPr>
            <p:cNvPr id="1048637" name="object 25"/>
            <p:cNvSpPr/>
            <p:nvPr/>
          </p:nvSpPr>
          <p:spPr>
            <a:xfrm>
              <a:off x="11449812" y="6531864"/>
              <a:ext cx="574675" cy="210820"/>
            </a:xfrm>
            <a:custGeom>
              <a:avLst/>
              <a:ahLst/>
              <a:rect l="l" t="t" r="r" b="b"/>
              <a:pathLst>
                <a:path w="574675" h="210820">
                  <a:moveTo>
                    <a:pt x="131064" y="0"/>
                  </a:moveTo>
                  <a:lnTo>
                    <a:pt x="84201" y="0"/>
                  </a:lnTo>
                  <a:lnTo>
                    <a:pt x="62484" y="24384"/>
                  </a:lnTo>
                  <a:lnTo>
                    <a:pt x="131064" y="0"/>
                  </a:lnTo>
                  <a:close/>
                </a:path>
                <a:path w="574675" h="210820">
                  <a:moveTo>
                    <a:pt x="163068" y="28956"/>
                  </a:moveTo>
                  <a:lnTo>
                    <a:pt x="0" y="28956"/>
                  </a:lnTo>
                  <a:lnTo>
                    <a:pt x="0" y="48006"/>
                  </a:lnTo>
                  <a:lnTo>
                    <a:pt x="0" y="106426"/>
                  </a:lnTo>
                  <a:lnTo>
                    <a:pt x="0" y="126746"/>
                  </a:lnTo>
                  <a:lnTo>
                    <a:pt x="0" y="190246"/>
                  </a:lnTo>
                  <a:lnTo>
                    <a:pt x="0" y="210566"/>
                  </a:lnTo>
                  <a:lnTo>
                    <a:pt x="163068" y="210566"/>
                  </a:lnTo>
                  <a:lnTo>
                    <a:pt x="163068" y="190246"/>
                  </a:lnTo>
                  <a:lnTo>
                    <a:pt x="27813" y="190246"/>
                  </a:lnTo>
                  <a:lnTo>
                    <a:pt x="27813" y="126746"/>
                  </a:lnTo>
                  <a:lnTo>
                    <a:pt x="129540" y="126746"/>
                  </a:lnTo>
                  <a:lnTo>
                    <a:pt x="129540" y="106426"/>
                  </a:lnTo>
                  <a:lnTo>
                    <a:pt x="27813" y="106426"/>
                  </a:lnTo>
                  <a:lnTo>
                    <a:pt x="27813" y="48006"/>
                  </a:lnTo>
                  <a:lnTo>
                    <a:pt x="163068" y="48006"/>
                  </a:lnTo>
                  <a:lnTo>
                    <a:pt x="163068" y="28956"/>
                  </a:lnTo>
                  <a:close/>
                </a:path>
                <a:path w="574675" h="210820">
                  <a:moveTo>
                    <a:pt x="396240" y="210312"/>
                  </a:moveTo>
                  <a:lnTo>
                    <a:pt x="372414" y="163601"/>
                  </a:lnTo>
                  <a:lnTo>
                    <a:pt x="360654" y="140512"/>
                  </a:lnTo>
                  <a:lnTo>
                    <a:pt x="329692" y="79794"/>
                  </a:lnTo>
                  <a:lnTo>
                    <a:pt x="329692" y="140512"/>
                  </a:lnTo>
                  <a:lnTo>
                    <a:pt x="242189" y="140512"/>
                  </a:lnTo>
                  <a:lnTo>
                    <a:pt x="285496" y="54051"/>
                  </a:lnTo>
                  <a:lnTo>
                    <a:pt x="329692" y="140512"/>
                  </a:lnTo>
                  <a:lnTo>
                    <a:pt x="329692" y="79794"/>
                  </a:lnTo>
                  <a:lnTo>
                    <a:pt x="316572" y="54051"/>
                  </a:lnTo>
                  <a:lnTo>
                    <a:pt x="303784" y="28956"/>
                  </a:lnTo>
                  <a:lnTo>
                    <a:pt x="267843" y="28956"/>
                  </a:lnTo>
                  <a:lnTo>
                    <a:pt x="175260" y="210312"/>
                  </a:lnTo>
                  <a:lnTo>
                    <a:pt x="206502" y="210312"/>
                  </a:lnTo>
                  <a:lnTo>
                    <a:pt x="230378" y="163601"/>
                  </a:lnTo>
                  <a:lnTo>
                    <a:pt x="341503" y="163601"/>
                  </a:lnTo>
                  <a:lnTo>
                    <a:pt x="365379" y="210312"/>
                  </a:lnTo>
                  <a:lnTo>
                    <a:pt x="396240" y="210312"/>
                  </a:lnTo>
                  <a:close/>
                </a:path>
                <a:path w="574675" h="210820">
                  <a:moveTo>
                    <a:pt x="574548" y="190246"/>
                  </a:moveTo>
                  <a:lnTo>
                    <a:pt x="435102" y="190246"/>
                  </a:lnTo>
                  <a:lnTo>
                    <a:pt x="435102" y="28956"/>
                  </a:lnTo>
                  <a:lnTo>
                    <a:pt x="409956" y="28956"/>
                  </a:lnTo>
                  <a:lnTo>
                    <a:pt x="409956" y="190246"/>
                  </a:lnTo>
                  <a:lnTo>
                    <a:pt x="409956" y="210566"/>
                  </a:lnTo>
                  <a:lnTo>
                    <a:pt x="574548" y="210566"/>
                  </a:lnTo>
                  <a:lnTo>
                    <a:pt x="574548" y="1902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66" name="object 26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11228831" y="6560820"/>
              <a:ext cx="188975" cy="181356"/>
            </a:xfrm>
            <a:prstGeom prst="rect"/>
          </p:spPr>
        </p:pic>
        <p:pic>
          <p:nvPicPr>
            <p:cNvPr id="2097167" name="object 27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10765535" y="6530340"/>
              <a:ext cx="431292" cy="227076"/>
            </a:xfrm>
            <a:prstGeom prst="rect"/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object 2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095" y="0"/>
            <a:ext cx="12185904" cy="6857999"/>
          </a:xfrm>
          <a:prstGeom prst="rect"/>
        </p:spPr>
      </p:pic>
      <p:sp>
        <p:nvSpPr>
          <p:cNvPr id="1048654" name="Slide Number Placeholder 62"/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p>
            <a:fld id="{19B51A1E-902D-48AF-9020-955120F399B6}" type="slidenum">
              <a:rPr lang="en-ZA" smtClean="0"/>
              <a:t>6</a:t>
            </a:fld>
            <a:endParaRPr dirty="0" lang="en-ZA"/>
          </a:p>
        </p:txBody>
      </p:sp>
      <p:grpSp>
        <p:nvGrpSpPr>
          <p:cNvPr id="49" name="Group 43"/>
          <p:cNvGrpSpPr/>
          <p:nvPr/>
        </p:nvGrpSpPr>
        <p:grpSpPr>
          <a:xfrm>
            <a:off x="3870529" y="1943277"/>
            <a:ext cx="1970299" cy="1970297"/>
            <a:chOff x="1905000" y="2108996"/>
            <a:chExt cx="1716088" cy="1716088"/>
          </a:xfrm>
        </p:grpSpPr>
        <p:sp>
          <p:nvSpPr>
            <p:cNvPr id="1048655" name="Teardrop 44"/>
            <p:cNvSpPr/>
            <p:nvPr/>
          </p:nvSpPr>
          <p:spPr>
            <a:xfrm rot="5400000">
              <a:off x="1905000" y="2108996"/>
              <a:ext cx="1716088" cy="1716088"/>
            </a:xfrm>
            <a:prstGeom prst="teardrop"/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lang="en-US"/>
            </a:p>
          </p:txBody>
        </p:sp>
        <p:sp>
          <p:nvSpPr>
            <p:cNvPr id="1048656" name="Teardrop 45"/>
            <p:cNvSpPr/>
            <p:nvPr/>
          </p:nvSpPr>
          <p:spPr>
            <a:xfrm rot="5400000">
              <a:off x="2078038" y="2282033"/>
              <a:ext cx="1543050" cy="1543050"/>
            </a:xfrm>
            <a:prstGeom prst="teardrop"/>
            <a:solidFill>
              <a:srgbClr val="CA86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/>
            </a:p>
          </p:txBody>
        </p:sp>
      </p:grpSp>
      <p:grpSp>
        <p:nvGrpSpPr>
          <p:cNvPr id="50" name="Group 46"/>
          <p:cNvGrpSpPr/>
          <p:nvPr/>
        </p:nvGrpSpPr>
        <p:grpSpPr>
          <a:xfrm flipH="1">
            <a:off x="6351174" y="1943278"/>
            <a:ext cx="1970299" cy="1970297"/>
            <a:chOff x="1905000" y="2108996"/>
            <a:chExt cx="1716088" cy="1716088"/>
          </a:xfrm>
        </p:grpSpPr>
        <p:sp>
          <p:nvSpPr>
            <p:cNvPr id="1048657" name="Teardrop 47"/>
            <p:cNvSpPr/>
            <p:nvPr/>
          </p:nvSpPr>
          <p:spPr>
            <a:xfrm rot="5400000">
              <a:off x="1905000" y="2108996"/>
              <a:ext cx="1716088" cy="1716088"/>
            </a:xfrm>
            <a:prstGeom prst="teardrop"/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lang="en-US"/>
            </a:p>
          </p:txBody>
        </p:sp>
        <p:sp>
          <p:nvSpPr>
            <p:cNvPr id="1048658" name="Teardrop 48"/>
            <p:cNvSpPr/>
            <p:nvPr/>
          </p:nvSpPr>
          <p:spPr>
            <a:xfrm rot="5400000">
              <a:off x="2078038" y="2282033"/>
              <a:ext cx="1543050" cy="1543050"/>
            </a:xfrm>
            <a:prstGeom prst="teardrop"/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lang="en-US"/>
            </a:p>
          </p:txBody>
        </p:sp>
      </p:grpSp>
      <p:grpSp>
        <p:nvGrpSpPr>
          <p:cNvPr id="51" name="Group 49"/>
          <p:cNvGrpSpPr/>
          <p:nvPr/>
        </p:nvGrpSpPr>
        <p:grpSpPr>
          <a:xfrm flipV="1">
            <a:off x="3870528" y="4294982"/>
            <a:ext cx="1970299" cy="1970297"/>
            <a:chOff x="1905000" y="2108996"/>
            <a:chExt cx="1716088" cy="1716088"/>
          </a:xfrm>
        </p:grpSpPr>
        <p:sp>
          <p:nvSpPr>
            <p:cNvPr id="1048659" name="Teardrop 50"/>
            <p:cNvSpPr/>
            <p:nvPr/>
          </p:nvSpPr>
          <p:spPr>
            <a:xfrm rot="5400000">
              <a:off x="1905000" y="2108996"/>
              <a:ext cx="1716088" cy="1716088"/>
            </a:xfrm>
            <a:prstGeom prst="teardrop"/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lang="en-US"/>
            </a:p>
          </p:txBody>
        </p:sp>
        <p:sp>
          <p:nvSpPr>
            <p:cNvPr id="1048660" name="Teardrop 51"/>
            <p:cNvSpPr/>
            <p:nvPr/>
          </p:nvSpPr>
          <p:spPr>
            <a:xfrm rot="5400000">
              <a:off x="2078038" y="2282033"/>
              <a:ext cx="1543050" cy="1543050"/>
            </a:xfrm>
            <a:prstGeom prst="teardrop"/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 flipH="1" flipV="1">
            <a:off x="6351174" y="4316384"/>
            <a:ext cx="1970299" cy="1970297"/>
            <a:chOff x="1905000" y="2108996"/>
            <a:chExt cx="1716088" cy="1716088"/>
          </a:xfrm>
        </p:grpSpPr>
        <p:sp>
          <p:nvSpPr>
            <p:cNvPr id="1048661" name="Teardrop 53"/>
            <p:cNvSpPr/>
            <p:nvPr/>
          </p:nvSpPr>
          <p:spPr>
            <a:xfrm rot="5400000">
              <a:off x="1905000" y="2108996"/>
              <a:ext cx="1716088" cy="1716088"/>
            </a:xfrm>
            <a:prstGeom prst="teardrop"/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lang="en-US"/>
            </a:p>
          </p:txBody>
        </p:sp>
        <p:sp>
          <p:nvSpPr>
            <p:cNvPr id="1048662" name="Teardrop 54"/>
            <p:cNvSpPr/>
            <p:nvPr/>
          </p:nvSpPr>
          <p:spPr>
            <a:xfrm rot="5400000">
              <a:off x="2078038" y="2282033"/>
              <a:ext cx="1543050" cy="1543050"/>
            </a:xfrm>
            <a:prstGeom prst="teardrop"/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lang="en-US"/>
            </a:p>
          </p:txBody>
        </p:sp>
      </p:grpSp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508001" y="455085"/>
            <a:ext cx="2646015" cy="1360463"/>
          </a:xfrm>
        </p:spPr>
        <p:txBody>
          <a:bodyPr>
            <a:normAutofit/>
          </a:bodyPr>
          <a:p>
            <a:r>
              <a:rPr dirty="0" sz="6000" lang="en-US"/>
              <a:t>SWOT</a:t>
            </a:r>
          </a:p>
        </p:txBody>
      </p:sp>
      <p:sp>
        <p:nvSpPr>
          <p:cNvPr id="1048664" name="Inhaltsplatzhalter 4"/>
          <p:cNvSpPr txBox="1"/>
          <p:nvPr/>
        </p:nvSpPr>
        <p:spPr>
          <a:xfrm>
            <a:off x="433611" y="2720678"/>
            <a:ext cx="3790391" cy="1104901"/>
          </a:xfrm>
          <a:prstGeom prst="rect"/>
        </p:spPr>
        <p:txBody>
          <a:bodyPr bIns="0" lIns="0" rIns="0" tIns="0" wrap="square">
            <a:spAutoFit/>
          </a:bodyPr>
          <a:lstStyle>
            <a:lvl1pPr algn="l" defTabSz="914127" eaLnBrk="1" hangingPunct="1" indent="-272967" latinLnBrk="0" marL="272967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algn="l" defTabSz="914127" eaLnBrk="1" hangingPunct="1" indent="-272967" latinLnBrk="0" marL="807798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algn="l" defTabSz="914127" eaLnBrk="1" hangingPunct="1" indent="-177748" latinLnBrk="0" marL="1080764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algn="l" defTabSz="914127" eaLnBrk="1" hangingPunct="1" indent="-177748" latinLnBrk="0" marL="1436256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algn="l" defTabSz="914127" eaLnBrk="1" hangingPunct="1" indent="-179335" latinLnBrk="0" marL="1793335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algn="l" defTabSz="914127" eaLnBrk="1" hangingPunct="1" indent="-228532" latinLnBrk="0" marL="2513847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127" eaLnBrk="1" hangingPunct="1" indent="-228532" latinLnBrk="0" marL="2970910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127" eaLnBrk="1" hangingPunct="1" indent="-228532" latinLnBrk="0" marL="3427972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127" eaLnBrk="1" hangingPunct="1" indent="-228532" latinLnBrk="0" marL="3885034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b="1" dirty="0" sz="1800" lang="en-IN">
                <a:solidFill>
                  <a:schemeClr val="accent4">
                    <a:lumMod val="75000"/>
                  </a:schemeClr>
                </a:solidFill>
                <a:latin typeface="Amasis MT Pro" panose="02040504050005020304" pitchFamily="18" charset="0"/>
              </a:rPr>
              <a:t>Innovation</a:t>
            </a:r>
          </a:p>
          <a:p>
            <a:pPr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b="1" dirty="0" sz="1800" lang="en-IN">
                <a:solidFill>
                  <a:schemeClr val="accent4">
                    <a:lumMod val="75000"/>
                  </a:schemeClr>
                </a:solidFill>
                <a:latin typeface="Amasis MT Pro" panose="02040504050005020304" pitchFamily="18" charset="0"/>
              </a:rPr>
              <a:t>Different Range of Products</a:t>
            </a:r>
          </a:p>
          <a:p>
            <a:pPr indent="0" marL="0">
              <a:lnSpc>
                <a:spcPct val="100000"/>
              </a:lnSpc>
              <a:spcAft>
                <a:spcPts val="1200"/>
              </a:spcAft>
              <a:buNone/>
            </a:pPr>
            <a:endParaRPr dirty="0" sz="1800" lang="en-US">
              <a:solidFill>
                <a:schemeClr val="accent4">
                  <a:lumMod val="75000"/>
                </a:schemeClr>
              </a:solidFill>
              <a:latin typeface="Amasis MT Pro" panose="02040504050005020304" pitchFamily="18" charset="0"/>
            </a:endParaRPr>
          </a:p>
        </p:txBody>
      </p:sp>
      <p:sp>
        <p:nvSpPr>
          <p:cNvPr id="1048665" name="Inhaltsplatzhalter 4"/>
          <p:cNvSpPr txBox="1"/>
          <p:nvPr/>
        </p:nvSpPr>
        <p:spPr>
          <a:xfrm>
            <a:off x="4497063" y="2624749"/>
            <a:ext cx="1056011" cy="1079502"/>
          </a:xfrm>
          <a:prstGeom prst="rect"/>
        </p:spPr>
        <p:txBody>
          <a:bodyPr anchor="ctr" bIns="0" lIns="0" rIns="0" tIns="0" wrap="square">
            <a:spAutoFit/>
          </a:bodyPr>
          <a:lstStyle>
            <a:lvl1pPr algn="l" defTabSz="914127" eaLnBrk="1" hangingPunct="1" indent="-272967" latinLnBrk="0" marL="272967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algn="l" defTabSz="914127" eaLnBrk="1" hangingPunct="1" indent="-272967" latinLnBrk="0" marL="807798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algn="l" defTabSz="914127" eaLnBrk="1" hangingPunct="1" indent="-177748" latinLnBrk="0" marL="1080764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algn="l" defTabSz="914127" eaLnBrk="1" hangingPunct="1" indent="-177748" latinLnBrk="0" marL="1436256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algn="l" defTabSz="914127" eaLnBrk="1" hangingPunct="1" indent="-179335" latinLnBrk="0" marL="1793335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algn="l" defTabSz="914127" eaLnBrk="1" hangingPunct="1" indent="-228532" latinLnBrk="0" marL="2513847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127" eaLnBrk="1" hangingPunct="1" indent="-228532" latinLnBrk="0" marL="2970910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127" eaLnBrk="1" hangingPunct="1" indent="-228532" latinLnBrk="0" marL="3427972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127" eaLnBrk="1" hangingPunct="1" indent="-228532" latinLnBrk="0" marL="3885034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b="1" dirty="0" sz="7200" lang="en-US">
                <a:latin typeface="+mj-lt"/>
              </a:rPr>
              <a:t>S</a:t>
            </a:r>
            <a:endParaRPr dirty="0" sz="7200" lang="en-US">
              <a:latin typeface="+mn-lt"/>
            </a:endParaRPr>
          </a:p>
        </p:txBody>
      </p:sp>
      <p:sp>
        <p:nvSpPr>
          <p:cNvPr id="1048666" name="Inhaltsplatzhalter 4"/>
          <p:cNvSpPr txBox="1"/>
          <p:nvPr/>
        </p:nvSpPr>
        <p:spPr>
          <a:xfrm>
            <a:off x="4666454" y="4538061"/>
            <a:ext cx="717228" cy="1193802"/>
          </a:xfrm>
          <a:prstGeom prst="rect"/>
        </p:spPr>
        <p:txBody>
          <a:bodyPr anchor="ctr" bIns="0" lIns="0" rIns="0" tIns="0" wrap="square">
            <a:spAutoFit/>
          </a:bodyPr>
          <a:lstStyle>
            <a:lvl1pPr algn="l" defTabSz="914127" eaLnBrk="1" hangingPunct="1" indent="-272967" latinLnBrk="0" marL="272967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algn="l" defTabSz="914127" eaLnBrk="1" hangingPunct="1" indent="-272967" latinLnBrk="0" marL="807798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algn="l" defTabSz="914127" eaLnBrk="1" hangingPunct="1" indent="-177748" latinLnBrk="0" marL="1080764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algn="l" defTabSz="914127" eaLnBrk="1" hangingPunct="1" indent="-177748" latinLnBrk="0" marL="1436256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algn="l" defTabSz="914127" eaLnBrk="1" hangingPunct="1" indent="-179335" latinLnBrk="0" marL="1793335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algn="l" defTabSz="914127" eaLnBrk="1" hangingPunct="1" indent="-228532" latinLnBrk="0" marL="2513847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127" eaLnBrk="1" hangingPunct="1" indent="-228532" latinLnBrk="0" marL="2970910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127" eaLnBrk="1" hangingPunct="1" indent="-228532" latinLnBrk="0" marL="3427972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127" eaLnBrk="1" hangingPunct="1" indent="-228532" latinLnBrk="0" marL="3885034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b="1" dirty="0" sz="8000" lang="en-US">
                <a:latin typeface="+mj-lt"/>
              </a:rPr>
              <a:t>O</a:t>
            </a:r>
            <a:endParaRPr dirty="0" sz="8000" lang="en-US">
              <a:latin typeface="+mn-lt"/>
            </a:endParaRPr>
          </a:p>
        </p:txBody>
      </p:sp>
      <p:sp>
        <p:nvSpPr>
          <p:cNvPr id="1048667" name="Inhaltsplatzhalter 4"/>
          <p:cNvSpPr txBox="1"/>
          <p:nvPr/>
        </p:nvSpPr>
        <p:spPr>
          <a:xfrm>
            <a:off x="6351174" y="2597116"/>
            <a:ext cx="1306926" cy="1193800"/>
          </a:xfrm>
          <a:prstGeom prst="rect"/>
        </p:spPr>
        <p:txBody>
          <a:bodyPr anchor="ctr" bIns="0" lIns="0" rIns="0" tIns="0" wrap="square">
            <a:spAutoFit/>
          </a:bodyPr>
          <a:lstStyle>
            <a:lvl1pPr algn="l" defTabSz="914127" eaLnBrk="1" hangingPunct="1" indent="-272967" latinLnBrk="0" marL="272967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algn="l" defTabSz="914127" eaLnBrk="1" hangingPunct="1" indent="-272967" latinLnBrk="0" marL="807798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algn="l" defTabSz="914127" eaLnBrk="1" hangingPunct="1" indent="-177748" latinLnBrk="0" marL="1080764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algn="l" defTabSz="914127" eaLnBrk="1" hangingPunct="1" indent="-177748" latinLnBrk="0" marL="1436256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algn="l" defTabSz="914127" eaLnBrk="1" hangingPunct="1" indent="-179335" latinLnBrk="0" marL="1793335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algn="l" defTabSz="914127" eaLnBrk="1" hangingPunct="1" indent="-228532" latinLnBrk="0" marL="2513847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127" eaLnBrk="1" hangingPunct="1" indent="-228532" latinLnBrk="0" marL="2970910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127" eaLnBrk="1" hangingPunct="1" indent="-228532" latinLnBrk="0" marL="3427972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127" eaLnBrk="1" hangingPunct="1" indent="-228532" latinLnBrk="0" marL="3885034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b="1" dirty="0" sz="8000" lang="en-US">
                <a:latin typeface="+mj-lt"/>
              </a:rPr>
              <a:t>W</a:t>
            </a:r>
            <a:endParaRPr dirty="0" sz="8000" lang="en-US">
              <a:latin typeface="+mn-lt"/>
            </a:endParaRPr>
          </a:p>
        </p:txBody>
      </p:sp>
      <p:sp>
        <p:nvSpPr>
          <p:cNvPr id="1048668" name="Inhaltsplatzhalter 4"/>
          <p:cNvSpPr txBox="1"/>
          <p:nvPr/>
        </p:nvSpPr>
        <p:spPr>
          <a:xfrm>
            <a:off x="6519760" y="4605298"/>
            <a:ext cx="717228" cy="1193800"/>
          </a:xfrm>
          <a:prstGeom prst="rect"/>
        </p:spPr>
        <p:txBody>
          <a:bodyPr anchor="ctr" bIns="0" lIns="0" rIns="0" tIns="0" wrap="square">
            <a:spAutoFit/>
          </a:bodyPr>
          <a:lstStyle>
            <a:lvl1pPr algn="l" defTabSz="914127" eaLnBrk="1" hangingPunct="1" indent="-272967" latinLnBrk="0" marL="272967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algn="l" defTabSz="914127" eaLnBrk="1" hangingPunct="1" indent="-272967" latinLnBrk="0" marL="807798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algn="l" defTabSz="914127" eaLnBrk="1" hangingPunct="1" indent="-177748" latinLnBrk="0" marL="1080764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algn="l" defTabSz="914127" eaLnBrk="1" hangingPunct="1" indent="-177748" latinLnBrk="0" marL="1436256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algn="l" defTabSz="914127" eaLnBrk="1" hangingPunct="1" indent="-179335" latinLnBrk="0" marL="1793335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algn="l" defTabSz="914127" eaLnBrk="1" hangingPunct="1" indent="-228532" latinLnBrk="0" marL="2513847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127" eaLnBrk="1" hangingPunct="1" indent="-228532" latinLnBrk="0" marL="2970910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127" eaLnBrk="1" hangingPunct="1" indent="-228532" latinLnBrk="0" marL="3427972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127" eaLnBrk="1" hangingPunct="1" indent="-228532" latinLnBrk="0" marL="3885034" rtl="0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b="1" dirty="0" sz="8000" lang="en-US">
                <a:latin typeface="+mj-lt"/>
              </a:rPr>
              <a:t>T</a:t>
            </a:r>
            <a:endParaRPr dirty="0" sz="8000" lang="en-US">
              <a:latin typeface="+mn-lt"/>
            </a:endParaRPr>
          </a:p>
        </p:txBody>
      </p:sp>
      <p:sp>
        <p:nvSpPr>
          <p:cNvPr id="1048669" name="TextBox 110"/>
          <p:cNvSpPr txBox="1"/>
          <p:nvPr/>
        </p:nvSpPr>
        <p:spPr>
          <a:xfrm>
            <a:off x="8610600" y="2566790"/>
            <a:ext cx="3563113" cy="1463040"/>
          </a:xfrm>
          <a:prstGeom prst="rect"/>
          <a:noFill/>
        </p:spPr>
        <p:txBody>
          <a:bodyPr wrap="square">
            <a:spAutoFit/>
          </a:bodyPr>
          <a:p>
            <a:pPr defTabSz="914127" indent="-272967" marL="272967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b="1" dirty="0" lang="en-IN">
                <a:solidFill>
                  <a:schemeClr val="accent1">
                    <a:lumMod val="25000"/>
                  </a:schemeClr>
                </a:solidFill>
                <a:latin typeface="Amasis MT Pro" panose="02040504050005020304" pitchFamily="18" charset="0"/>
              </a:rPr>
              <a:t>Too Many Subdivisions</a:t>
            </a:r>
          </a:p>
          <a:p>
            <a:pPr defTabSz="914127" indent="-272967" marL="272967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b="1" dirty="0" lang="en-US">
                <a:solidFill>
                  <a:schemeClr val="accent1">
                    <a:lumMod val="25000"/>
                  </a:schemeClr>
                </a:solidFill>
                <a:latin typeface="Amasis MT Pro" panose="02040504050005020304" pitchFamily="18" charset="0"/>
              </a:rPr>
              <a:t>Big Competition in Cosmetics Industry</a:t>
            </a:r>
            <a:endParaRPr b="1" dirty="0" lang="en-IN">
              <a:solidFill>
                <a:schemeClr val="accent1">
                  <a:lumMod val="25000"/>
                </a:schemeClr>
              </a:solidFill>
              <a:latin typeface="Amasis MT Pro" panose="02040504050005020304" pitchFamily="18" charset="0"/>
            </a:endParaRPr>
          </a:p>
          <a:p>
            <a:endParaRPr dirty="0" lang="en-IN">
              <a:solidFill>
                <a:schemeClr val="accent1">
                  <a:lumMod val="25000"/>
                </a:schemeClr>
              </a:solidFill>
              <a:latin typeface="Amasis MT Pro" panose="02040504050005020304" pitchFamily="18" charset="0"/>
            </a:endParaRPr>
          </a:p>
        </p:txBody>
      </p:sp>
      <p:sp>
        <p:nvSpPr>
          <p:cNvPr id="1048670" name="TextBox 114"/>
          <p:cNvSpPr txBox="1"/>
          <p:nvPr/>
        </p:nvSpPr>
        <p:spPr>
          <a:xfrm>
            <a:off x="523130" y="4582192"/>
            <a:ext cx="3611355" cy="1463041"/>
          </a:xfrm>
          <a:prstGeom prst="rect"/>
          <a:noFill/>
        </p:spPr>
        <p:txBody>
          <a:bodyPr wrap="square">
            <a:spAutoFit/>
          </a:bodyPr>
          <a:p>
            <a:pPr defTabSz="914127" indent="-272967" marL="272967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b="1" dirty="0" lang="en-US">
                <a:solidFill>
                  <a:schemeClr val="accent4">
                    <a:lumMod val="75000"/>
                  </a:schemeClr>
                </a:solidFill>
                <a:latin typeface="Amasis MT Pro" panose="02040504050005020304" pitchFamily="18" charset="0"/>
              </a:rPr>
              <a:t>Strong Demand in Organic Products</a:t>
            </a:r>
          </a:p>
          <a:p>
            <a:pPr defTabSz="914127" indent="-272967" marL="272967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b="1" dirty="0" lang="en-IN">
                <a:solidFill>
                  <a:schemeClr val="accent4">
                    <a:lumMod val="75000"/>
                  </a:schemeClr>
                </a:solidFill>
                <a:latin typeface="Amasis MT Pro" panose="02040504050005020304" pitchFamily="18" charset="0"/>
              </a:rPr>
              <a:t>Product Mix Expansion</a:t>
            </a:r>
            <a:endParaRPr b="1" dirty="0" lang="en-US">
              <a:solidFill>
                <a:schemeClr val="accent4">
                  <a:lumMod val="75000"/>
                </a:schemeClr>
              </a:solidFill>
              <a:latin typeface="Amasis MT Pro" panose="02040504050005020304" pitchFamily="18" charset="0"/>
            </a:endParaRPr>
          </a:p>
          <a:p>
            <a:pPr indent="-285750" marL="285750">
              <a:buFont typeface="Arial" panose="020B0604020202020204" pitchFamily="34" charset="0"/>
              <a:buChar char="•"/>
            </a:pPr>
            <a:endParaRPr dirty="0" lang="en-IN">
              <a:latin typeface="Amasis MT Pro" panose="02040504050005020304" pitchFamily="18" charset="0"/>
            </a:endParaRPr>
          </a:p>
        </p:txBody>
      </p:sp>
      <p:sp>
        <p:nvSpPr>
          <p:cNvPr id="1048671" name="TextBox 118"/>
          <p:cNvSpPr txBox="1"/>
          <p:nvPr/>
        </p:nvSpPr>
        <p:spPr>
          <a:xfrm>
            <a:off x="8490060" y="4811796"/>
            <a:ext cx="3101576" cy="1463040"/>
          </a:xfrm>
          <a:prstGeom prst="rect"/>
          <a:noFill/>
        </p:spPr>
        <p:txBody>
          <a:bodyPr wrap="square">
            <a:spAutoFit/>
          </a:bodyPr>
          <a:p>
            <a:pPr defTabSz="914127" indent="-272967" marL="272967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b="1" dirty="0" lang="en-IN">
                <a:solidFill>
                  <a:schemeClr val="accent1">
                    <a:lumMod val="25000"/>
                  </a:schemeClr>
                </a:solidFill>
                <a:latin typeface="Amasis MT Pro" panose="02040504050005020304" pitchFamily="18" charset="0"/>
              </a:rPr>
              <a:t>Global Economic Crisis</a:t>
            </a:r>
          </a:p>
          <a:p>
            <a:pPr defTabSz="914127" indent="-272967" marL="272967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b="1" dirty="0" lang="en-US">
                <a:solidFill>
                  <a:schemeClr val="accent1">
                    <a:lumMod val="25000"/>
                  </a:schemeClr>
                </a:solidFill>
                <a:latin typeface="Amasis MT Pro" panose="02040504050005020304" pitchFamily="18" charset="0"/>
              </a:rPr>
              <a:t>Dynamic Nature of  Cosmetics Industry</a:t>
            </a:r>
          </a:p>
          <a:p>
            <a:pPr indent="-285750" marL="285750">
              <a:buFont typeface="Arial" panose="020B0604020202020204" pitchFamily="34" charset="0"/>
              <a:buChar char="•"/>
            </a:pPr>
            <a:endParaRPr b="1" dirty="0" i="0" lang="en-IN">
              <a:solidFill>
                <a:schemeClr val="accent1">
                  <a:lumMod val="25000"/>
                </a:schemeClr>
              </a:solidFill>
              <a:effectLst/>
              <a:latin typeface="Amasis MT Pro" panose="020405040500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>
          <a:xfrm>
            <a:off x="6714719" y="268141"/>
            <a:ext cx="5477281" cy="1227067"/>
          </a:xfrm>
        </p:spPr>
        <p:txBody>
          <a:bodyPr>
            <a:normAutofit/>
          </a:bodyPr>
          <a:p>
            <a:r>
              <a:rPr dirty="0" lang="en-US"/>
              <a:t>What next?</a:t>
            </a:r>
          </a:p>
        </p:txBody>
      </p:sp>
      <p:sp>
        <p:nvSpPr>
          <p:cNvPr id="1048673" name="Date Placeholder 17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674" name="Slide Number Placeholder 173"/>
          <p:cNvSpPr>
            <a:spLocks noGrp="1"/>
          </p:cNvSpPr>
          <p:nvPr>
            <p:ph type="sldNum" sz="quarter" idx="12"/>
          </p:nvPr>
        </p:nvSpPr>
        <p:spPr>
          <a:xfrm>
            <a:off x="10036628" y="6356350"/>
            <a:ext cx="1317171" cy="365125"/>
          </a:xfrm>
        </p:spPr>
        <p:txBody>
          <a:bodyPr/>
          <a:p>
            <a:fld id="{B5CEABB6-07DC-46E8-9B57-56EC44A396E5}" type="slidenum">
              <a:rPr lang="en-US" smtClean="0"/>
              <a:t>7</a:t>
            </a:fld>
            <a:endParaRPr dirty="0" lang="en-US"/>
          </a:p>
        </p:txBody>
      </p:sp>
      <p:sp>
        <p:nvSpPr>
          <p:cNvPr id="1048675" name="Text Placeholder 36"/>
          <p:cNvSpPr>
            <a:spLocks noGrp="1"/>
          </p:cNvSpPr>
          <p:nvPr>
            <p:ph type="body" idx="18"/>
          </p:nvPr>
        </p:nvSpPr>
        <p:spPr>
          <a:xfrm>
            <a:off x="6826249" y="1598384"/>
            <a:ext cx="4527549" cy="4537373"/>
          </a:xfrm>
        </p:spPr>
        <p:txBody>
          <a:bodyPr>
            <a:normAutofit/>
          </a:bodyPr>
          <a:p>
            <a:pPr indent="-171450" marL="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1800" lang="en-US">
                <a:latin typeface="Amasis MT Pro" panose="02040504050005020304" pitchFamily="18" charset="0"/>
              </a:rPr>
              <a:t>Tap into organic product segments</a:t>
            </a:r>
          </a:p>
          <a:p>
            <a:pPr indent="-171450" marL="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1800" lang="en-IN">
                <a:latin typeface="Amasis MT Pro" panose="02040504050005020304" pitchFamily="18" charset="0"/>
              </a:rPr>
              <a:t>Invest in sustainability programs in the context of </a:t>
            </a:r>
            <a:r>
              <a:rPr dirty="0" sz="1800" lang="en-US">
                <a:latin typeface="Amasis MT Pro" panose="02040504050005020304" pitchFamily="18" charset="0"/>
              </a:rPr>
              <a:t>growing environmental and social challenges.</a:t>
            </a:r>
            <a:endParaRPr dirty="0" sz="1800" lang="en-IN">
              <a:latin typeface="Amasis MT Pro" panose="02040504050005020304" pitchFamily="18" charset="0"/>
            </a:endParaRPr>
          </a:p>
          <a:p>
            <a:pPr indent="-171450" marL="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1800" lang="en-US">
                <a:latin typeface="Amasis MT Pro" panose="02040504050005020304" pitchFamily="18" charset="0"/>
              </a:rPr>
              <a:t>Come up with products that are geared towards the middle class as well and offer low pricing products.</a:t>
            </a:r>
            <a:endParaRPr dirty="0" sz="1800" lang="en-IN">
              <a:latin typeface="Amasis MT Pro" panose="02040504050005020304" pitchFamily="18" charset="0"/>
            </a:endParaRPr>
          </a:p>
        </p:txBody>
      </p:sp>
      <p:pic>
        <p:nvPicPr>
          <p:cNvPr id="2097171" name="Picture 2" descr="Beauty Brands Web graphic UPDATED"/>
          <p:cNvPicPr>
            <a:picLocks noChangeAspect="1" noChangeArrowheads="1"/>
          </p:cNvPicPr>
          <p:nvPr/>
        </p:nvPicPr>
        <p:blipFill rotWithShape="1">
          <a:blip xmlns:r="http://schemas.openxmlformats.org/officeDocument/2006/relationships" r:embed="rId1"/>
          <a:srcRect b="4052"/>
          <a:stretch>
            <a:fillRect/>
          </a:stretch>
        </p:blipFill>
        <p:spPr bwMode="auto">
          <a:xfrm>
            <a:off x="0" y="0"/>
            <a:ext cx="6454587" cy="6858000"/>
          </a:xfrm>
          <a:prstGeom prst="rect"/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6714719" y="268141"/>
            <a:ext cx="5477281" cy="1227067"/>
          </a:xfrm>
        </p:spPr>
        <p:txBody>
          <a:bodyPr>
            <a:normAutofit fontScale="90000"/>
          </a:bodyPr>
          <a:p>
            <a:r>
              <a:rPr dirty="0" lang="en-US"/>
              <a:t>To sustain Company’s Leadership Position</a:t>
            </a:r>
          </a:p>
        </p:txBody>
      </p:sp>
      <p:sp>
        <p:nvSpPr>
          <p:cNvPr id="1048677" name="Date Placeholder 17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p>
            <a:r>
              <a:rPr lang="en-US"/>
              <a:t>6/22/20XX</a:t>
            </a:r>
            <a:endParaRPr dirty="0" lang="en-US"/>
          </a:p>
        </p:txBody>
      </p:sp>
      <p:sp>
        <p:nvSpPr>
          <p:cNvPr id="1048678" name="Slide Number Placeholder 173"/>
          <p:cNvSpPr>
            <a:spLocks noGrp="1"/>
          </p:cNvSpPr>
          <p:nvPr>
            <p:ph type="sldNum" sz="quarter" idx="12"/>
          </p:nvPr>
        </p:nvSpPr>
        <p:spPr>
          <a:xfrm>
            <a:off x="10036628" y="6356350"/>
            <a:ext cx="1317171" cy="365125"/>
          </a:xfrm>
        </p:spPr>
        <p:txBody>
          <a:bodyPr/>
          <a:p>
            <a:fld id="{B5CEABB6-07DC-46E8-9B57-56EC44A396E5}" type="slidenum">
              <a:rPr lang="en-US" smtClean="0"/>
              <a:t>8</a:t>
            </a:fld>
            <a:endParaRPr dirty="0" lang="en-US"/>
          </a:p>
        </p:txBody>
      </p:sp>
      <p:sp>
        <p:nvSpPr>
          <p:cNvPr id="1048679" name="Text Placeholder 36"/>
          <p:cNvSpPr>
            <a:spLocks noGrp="1"/>
          </p:cNvSpPr>
          <p:nvPr>
            <p:ph type="body" idx="18"/>
          </p:nvPr>
        </p:nvSpPr>
        <p:spPr>
          <a:xfrm>
            <a:off x="6901609" y="2025657"/>
            <a:ext cx="4527549" cy="4537373"/>
          </a:xfrm>
        </p:spPr>
        <p:txBody>
          <a:bodyPr>
            <a:normAutofit/>
          </a:bodyPr>
          <a:p>
            <a:pPr indent="-171450" marL="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1800" lang="en-US">
                <a:latin typeface="Amasis MT Pro" panose="02040504050005020304" pitchFamily="18" charset="0"/>
              </a:rPr>
              <a:t>Expand your influence</a:t>
            </a:r>
          </a:p>
          <a:p>
            <a:pPr indent="-171450" marL="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1800" lang="en-IN">
                <a:latin typeface="Amasis MT Pro" panose="02040504050005020304" pitchFamily="18" charset="0"/>
              </a:rPr>
              <a:t>Build new bonds </a:t>
            </a:r>
          </a:p>
          <a:p>
            <a:pPr indent="-171450" marL="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1800" lang="en-IN">
                <a:latin typeface="Amasis MT Pro" panose="02040504050005020304" pitchFamily="18" charset="0"/>
              </a:rPr>
              <a:t>Work on Sustainability</a:t>
            </a:r>
          </a:p>
          <a:p>
            <a:pPr indent="-171450" marL="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1800" lang="en-IN">
                <a:latin typeface="Amasis MT Pro" panose="02040504050005020304" pitchFamily="18" charset="0"/>
              </a:rPr>
              <a:t>Show more care on product quality</a:t>
            </a:r>
          </a:p>
          <a:p>
            <a:pPr indent="-171450" marL="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1800" lang="en-IN">
                <a:latin typeface="Amasis MT Pro" panose="02040504050005020304" pitchFamily="18" charset="0"/>
              </a:rPr>
              <a:t>Better understanding of market segments</a:t>
            </a:r>
          </a:p>
          <a:p>
            <a:pPr indent="-171450" marL="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1800" lang="en-IN">
                <a:latin typeface="Amasis MT Pro" panose="02040504050005020304" pitchFamily="18" charset="0"/>
              </a:rPr>
              <a:t>Have a healthy market competition</a:t>
            </a:r>
          </a:p>
          <a:p>
            <a:pPr indent="-171450" marL="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1800" lang="en-IN">
                <a:latin typeface="Amasis MT Pro" panose="02040504050005020304" pitchFamily="18" charset="0"/>
              </a:rPr>
              <a:t>Continue exploring into new markets</a:t>
            </a:r>
          </a:p>
        </p:txBody>
      </p:sp>
      <p:pic>
        <p:nvPicPr>
          <p:cNvPr id="2097172" name="Picture 2" descr="Sustainable Business Marketi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2806685" y="4051315"/>
            <a:ext cx="3294154" cy="2806685"/>
          </a:xfrm>
          <a:prstGeom prst="rect"/>
          <a:noFill/>
        </p:spPr>
      </p:pic>
      <p:pic>
        <p:nvPicPr>
          <p:cNvPr id="2097173" name="Picture Placeholder 7" descr="A group of people sitting at a table"/>
          <p:cNvPicPr>
            <a:picLocks noChangeAspect="1" noGrp="1"/>
          </p:cNvPicPr>
          <p:nvPr>
            <p:ph type="pic" sz="quarter" idx="13"/>
          </p:nvPr>
        </p:nvPicPr>
        <p:blipFill rotWithShape="1">
          <a:blip xmlns:r="http://schemas.openxmlformats.org/officeDocument/2006/relationships" r:embed="rId2" cstate="screen"/>
          <a:srcRect/>
          <a:stretch>
            <a:fillRect/>
          </a:stretch>
        </p:blipFill>
        <p:spPr>
          <a:xfrm>
            <a:off x="-3313" y="0"/>
            <a:ext cx="6094476" cy="4051315"/>
          </a:xfrm>
        </p:spPr>
      </p:pic>
      <p:pic>
        <p:nvPicPr>
          <p:cNvPr id="2097174" name="Picture 4" descr="Growth chart Vectors &amp; Illustrations for Free Download | Freepik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3"/>
          <a:srcRect/>
          <a:stretch>
            <a:fillRect/>
          </a:stretch>
        </p:blipFill>
        <p:spPr bwMode="auto">
          <a:xfrm>
            <a:off x="0" y="4051315"/>
            <a:ext cx="2806685" cy="2806685"/>
          </a:xfrm>
          <a:prstGeom prst="rect"/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6" name="Picture 19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388660" y="31376"/>
            <a:ext cx="8803340" cy="6823238"/>
          </a:xfrm>
          <a:prstGeom prst="rect"/>
        </p:spPr>
      </p:pic>
      <p:sp>
        <p:nvSpPr>
          <p:cNvPr id="1048685" name="Title 1"/>
          <p:cNvSpPr>
            <a:spLocks noGrp="1"/>
          </p:cNvSpPr>
          <p:nvPr>
            <p:ph type="ctrTitle"/>
          </p:nvPr>
        </p:nvSpPr>
        <p:spPr>
          <a:xfrm>
            <a:off x="-98612" y="1149258"/>
            <a:ext cx="3756212" cy="1874837"/>
          </a:xfrm>
        </p:spPr>
        <p:txBody>
          <a:bodyPr>
            <a:normAutofit/>
          </a:bodyPr>
          <a:p>
            <a:r>
              <a:rPr b="1" dirty="0" lang="en-US">
                <a:solidFill>
                  <a:schemeClr val="accent4">
                    <a:lumMod val="50000"/>
                  </a:schemeClr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5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EFEAE4"/>
      </a:accent1>
      <a:accent2>
        <a:srgbClr val="7C6B62"/>
      </a:accent2>
      <a:accent3>
        <a:srgbClr val="5D4C41"/>
      </a:accent3>
      <a:accent4>
        <a:srgbClr val="AA6256"/>
      </a:accent4>
      <a:accent5>
        <a:srgbClr val="ACC6D8"/>
      </a:accent5>
      <a:accent6>
        <a:srgbClr val="CBA863"/>
      </a:accent6>
      <a:hlink>
        <a:srgbClr val="0563C1"/>
      </a:hlink>
      <a:folHlink>
        <a:srgbClr val="954F72"/>
      </a:folHlink>
    </a:clrScheme>
    <a:fontScheme name="Custom 59">
      <a:majorFont>
        <a:latin typeface="Bodoni MT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5B071DB-81D7-454C-B973-21A172F54F1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Arjun M</dc:creator>
  <cp:lastModifiedBy>Arjun M</cp:lastModifiedBy>
  <dcterms:created xsi:type="dcterms:W3CDTF">2022-07-24T00:56:20Z</dcterms:created>
  <dcterms:modified xsi:type="dcterms:W3CDTF">2022-08-01T10:00:13Z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6c3790fff69940e2aaa52a7309df8b44</vt:lpwstr>
  </property>
</Properties>
</file>