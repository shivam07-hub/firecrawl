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handoutMasterIdLst>
    <p:handoutMasterId r:id="rId23"/>
  </p:handoutMasterIdLst>
  <p:sldIdLst>
    <p:sldId id="326" r:id="rId3"/>
    <p:sldId id="328" r:id="rId4"/>
    <p:sldId id="329" r:id="rId5"/>
    <p:sldId id="330" r:id="rId6"/>
    <p:sldId id="300" r:id="rId7"/>
    <p:sldId id="366" r:id="rId8"/>
    <p:sldId id="356" r:id="rId9"/>
    <p:sldId id="313" r:id="rId10"/>
    <p:sldId id="355" r:id="rId11"/>
    <p:sldId id="372" r:id="rId12"/>
    <p:sldId id="369" r:id="rId13"/>
    <p:sldId id="357" r:id="rId14"/>
    <p:sldId id="358" r:id="rId15"/>
    <p:sldId id="349" r:id="rId16"/>
    <p:sldId id="347" r:id="rId17"/>
    <p:sldId id="364" r:id="rId18"/>
    <p:sldId id="365" r:id="rId19"/>
    <p:sldId id="361" r:id="rId20"/>
    <p:sldId id="362" r:id="rId21"/>
  </p:sldIdLst>
  <p:sldSz cx="9144000" cy="6858000" type="screen4x3"/>
  <p:notesSz cx="6858000" cy="9144000"/>
  <p:defaultTextStyle>
    <a:defPPr>
      <a:defRPr lang="en-US"/>
    </a:defPPr>
    <a:lvl1pPr algn="l" rtl="0" eaLnBrk="0" fontAlgn="base" hangingPunct="0">
      <a:spcBef>
        <a:spcPct val="0"/>
      </a:spcBef>
      <a:spcAft>
        <a:spcPct val="0"/>
      </a:spcAft>
      <a:defRPr u="sng" kern="1200">
        <a:solidFill>
          <a:schemeClr val="tx1"/>
        </a:solidFill>
        <a:latin typeface="Arial" charset="0"/>
        <a:ea typeface="+mn-ea"/>
        <a:cs typeface="+mn-cs"/>
      </a:defRPr>
    </a:lvl1pPr>
    <a:lvl2pPr marL="457200" algn="l" rtl="0" eaLnBrk="0" fontAlgn="base" hangingPunct="0">
      <a:spcBef>
        <a:spcPct val="0"/>
      </a:spcBef>
      <a:spcAft>
        <a:spcPct val="0"/>
      </a:spcAft>
      <a:defRPr u="sng" kern="1200">
        <a:solidFill>
          <a:schemeClr val="tx1"/>
        </a:solidFill>
        <a:latin typeface="Arial" charset="0"/>
        <a:ea typeface="+mn-ea"/>
        <a:cs typeface="+mn-cs"/>
      </a:defRPr>
    </a:lvl2pPr>
    <a:lvl3pPr marL="914400" algn="l" rtl="0" eaLnBrk="0" fontAlgn="base" hangingPunct="0">
      <a:spcBef>
        <a:spcPct val="0"/>
      </a:spcBef>
      <a:spcAft>
        <a:spcPct val="0"/>
      </a:spcAft>
      <a:defRPr u="sng" kern="1200">
        <a:solidFill>
          <a:schemeClr val="tx1"/>
        </a:solidFill>
        <a:latin typeface="Arial" charset="0"/>
        <a:ea typeface="+mn-ea"/>
        <a:cs typeface="+mn-cs"/>
      </a:defRPr>
    </a:lvl3pPr>
    <a:lvl4pPr marL="1371600" algn="l" rtl="0" eaLnBrk="0" fontAlgn="base" hangingPunct="0">
      <a:spcBef>
        <a:spcPct val="0"/>
      </a:spcBef>
      <a:spcAft>
        <a:spcPct val="0"/>
      </a:spcAft>
      <a:defRPr u="sng" kern="1200">
        <a:solidFill>
          <a:schemeClr val="tx1"/>
        </a:solidFill>
        <a:latin typeface="Arial" charset="0"/>
        <a:ea typeface="+mn-ea"/>
        <a:cs typeface="+mn-cs"/>
      </a:defRPr>
    </a:lvl4pPr>
    <a:lvl5pPr marL="1828800" algn="l" rtl="0" eaLnBrk="0" fontAlgn="base" hangingPunct="0">
      <a:spcBef>
        <a:spcPct val="0"/>
      </a:spcBef>
      <a:spcAft>
        <a:spcPct val="0"/>
      </a:spcAft>
      <a:defRPr u="sng" kern="1200">
        <a:solidFill>
          <a:schemeClr val="tx1"/>
        </a:solidFill>
        <a:latin typeface="Arial" charset="0"/>
        <a:ea typeface="+mn-ea"/>
        <a:cs typeface="+mn-cs"/>
      </a:defRPr>
    </a:lvl5pPr>
    <a:lvl6pPr marL="2286000" algn="l" defTabSz="914400" rtl="0" eaLnBrk="1" latinLnBrk="0" hangingPunct="1">
      <a:defRPr u="sng" kern="1200">
        <a:solidFill>
          <a:schemeClr val="tx1"/>
        </a:solidFill>
        <a:latin typeface="Arial" charset="0"/>
        <a:ea typeface="+mn-ea"/>
        <a:cs typeface="+mn-cs"/>
      </a:defRPr>
    </a:lvl6pPr>
    <a:lvl7pPr marL="2743200" algn="l" defTabSz="914400" rtl="0" eaLnBrk="1" latinLnBrk="0" hangingPunct="1">
      <a:defRPr u="sng" kern="1200">
        <a:solidFill>
          <a:schemeClr val="tx1"/>
        </a:solidFill>
        <a:latin typeface="Arial" charset="0"/>
        <a:ea typeface="+mn-ea"/>
        <a:cs typeface="+mn-cs"/>
      </a:defRPr>
    </a:lvl7pPr>
    <a:lvl8pPr marL="3200400" algn="l" defTabSz="914400" rtl="0" eaLnBrk="1" latinLnBrk="0" hangingPunct="1">
      <a:defRPr u="sng" kern="1200">
        <a:solidFill>
          <a:schemeClr val="tx1"/>
        </a:solidFill>
        <a:latin typeface="Arial" charset="0"/>
        <a:ea typeface="+mn-ea"/>
        <a:cs typeface="+mn-cs"/>
      </a:defRPr>
    </a:lvl8pPr>
    <a:lvl9pPr marL="3657600" algn="l" defTabSz="914400" rtl="0" eaLnBrk="1" latinLnBrk="0" hangingPunct="1">
      <a:defRPr u="sng"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CFEF9B"/>
    <a:srgbClr val="FFCC66"/>
    <a:srgbClr val="FFCCCC"/>
    <a:srgbClr val="CC99FF"/>
    <a:srgbClr val="0033CC"/>
    <a:srgbClr val="9999FF"/>
    <a:srgbClr val="0000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EA3229-BB35-46C5-84B6-F807E36DFEBA}" v="3" dt="2023-02-13T10:43:44.373"/>
    <p1510:client id="{B7CBA9DC-FBAC-4948-B9B8-0C37222A4BC4}" v="366" dt="2023-02-13T19:37:29.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957"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Sonia Singh" userId="6f675423-8f79-44df-83d5-6930672ff1de" providerId="ADAL" clId="{52EA3229-BB35-46C5-84B6-F807E36DFEBA}"/>
    <pc:docChg chg="addSld delSld modSld">
      <pc:chgData name="Prof. Sonia Singh" userId="6f675423-8f79-44df-83d5-6930672ff1de" providerId="ADAL" clId="{52EA3229-BB35-46C5-84B6-F807E36DFEBA}" dt="2023-02-13T10:43:44.373" v="7"/>
      <pc:docMkLst>
        <pc:docMk/>
      </pc:docMkLst>
      <pc:sldChg chg="add del">
        <pc:chgData name="Prof. Sonia Singh" userId="6f675423-8f79-44df-83d5-6930672ff1de" providerId="ADAL" clId="{52EA3229-BB35-46C5-84B6-F807E36DFEBA}" dt="2023-02-13T10:43:44.362" v="6"/>
        <pc:sldMkLst>
          <pc:docMk/>
          <pc:sldMk cId="2432214377" sldId="357"/>
        </pc:sldMkLst>
      </pc:sldChg>
      <pc:sldChg chg="del">
        <pc:chgData name="Prof. Sonia Singh" userId="6f675423-8f79-44df-83d5-6930672ff1de" providerId="ADAL" clId="{52EA3229-BB35-46C5-84B6-F807E36DFEBA}" dt="2023-02-13T10:43:31.402" v="4" actId="2696"/>
        <pc:sldMkLst>
          <pc:docMk/>
          <pc:sldMk cId="2855818120" sldId="357"/>
        </pc:sldMkLst>
      </pc:sldChg>
      <pc:sldChg chg="add">
        <pc:chgData name="Prof. Sonia Singh" userId="6f675423-8f79-44df-83d5-6930672ff1de" providerId="ADAL" clId="{52EA3229-BB35-46C5-84B6-F807E36DFEBA}" dt="2023-02-13T10:43:44.373" v="7"/>
        <pc:sldMkLst>
          <pc:docMk/>
          <pc:sldMk cId="3228782621" sldId="357"/>
        </pc:sldMkLst>
      </pc:sldChg>
      <pc:sldChg chg="add">
        <pc:chgData name="Prof. Sonia Singh" userId="6f675423-8f79-44df-83d5-6930672ff1de" providerId="ADAL" clId="{52EA3229-BB35-46C5-84B6-F807E36DFEBA}" dt="2023-02-13T10:43:44.373" v="7"/>
        <pc:sldMkLst>
          <pc:docMk/>
          <pc:sldMk cId="1364993532" sldId="358"/>
        </pc:sldMkLst>
      </pc:sldChg>
      <pc:sldChg chg="del">
        <pc:chgData name="Prof. Sonia Singh" userId="6f675423-8f79-44df-83d5-6930672ff1de" providerId="ADAL" clId="{52EA3229-BB35-46C5-84B6-F807E36DFEBA}" dt="2023-02-13T10:43:31.402" v="4" actId="2696"/>
        <pc:sldMkLst>
          <pc:docMk/>
          <pc:sldMk cId="2494186347" sldId="358"/>
        </pc:sldMkLst>
      </pc:sldChg>
      <pc:sldChg chg="add del">
        <pc:chgData name="Prof. Sonia Singh" userId="6f675423-8f79-44df-83d5-6930672ff1de" providerId="ADAL" clId="{52EA3229-BB35-46C5-84B6-F807E36DFEBA}" dt="2023-02-13T10:43:44.362" v="6"/>
        <pc:sldMkLst>
          <pc:docMk/>
          <pc:sldMk cId="2939316083" sldId="358"/>
        </pc:sldMkLst>
      </pc:sldChg>
      <pc:sldChg chg="mod modShow">
        <pc:chgData name="Prof. Sonia Singh" userId="6f675423-8f79-44df-83d5-6930672ff1de" providerId="ADAL" clId="{52EA3229-BB35-46C5-84B6-F807E36DFEBA}" dt="2023-02-13T10:41:01.749" v="1" actId="729"/>
        <pc:sldMkLst>
          <pc:docMk/>
          <pc:sldMk cId="364186760" sldId="366"/>
        </pc:sldMkLst>
      </pc:sldChg>
      <pc:sldChg chg="mod modShow">
        <pc:chgData name="Prof. Sonia Singh" userId="6f675423-8f79-44df-83d5-6930672ff1de" providerId="ADAL" clId="{52EA3229-BB35-46C5-84B6-F807E36DFEBA}" dt="2023-02-13T10:42:48.246" v="3" actId="729"/>
        <pc:sldMkLst>
          <pc:docMk/>
          <pc:sldMk cId="1115591641" sldId="367"/>
        </pc:sldMkLst>
      </pc:sldChg>
      <pc:sldChg chg="mod modShow">
        <pc:chgData name="Prof. Sonia Singh" userId="6f675423-8f79-44df-83d5-6930672ff1de" providerId="ADAL" clId="{52EA3229-BB35-46C5-84B6-F807E36DFEBA}" dt="2023-02-13T10:41:19.950" v="2" actId="729"/>
        <pc:sldMkLst>
          <pc:docMk/>
          <pc:sldMk cId="4066188020" sldId="368"/>
        </pc:sldMkLst>
      </pc:sldChg>
    </pc:docChg>
  </pc:docChgLst>
  <pc:docChgLst>
    <pc:chgData name="Prof. Sonia Singh" userId="6f675423-8f79-44df-83d5-6930672ff1de" providerId="ADAL" clId="{B7CBA9DC-FBAC-4948-B9B8-0C37222A4BC4}"/>
    <pc:docChg chg="undo custSel addSld delSld modSld">
      <pc:chgData name="Prof. Sonia Singh" userId="6f675423-8f79-44df-83d5-6930672ff1de" providerId="ADAL" clId="{B7CBA9DC-FBAC-4948-B9B8-0C37222A4BC4}" dt="2023-02-13T19:37:29.892" v="365" actId="729"/>
      <pc:docMkLst>
        <pc:docMk/>
      </pc:docMkLst>
      <pc:sldChg chg="mod modShow">
        <pc:chgData name="Prof. Sonia Singh" userId="6f675423-8f79-44df-83d5-6930672ff1de" providerId="ADAL" clId="{B7CBA9DC-FBAC-4948-B9B8-0C37222A4BC4}" dt="2023-02-13T19:37:29.892" v="365" actId="729"/>
        <pc:sldMkLst>
          <pc:docMk/>
          <pc:sldMk cId="0" sldId="315"/>
        </pc:sldMkLst>
      </pc:sldChg>
      <pc:sldChg chg="mod modShow">
        <pc:chgData name="Prof. Sonia Singh" userId="6f675423-8f79-44df-83d5-6930672ff1de" providerId="ADAL" clId="{B7CBA9DC-FBAC-4948-B9B8-0C37222A4BC4}" dt="2023-02-13T18:45:12.927" v="0" actId="729"/>
        <pc:sldMkLst>
          <pc:docMk/>
          <pc:sldMk cId="0" sldId="336"/>
        </pc:sldMkLst>
      </pc:sldChg>
      <pc:sldChg chg="modAnim">
        <pc:chgData name="Prof. Sonia Singh" userId="6f675423-8f79-44df-83d5-6930672ff1de" providerId="ADAL" clId="{B7CBA9DC-FBAC-4948-B9B8-0C37222A4BC4}" dt="2023-02-13T19:35:55.402" v="362"/>
        <pc:sldMkLst>
          <pc:docMk/>
          <pc:sldMk cId="1605501961" sldId="369"/>
        </pc:sldMkLst>
      </pc:sldChg>
      <pc:sldChg chg="del">
        <pc:chgData name="Prof. Sonia Singh" userId="6f675423-8f79-44df-83d5-6930672ff1de" providerId="ADAL" clId="{B7CBA9DC-FBAC-4948-B9B8-0C37222A4BC4}" dt="2023-02-13T19:36:42.821" v="363" actId="47"/>
        <pc:sldMkLst>
          <pc:docMk/>
          <pc:sldMk cId="3271271508" sldId="370"/>
        </pc:sldMkLst>
      </pc:sldChg>
      <pc:sldChg chg="del">
        <pc:chgData name="Prof. Sonia Singh" userId="6f675423-8f79-44df-83d5-6930672ff1de" providerId="ADAL" clId="{B7CBA9DC-FBAC-4948-B9B8-0C37222A4BC4}" dt="2023-02-13T19:36:45.155" v="364" actId="47"/>
        <pc:sldMkLst>
          <pc:docMk/>
          <pc:sldMk cId="319194043" sldId="371"/>
        </pc:sldMkLst>
      </pc:sldChg>
      <pc:sldChg chg="addSp delSp modSp add mod delAnim modAnim">
        <pc:chgData name="Prof. Sonia Singh" userId="6f675423-8f79-44df-83d5-6930672ff1de" providerId="ADAL" clId="{B7CBA9DC-FBAC-4948-B9B8-0C37222A4BC4}" dt="2023-02-13T19:32:41.769" v="361"/>
        <pc:sldMkLst>
          <pc:docMk/>
          <pc:sldMk cId="3826638459" sldId="372"/>
        </pc:sldMkLst>
        <pc:spChg chg="add mod">
          <ac:chgData name="Prof. Sonia Singh" userId="6f675423-8f79-44df-83d5-6930672ff1de" providerId="ADAL" clId="{B7CBA9DC-FBAC-4948-B9B8-0C37222A4BC4}" dt="2023-02-13T19:28:55.579" v="354" actId="1036"/>
          <ac:spMkLst>
            <pc:docMk/>
            <pc:sldMk cId="3826638459" sldId="372"/>
            <ac:spMk id="3" creationId="{3B374BC5-9085-3249-DAD7-B0E6C4C29626}"/>
          </ac:spMkLst>
        </pc:spChg>
        <pc:spChg chg="add mod">
          <ac:chgData name="Prof. Sonia Singh" userId="6f675423-8f79-44df-83d5-6930672ff1de" providerId="ADAL" clId="{B7CBA9DC-FBAC-4948-B9B8-0C37222A4BC4}" dt="2023-02-13T19:29:12.186" v="356" actId="1035"/>
          <ac:spMkLst>
            <pc:docMk/>
            <pc:sldMk cId="3826638459" sldId="372"/>
            <ac:spMk id="4" creationId="{F4F2A2CD-01D0-F9E7-A99B-23F0291429FD}"/>
          </ac:spMkLst>
        </pc:spChg>
        <pc:spChg chg="add mod">
          <ac:chgData name="Prof. Sonia Singh" userId="6f675423-8f79-44df-83d5-6930672ff1de" providerId="ADAL" clId="{B7CBA9DC-FBAC-4948-B9B8-0C37222A4BC4}" dt="2023-02-13T19:21:03.936" v="337" actId="1036"/>
          <ac:spMkLst>
            <pc:docMk/>
            <pc:sldMk cId="3826638459" sldId="372"/>
            <ac:spMk id="5" creationId="{7CFE6D7A-2E43-2C1A-9E16-5F3580A7948D}"/>
          </ac:spMkLst>
        </pc:spChg>
        <pc:spChg chg="del">
          <ac:chgData name="Prof. Sonia Singh" userId="6f675423-8f79-44df-83d5-6930672ff1de" providerId="ADAL" clId="{B7CBA9DC-FBAC-4948-B9B8-0C37222A4BC4}" dt="2023-02-13T18:50:51.518" v="64" actId="478"/>
          <ac:spMkLst>
            <pc:docMk/>
            <pc:sldMk cId="3826638459" sldId="372"/>
            <ac:spMk id="112"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113"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114"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115"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116" creationId="{00000000-0000-0000-0000-000000000000}"/>
          </ac:spMkLst>
        </pc:spChg>
        <pc:spChg chg="mod">
          <ac:chgData name="Prof. Sonia Singh" userId="6f675423-8f79-44df-83d5-6930672ff1de" providerId="ADAL" clId="{B7CBA9DC-FBAC-4948-B9B8-0C37222A4BC4}" dt="2023-02-13T18:54:50.233" v="125" actId="1076"/>
          <ac:spMkLst>
            <pc:docMk/>
            <pc:sldMk cId="3826638459" sldId="372"/>
            <ac:spMk id="19544"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48"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49"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50" creationId="{00000000-0000-0000-0000-000000000000}"/>
          </ac:spMkLst>
        </pc:spChg>
        <pc:spChg chg="mod topLvl">
          <ac:chgData name="Prof. Sonia Singh" userId="6f675423-8f79-44df-83d5-6930672ff1de" providerId="ADAL" clId="{B7CBA9DC-FBAC-4948-B9B8-0C37222A4BC4}" dt="2023-02-13T18:59:06.959" v="156" actId="1038"/>
          <ac:spMkLst>
            <pc:docMk/>
            <pc:sldMk cId="3826638459" sldId="372"/>
            <ac:spMk id="19551" creationId="{00000000-0000-0000-0000-000000000000}"/>
          </ac:spMkLst>
        </pc:spChg>
        <pc:spChg chg="mod topLvl">
          <ac:chgData name="Prof. Sonia Singh" userId="6f675423-8f79-44df-83d5-6930672ff1de" providerId="ADAL" clId="{B7CBA9DC-FBAC-4948-B9B8-0C37222A4BC4}" dt="2023-02-13T19:00:34.845" v="197" actId="1038"/>
          <ac:spMkLst>
            <pc:docMk/>
            <pc:sldMk cId="3826638459" sldId="372"/>
            <ac:spMk id="19552" creationId="{00000000-0000-0000-0000-000000000000}"/>
          </ac:spMkLst>
        </pc:spChg>
        <pc:spChg chg="mod topLvl">
          <ac:chgData name="Prof. Sonia Singh" userId="6f675423-8f79-44df-83d5-6930672ff1de" providerId="ADAL" clId="{B7CBA9DC-FBAC-4948-B9B8-0C37222A4BC4}" dt="2023-02-13T19:02:20.248" v="210" actId="552"/>
          <ac:spMkLst>
            <pc:docMk/>
            <pc:sldMk cId="3826638459" sldId="372"/>
            <ac:spMk id="19553" creationId="{00000000-0000-0000-0000-000000000000}"/>
          </ac:spMkLst>
        </pc:spChg>
        <pc:spChg chg="mod topLvl">
          <ac:chgData name="Prof. Sonia Singh" userId="6f675423-8f79-44df-83d5-6930672ff1de" providerId="ADAL" clId="{B7CBA9DC-FBAC-4948-B9B8-0C37222A4BC4}" dt="2023-02-13T19:02:20.248" v="210" actId="552"/>
          <ac:spMkLst>
            <pc:docMk/>
            <pc:sldMk cId="3826638459" sldId="372"/>
            <ac:spMk id="19554" creationId="{00000000-0000-0000-0000-000000000000}"/>
          </ac:spMkLst>
        </pc:spChg>
        <pc:spChg chg="mod topLvl">
          <ac:chgData name="Prof. Sonia Singh" userId="6f675423-8f79-44df-83d5-6930672ff1de" providerId="ADAL" clId="{B7CBA9DC-FBAC-4948-B9B8-0C37222A4BC4}" dt="2023-02-13T19:00:01.875" v="181" actId="1038"/>
          <ac:spMkLst>
            <pc:docMk/>
            <pc:sldMk cId="3826638459" sldId="372"/>
            <ac:spMk id="19555" creationId="{00000000-0000-0000-0000-000000000000}"/>
          </ac:spMkLst>
        </pc:spChg>
        <pc:spChg chg="mod topLvl">
          <ac:chgData name="Prof. Sonia Singh" userId="6f675423-8f79-44df-83d5-6930672ff1de" providerId="ADAL" clId="{B7CBA9DC-FBAC-4948-B9B8-0C37222A4BC4}" dt="2023-02-13T18:59:56.304" v="171" actId="1038"/>
          <ac:spMkLst>
            <pc:docMk/>
            <pc:sldMk cId="3826638459" sldId="372"/>
            <ac:spMk id="19556" creationId="{00000000-0000-0000-0000-000000000000}"/>
          </ac:spMkLst>
        </pc:spChg>
        <pc:spChg chg="del mod topLvl">
          <ac:chgData name="Prof. Sonia Singh" userId="6f675423-8f79-44df-83d5-6930672ff1de" providerId="ADAL" clId="{B7CBA9DC-FBAC-4948-B9B8-0C37222A4BC4}" dt="2023-02-13T18:58:31.781" v="153" actId="478"/>
          <ac:spMkLst>
            <pc:docMk/>
            <pc:sldMk cId="3826638459" sldId="372"/>
            <ac:spMk id="19557" creationId="{00000000-0000-0000-0000-000000000000}"/>
          </ac:spMkLst>
        </pc:spChg>
        <pc:spChg chg="mod topLvl">
          <ac:chgData name="Prof. Sonia Singh" userId="6f675423-8f79-44df-83d5-6930672ff1de" providerId="ADAL" clId="{B7CBA9DC-FBAC-4948-B9B8-0C37222A4BC4}" dt="2023-02-13T19:30:17.355" v="357" actId="20577"/>
          <ac:spMkLst>
            <pc:docMk/>
            <pc:sldMk cId="3826638459" sldId="372"/>
            <ac:spMk id="19558"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59"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0"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1"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2"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3"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4"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5"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6" creationId="{00000000-0000-0000-0000-000000000000}"/>
          </ac:spMkLst>
        </pc:spChg>
        <pc:spChg chg="mod topLvl">
          <ac:chgData name="Prof. Sonia Singh" userId="6f675423-8f79-44df-83d5-6930672ff1de" providerId="ADAL" clId="{B7CBA9DC-FBAC-4948-B9B8-0C37222A4BC4}" dt="2023-02-13T18:53:19.154" v="121" actId="165"/>
          <ac:spMkLst>
            <pc:docMk/>
            <pc:sldMk cId="3826638459" sldId="372"/>
            <ac:spMk id="19567"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256"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257"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258"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259"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260"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261"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62"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63"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265"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266"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267"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268"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269"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270"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71" creationId="{00000000-0000-0000-0000-000000000000}"/>
          </ac:spMkLst>
        </pc:spChg>
        <pc:spChg chg="mod">
          <ac:chgData name="Prof. Sonia Singh" userId="6f675423-8f79-44df-83d5-6930672ff1de" providerId="ADAL" clId="{B7CBA9DC-FBAC-4948-B9B8-0C37222A4BC4}" dt="2023-02-13T19:02:51.565" v="212" actId="1035"/>
          <ac:spMkLst>
            <pc:docMk/>
            <pc:sldMk cId="3826638459" sldId="372"/>
            <ac:spMk id="95272"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274"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275"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276"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277"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278"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279"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80"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81"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283"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284"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285"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286"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287"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288"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89"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90"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292"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293"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294"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295"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296"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297"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98"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299"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301"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302"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303"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304"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305"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306"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07"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08"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310"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311"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312"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313"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314"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315"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16"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17"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319"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320"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321"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322"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323" creationId="{00000000-0000-0000-0000-000000000000}"/>
          </ac:spMkLst>
        </pc:spChg>
        <pc:spChg chg="mod">
          <ac:chgData name="Prof. Sonia Singh" userId="6f675423-8f79-44df-83d5-6930672ff1de" providerId="ADAL" clId="{B7CBA9DC-FBAC-4948-B9B8-0C37222A4BC4}" dt="2023-02-13T19:02:20.248" v="210" actId="552"/>
          <ac:spMkLst>
            <pc:docMk/>
            <pc:sldMk cId="3826638459" sldId="372"/>
            <ac:spMk id="95324"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25" creationId="{00000000-0000-0000-0000-000000000000}"/>
          </ac:spMkLst>
        </pc:spChg>
        <pc:spChg chg="mod">
          <ac:chgData name="Prof. Sonia Singh" userId="6f675423-8f79-44df-83d5-6930672ff1de" providerId="ADAL" clId="{B7CBA9DC-FBAC-4948-B9B8-0C37222A4BC4}" dt="2023-02-13T19:13:48.647" v="237" actId="1035"/>
          <ac:spMkLst>
            <pc:docMk/>
            <pc:sldMk cId="3826638459" sldId="372"/>
            <ac:spMk id="95326"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328"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329"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330" creationId="{00000000-0000-0000-0000-000000000000}"/>
          </ac:spMkLst>
        </pc:spChg>
        <pc:spChg chg="del">
          <ac:chgData name="Prof. Sonia Singh" userId="6f675423-8f79-44df-83d5-6930672ff1de" providerId="ADAL" clId="{B7CBA9DC-FBAC-4948-B9B8-0C37222A4BC4}" dt="2023-02-13T18:50:51.518" v="64" actId="478"/>
          <ac:spMkLst>
            <pc:docMk/>
            <pc:sldMk cId="3826638459" sldId="372"/>
            <ac:spMk id="95331" creationId="{00000000-0000-0000-0000-000000000000}"/>
          </ac:spMkLst>
        </pc:spChg>
        <pc:spChg chg="mod">
          <ac:chgData name="Prof. Sonia Singh" userId="6f675423-8f79-44df-83d5-6930672ff1de" providerId="ADAL" clId="{B7CBA9DC-FBAC-4948-B9B8-0C37222A4BC4}" dt="2023-02-13T19:01:31.050" v="206" actId="1038"/>
          <ac:spMkLst>
            <pc:docMk/>
            <pc:sldMk cId="3826638459" sldId="372"/>
            <ac:spMk id="95332" creationId="{00000000-0000-0000-0000-000000000000}"/>
          </ac:spMkLst>
        </pc:spChg>
        <pc:spChg chg="mod">
          <ac:chgData name="Prof. Sonia Singh" userId="6f675423-8f79-44df-83d5-6930672ff1de" providerId="ADAL" clId="{B7CBA9DC-FBAC-4948-B9B8-0C37222A4BC4}" dt="2023-02-13T19:02:43.376" v="211" actId="1037"/>
          <ac:spMkLst>
            <pc:docMk/>
            <pc:sldMk cId="3826638459" sldId="372"/>
            <ac:spMk id="95333"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34" creationId="{00000000-0000-0000-0000-000000000000}"/>
          </ac:spMkLst>
        </pc:spChg>
        <pc:spChg chg="mod">
          <ac:chgData name="Prof. Sonia Singh" userId="6f675423-8f79-44df-83d5-6930672ff1de" providerId="ADAL" clId="{B7CBA9DC-FBAC-4948-B9B8-0C37222A4BC4}" dt="2023-02-13T19:01:38.455" v="208" actId="1038"/>
          <ac:spMkLst>
            <pc:docMk/>
            <pc:sldMk cId="3826638459" sldId="372"/>
            <ac:spMk id="95335" creationId="{00000000-0000-0000-0000-000000000000}"/>
          </ac:spMkLst>
        </pc:spChg>
        <pc:spChg chg="mod">
          <ac:chgData name="Prof. Sonia Singh" userId="6f675423-8f79-44df-83d5-6930672ff1de" providerId="ADAL" clId="{B7CBA9DC-FBAC-4948-B9B8-0C37222A4BC4}" dt="2023-02-13T19:01:01.674" v="202" actId="1038"/>
          <ac:spMkLst>
            <pc:docMk/>
            <pc:sldMk cId="3826638459" sldId="372"/>
            <ac:spMk id="95337" creationId="{00000000-0000-0000-0000-000000000000}"/>
          </ac:spMkLst>
        </pc:spChg>
        <pc:spChg chg="del">
          <ac:chgData name="Prof. Sonia Singh" userId="6f675423-8f79-44df-83d5-6930672ff1de" providerId="ADAL" clId="{B7CBA9DC-FBAC-4948-B9B8-0C37222A4BC4}" dt="2023-02-13T18:50:22.405" v="63" actId="478"/>
          <ac:spMkLst>
            <pc:docMk/>
            <pc:sldMk cId="3826638459" sldId="372"/>
            <ac:spMk id="95338" creationId="{00000000-0000-0000-0000-000000000000}"/>
          </ac:spMkLst>
        </pc:spChg>
        <pc:spChg chg="mod">
          <ac:chgData name="Prof. Sonia Singh" userId="6f675423-8f79-44df-83d5-6930672ff1de" providerId="ADAL" clId="{B7CBA9DC-FBAC-4948-B9B8-0C37222A4BC4}" dt="2023-02-13T19:01:13.595" v="204" actId="1038"/>
          <ac:spMkLst>
            <pc:docMk/>
            <pc:sldMk cId="3826638459" sldId="372"/>
            <ac:spMk id="95339" creationId="{00000000-0000-0000-0000-000000000000}"/>
          </ac:spMkLst>
        </pc:spChg>
        <pc:spChg chg="del">
          <ac:chgData name="Prof. Sonia Singh" userId="6f675423-8f79-44df-83d5-6930672ff1de" providerId="ADAL" clId="{B7CBA9DC-FBAC-4948-B9B8-0C37222A4BC4}" dt="2023-02-13T18:52:53.246" v="118" actId="478"/>
          <ac:spMkLst>
            <pc:docMk/>
            <pc:sldMk cId="3826638459" sldId="372"/>
            <ac:spMk id="95341" creationId="{00000000-0000-0000-0000-000000000000}"/>
          </ac:spMkLst>
        </pc:spChg>
        <pc:spChg chg="del">
          <ac:chgData name="Prof. Sonia Singh" userId="6f675423-8f79-44df-83d5-6930672ff1de" providerId="ADAL" clId="{B7CBA9DC-FBAC-4948-B9B8-0C37222A4BC4}" dt="2023-02-13T18:52:50.508" v="117" actId="478"/>
          <ac:spMkLst>
            <pc:docMk/>
            <pc:sldMk cId="3826638459" sldId="372"/>
            <ac:spMk id="95342" creationId="{00000000-0000-0000-0000-000000000000}"/>
          </ac:spMkLst>
        </pc:spChg>
        <pc:spChg chg="del">
          <ac:chgData name="Prof. Sonia Singh" userId="6f675423-8f79-44df-83d5-6930672ff1de" providerId="ADAL" clId="{B7CBA9DC-FBAC-4948-B9B8-0C37222A4BC4}" dt="2023-02-13T18:52:56.665" v="119" actId="478"/>
          <ac:spMkLst>
            <pc:docMk/>
            <pc:sldMk cId="3826638459" sldId="372"/>
            <ac:spMk id="95343" creationId="{00000000-0000-0000-0000-000000000000}"/>
          </ac:spMkLst>
        </pc:spChg>
        <pc:grpChg chg="del mod">
          <ac:chgData name="Prof. Sonia Singh" userId="6f675423-8f79-44df-83d5-6930672ff1de" providerId="ADAL" clId="{B7CBA9DC-FBAC-4948-B9B8-0C37222A4BC4}" dt="2023-02-13T18:53:19.154" v="121" actId="165"/>
          <ac:grpSpMkLst>
            <pc:docMk/>
            <pc:sldMk cId="3826638459" sldId="372"/>
            <ac:grpSpMk id="2" creationId="{00000000-0000-0000-0000-000000000000}"/>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u="none"/>
            </a:lvl1pPr>
          </a:lstStyle>
          <a:p>
            <a:pPr>
              <a:defRPr/>
            </a:pPr>
            <a:endParaRPr lang="en-US"/>
          </a:p>
        </p:txBody>
      </p:sp>
      <p:sp>
        <p:nvSpPr>
          <p:cNvPr id="5120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u="none"/>
            </a:lvl1pPr>
          </a:lstStyle>
          <a:p>
            <a:pPr>
              <a:defRPr/>
            </a:pPr>
            <a:endParaRPr lang="en-US"/>
          </a:p>
        </p:txBody>
      </p:sp>
      <p:sp>
        <p:nvSpPr>
          <p:cNvPr id="5120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u="none"/>
            </a:lvl1pPr>
          </a:lstStyle>
          <a:p>
            <a:pPr>
              <a:defRPr/>
            </a:pPr>
            <a:endParaRPr lang="en-US"/>
          </a:p>
        </p:txBody>
      </p:sp>
      <p:sp>
        <p:nvSpPr>
          <p:cNvPr id="5120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u="none"/>
            </a:lvl1pPr>
          </a:lstStyle>
          <a:p>
            <a:pPr>
              <a:defRPr/>
            </a:pPr>
            <a:fld id="{98428A7D-CD72-404E-8294-607E0AD90998}" type="slidenum">
              <a:rPr lang="en-US"/>
              <a:pPr>
                <a:defRPr/>
              </a:pPr>
              <a:t>‹#›</a:t>
            </a:fld>
            <a:endParaRPr lang="en-US"/>
          </a:p>
        </p:txBody>
      </p:sp>
    </p:spTree>
    <p:extLst>
      <p:ext uri="{BB962C8B-B14F-4D97-AF65-F5344CB8AC3E}">
        <p14:creationId xmlns:p14="http://schemas.microsoft.com/office/powerpoint/2010/main" val="28171823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u="none"/>
            </a:lvl1pPr>
          </a:lstStyle>
          <a:p>
            <a:pPr>
              <a:defRPr/>
            </a:pPr>
            <a:endParaRPr lang="en-US"/>
          </a:p>
        </p:txBody>
      </p:sp>
      <p:sp>
        <p:nvSpPr>
          <p:cNvPr id="419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u="none"/>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9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u="none"/>
            </a:lvl1pPr>
          </a:lstStyle>
          <a:p>
            <a:pPr>
              <a:defRPr/>
            </a:pPr>
            <a:endParaRPr lang="en-US"/>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u="none"/>
            </a:lvl1pPr>
          </a:lstStyle>
          <a:p>
            <a:pPr>
              <a:defRPr/>
            </a:pPr>
            <a:fld id="{E2F6C206-EF14-4924-BB7C-ACA7ADA1F4E6}" type="slidenum">
              <a:rPr lang="en-US"/>
              <a:pPr>
                <a:defRPr/>
              </a:pPr>
              <a:t>‹#›</a:t>
            </a:fld>
            <a:endParaRPr lang="en-US"/>
          </a:p>
        </p:txBody>
      </p:sp>
    </p:spTree>
    <p:extLst>
      <p:ext uri="{BB962C8B-B14F-4D97-AF65-F5344CB8AC3E}">
        <p14:creationId xmlns:p14="http://schemas.microsoft.com/office/powerpoint/2010/main" val="3840644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p:spPr>
        <p:txBody>
          <a:bodyPr/>
          <a:lstStyle/>
          <a:p>
            <a:pPr eaLnBrk="1" hangingPunct="1"/>
            <a:endParaRPr lang="en-US"/>
          </a:p>
        </p:txBody>
      </p:sp>
      <p:sp>
        <p:nvSpPr>
          <p:cNvPr id="23556" name="Slide Number Placeholder 3"/>
          <p:cNvSpPr>
            <a:spLocks noGrp="1"/>
          </p:cNvSpPr>
          <p:nvPr>
            <p:ph type="sldNum" sz="quarter" idx="5"/>
          </p:nvPr>
        </p:nvSpPr>
        <p:spPr>
          <a:noFill/>
        </p:spPr>
        <p:txBody>
          <a:bodyPr/>
          <a:lstStyle/>
          <a:p>
            <a:fld id="{FF3E3B37-2EDD-4D92-A872-F82068286BCA}" type="slidenum">
              <a:rPr lang="en-US" smtClean="0"/>
              <a:pPr/>
              <a:t>1</a:t>
            </a:fld>
            <a:endParaRPr lang="en-US"/>
          </a:p>
        </p:txBody>
      </p:sp>
    </p:spTree>
    <p:extLst>
      <p:ext uri="{BB962C8B-B14F-4D97-AF65-F5344CB8AC3E}">
        <p14:creationId xmlns:p14="http://schemas.microsoft.com/office/powerpoint/2010/main" val="2648360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pPr eaLnBrk="1" hangingPunct="1"/>
            <a:endParaRPr lang="en-US"/>
          </a:p>
        </p:txBody>
      </p:sp>
      <p:sp>
        <p:nvSpPr>
          <p:cNvPr id="25604" name="Slide Number Placeholder 3"/>
          <p:cNvSpPr>
            <a:spLocks noGrp="1"/>
          </p:cNvSpPr>
          <p:nvPr>
            <p:ph type="sldNum" sz="quarter" idx="5"/>
          </p:nvPr>
        </p:nvSpPr>
        <p:spPr>
          <a:noFill/>
        </p:spPr>
        <p:txBody>
          <a:bodyPr/>
          <a:lstStyle/>
          <a:p>
            <a:fld id="{3BEB8853-BE28-4407-B3BF-C87557E77B8D}" type="slidenum">
              <a:rPr lang="en-US" smtClean="0"/>
              <a:pPr/>
              <a:t>2</a:t>
            </a:fld>
            <a:endParaRPr lang="en-US"/>
          </a:p>
        </p:txBody>
      </p:sp>
    </p:spTree>
    <p:extLst>
      <p:ext uri="{BB962C8B-B14F-4D97-AF65-F5344CB8AC3E}">
        <p14:creationId xmlns:p14="http://schemas.microsoft.com/office/powerpoint/2010/main" val="4248583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p:spPr>
        <p:txBody>
          <a:bodyPr/>
          <a:lstStyle/>
          <a:p>
            <a:pPr eaLnBrk="1" hangingPunct="1"/>
            <a:endParaRPr lang="en-US"/>
          </a:p>
        </p:txBody>
      </p:sp>
      <p:sp>
        <p:nvSpPr>
          <p:cNvPr id="28676" name="Slide Number Placeholder 3"/>
          <p:cNvSpPr>
            <a:spLocks noGrp="1"/>
          </p:cNvSpPr>
          <p:nvPr>
            <p:ph type="sldNum" sz="quarter" idx="5"/>
          </p:nvPr>
        </p:nvSpPr>
        <p:spPr>
          <a:noFill/>
        </p:spPr>
        <p:txBody>
          <a:bodyPr/>
          <a:lstStyle/>
          <a:p>
            <a:fld id="{16F4FF9D-F59A-4596-9B31-861F52A5FAC8}" type="slidenum">
              <a:rPr lang="en-US" smtClean="0"/>
              <a:pPr/>
              <a:t>3</a:t>
            </a:fld>
            <a:endParaRPr lang="en-US"/>
          </a:p>
        </p:txBody>
      </p:sp>
    </p:spTree>
    <p:extLst>
      <p:ext uri="{BB962C8B-B14F-4D97-AF65-F5344CB8AC3E}">
        <p14:creationId xmlns:p14="http://schemas.microsoft.com/office/powerpoint/2010/main" val="205289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p:spPr>
        <p:txBody>
          <a:bodyPr/>
          <a:lstStyle/>
          <a:p>
            <a:pPr eaLnBrk="1" hangingPunct="1"/>
            <a:endParaRPr lang="en-US"/>
          </a:p>
        </p:txBody>
      </p:sp>
      <p:sp>
        <p:nvSpPr>
          <p:cNvPr id="29700" name="Slide Number Placeholder 3"/>
          <p:cNvSpPr>
            <a:spLocks noGrp="1"/>
          </p:cNvSpPr>
          <p:nvPr>
            <p:ph type="sldNum" sz="quarter" idx="5"/>
          </p:nvPr>
        </p:nvSpPr>
        <p:spPr>
          <a:noFill/>
        </p:spPr>
        <p:txBody>
          <a:bodyPr/>
          <a:lstStyle/>
          <a:p>
            <a:fld id="{4866C85E-EE65-47DF-AF79-44C7EE897964}" type="slidenum">
              <a:rPr lang="en-US" smtClean="0"/>
              <a:pPr/>
              <a:t>4</a:t>
            </a:fld>
            <a:endParaRPr lang="en-US"/>
          </a:p>
        </p:txBody>
      </p:sp>
    </p:spTree>
    <p:extLst>
      <p:ext uri="{BB962C8B-B14F-4D97-AF65-F5344CB8AC3E}">
        <p14:creationId xmlns:p14="http://schemas.microsoft.com/office/powerpoint/2010/main" val="2007351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pPr eaLnBrk="1" hangingPunct="1"/>
            <a:endParaRPr lang="en-US"/>
          </a:p>
        </p:txBody>
      </p:sp>
      <p:sp>
        <p:nvSpPr>
          <p:cNvPr id="37892" name="Slide Number Placeholder 3"/>
          <p:cNvSpPr>
            <a:spLocks noGrp="1"/>
          </p:cNvSpPr>
          <p:nvPr>
            <p:ph type="sldNum" sz="quarter" idx="5"/>
          </p:nvPr>
        </p:nvSpPr>
        <p:spPr>
          <a:noFill/>
        </p:spPr>
        <p:txBody>
          <a:bodyPr/>
          <a:lstStyle/>
          <a:p>
            <a:fld id="{91A7C9D4-30B4-422E-810E-6C98422A1EC3}" type="slidenum">
              <a:rPr lang="en-US" smtClean="0"/>
              <a:pPr/>
              <a:t>6</a:t>
            </a:fld>
            <a:endParaRPr lang="en-US"/>
          </a:p>
        </p:txBody>
      </p:sp>
    </p:spTree>
    <p:extLst>
      <p:ext uri="{BB962C8B-B14F-4D97-AF65-F5344CB8AC3E}">
        <p14:creationId xmlns:p14="http://schemas.microsoft.com/office/powerpoint/2010/main" val="405458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p:spPr>
        <p:txBody>
          <a:bodyPr/>
          <a:lstStyle/>
          <a:p>
            <a:pPr eaLnBrk="1" hangingPunct="1"/>
            <a:endParaRPr lang="en-US"/>
          </a:p>
        </p:txBody>
      </p:sp>
      <p:sp>
        <p:nvSpPr>
          <p:cNvPr id="26628" name="Slide Number Placeholder 3"/>
          <p:cNvSpPr>
            <a:spLocks noGrp="1"/>
          </p:cNvSpPr>
          <p:nvPr>
            <p:ph type="sldNum" sz="quarter" idx="5"/>
          </p:nvPr>
        </p:nvSpPr>
        <p:spPr>
          <a:noFill/>
        </p:spPr>
        <p:txBody>
          <a:bodyPr/>
          <a:lstStyle/>
          <a:p>
            <a:fld id="{EBC54109-0F03-4039-B22A-1F41359E82BB}" type="slidenum">
              <a:rPr lang="en-US" smtClean="0"/>
              <a:pPr/>
              <a:t>7</a:t>
            </a:fld>
            <a:endParaRPr lang="en-US"/>
          </a:p>
        </p:txBody>
      </p:sp>
    </p:spTree>
    <p:extLst>
      <p:ext uri="{BB962C8B-B14F-4D97-AF65-F5344CB8AC3E}">
        <p14:creationId xmlns:p14="http://schemas.microsoft.com/office/powerpoint/2010/main" val="3150670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5C1E146A-4744-4B4A-9536-82B605FDBEF9}" type="slidenum">
              <a:rPr lang="en-US" smtClean="0"/>
              <a:pPr/>
              <a:t>8</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xfrm>
            <a:off x="914400" y="4343400"/>
            <a:ext cx="5029200" cy="4114800"/>
          </a:xfrm>
          <a:noFill/>
          <a:ln/>
        </p:spPr>
        <p:txBody>
          <a:bodyPr/>
          <a:lstStyle/>
          <a:p>
            <a:pPr eaLnBrk="1" hangingPunct="1"/>
            <a:r>
              <a:rPr lang="en-US"/>
              <a:t>Certain events trigger other events.</a:t>
            </a:r>
          </a:p>
          <a:p>
            <a:pPr eaLnBrk="1" hangingPunct="1"/>
            <a:r>
              <a:rPr lang="en-US"/>
              <a:t>Time of next event of a certain type can be determined only when the triggering event is known.</a:t>
            </a:r>
          </a:p>
          <a:p>
            <a:pPr eaLnBrk="1" hangingPunct="1"/>
            <a:r>
              <a:rPr lang="en-US"/>
              <a:t>An arrival triggers another arrival. Why?</a:t>
            </a:r>
          </a:p>
          <a:p>
            <a:pPr eaLnBrk="1" hangingPunct="1"/>
            <a:r>
              <a:rPr lang="en-US"/>
              <a:t>Start of a service triggers a service completion.</a:t>
            </a:r>
          </a:p>
          <a:p>
            <a:pPr eaLnBrk="1" hangingPunct="1"/>
            <a:r>
              <a:rPr lang="en-US"/>
              <a:t>Start of a service will coincide with either</a:t>
            </a:r>
          </a:p>
          <a:p>
            <a:pPr eaLnBrk="1" hangingPunct="1"/>
            <a:r>
              <a:rPr lang="en-US"/>
              <a:t>	a) arrival of a customer, when system is in state 0</a:t>
            </a:r>
          </a:p>
          <a:p>
            <a:pPr eaLnBrk="1" hangingPunct="1"/>
            <a:r>
              <a:rPr lang="en-US"/>
              <a:t>or	b) completion of service already in progress.</a:t>
            </a:r>
          </a:p>
          <a:p>
            <a:pPr eaLnBrk="1" hangingPunct="1"/>
            <a:endParaRPr lang="en-US"/>
          </a:p>
        </p:txBody>
      </p:sp>
    </p:spTree>
    <p:extLst>
      <p:ext uri="{BB962C8B-B14F-4D97-AF65-F5344CB8AC3E}">
        <p14:creationId xmlns:p14="http://schemas.microsoft.com/office/powerpoint/2010/main" val="1139848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85810B53-4DD8-4928-820C-4CF25675A66C}" type="slidenum">
              <a:rPr lang="en-US" smtClean="0"/>
              <a:pPr/>
              <a:t>9</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1585210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EFC493C-70FD-4E75-891E-251625FD6121}"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38100" dist="38100" dir="2700000" algn="tl">
                    <a:srgbClr val="000000">
                      <a:alpha val="43137"/>
                    </a:srgbClr>
                  </a:outerShdw>
                </a:effectLst>
                <a:latin typeface="Calibri"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3F93745-9C0A-494F-8A3E-0A88AD1E7A77}"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AFE45C0-364C-4D86-9D23-00E82EA0694A}"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990600"/>
            <a:ext cx="41529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90600"/>
            <a:ext cx="41529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DB5F257-F3C6-4CDC-A3D9-6A6EBB2731DA}"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32C65A0-7AB1-4D8A-BC2A-F42A280D126D}"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01313D4-60AD-49F8-BD7B-32699D561545}"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5E5008A-7BCB-4937-BD6B-5902A02AFCDF}"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3946B57-34FA-484D-BBFD-A70CD3EF6F5B}"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4D4B53D-0A17-45A8-8262-5C01D0D42838}"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533F1F9-9A68-40E1-B987-464EA1450F7C}"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152400"/>
            <a:ext cx="211455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9125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C2C00F4-7673-47CB-BA99-9B2D394C0766}"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CF5287C-F190-4106-869E-4BBC3E1B8A67}"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38100" dist="38100" dir="2700000" algn="tl">
                    <a:srgbClr val="000000">
                      <a:alpha val="43137"/>
                    </a:srgbClr>
                  </a:outerShdw>
                </a:effectLst>
                <a:latin typeface="Calibri"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77DEEAC-D3BB-4D60-A283-17EE33F3A78A}"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D94BB12-2B23-4227-86C1-4C494980DC1E}"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990600"/>
            <a:ext cx="41529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90600"/>
            <a:ext cx="41529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18396E7-FF33-434A-B808-EC18C5693216}" type="slidenum">
              <a:rPr lang="en-US"/>
              <a:pPr>
                <a:defRPr/>
              </a:pPr>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92227AC-605B-4E04-9988-AC7A3C981F28}" type="slidenum">
              <a:rPr lang="en-US"/>
              <a:pPr>
                <a:defRPr/>
              </a:pPr>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ED05BF55-C275-42B5-9EA5-8B0433F30484}" type="slidenum">
              <a:rPr lang="en-US"/>
              <a:pPr>
                <a:defRPr/>
              </a:pPr>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4EBB4B7-1D79-4F2E-B4B3-2FE79B4F0ED8}" type="slidenum">
              <a:rPr lang="en-US"/>
              <a:pPr>
                <a:defRPr/>
              </a:pPr>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AC2D50E-4088-4AB7-89DD-CDEC12A53CB2}" type="slidenum">
              <a:rPr lang="en-US"/>
              <a:pPr>
                <a:defRPr/>
              </a:pPr>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A4A0BD-B411-4512-8AB7-7BCDFA2DC171}" type="slidenum">
              <a:rPr lang="en-US"/>
              <a:pPr>
                <a:defRPr/>
              </a:pPr>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9EF9CAF-587A-4043-BB91-1EB065E94746}" type="slidenum">
              <a:rPr lang="en-US"/>
              <a:pPr>
                <a:defRPr/>
              </a:pPr>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152400"/>
            <a:ext cx="211455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9125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0D1A554-C693-4DA4-A3BD-7233628C55E8}"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458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81000" y="990600"/>
            <a:ext cx="8458200" cy="5638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u="none"/>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u="none"/>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u="none"/>
            </a:lvl1pPr>
          </a:lstStyle>
          <a:p>
            <a:pPr>
              <a:defRPr/>
            </a:pPr>
            <a:fld id="{09597563-FF2C-490A-BF51-C691D7A82AF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slide(fromBottom)">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slide(fromBottom)">
                                      <p:cBhvr>
                                        <p:cTn id="12" dur="500"/>
                                        <p:tgtEl>
                                          <p:spTgt spid="1027">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animEffect transition="in" filter="slide(fromBottom)">
                                      <p:cBhvr>
                                        <p:cTn id="15" dur="500"/>
                                        <p:tgtEl>
                                          <p:spTgt spid="1027">
                                            <p:txEl>
                                              <p:pRg st="2" end="2"/>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027">
                                            <p:txEl>
                                              <p:pRg st="3" end="3"/>
                                            </p:txEl>
                                          </p:spTgt>
                                        </p:tgtEl>
                                        <p:attrNameLst>
                                          <p:attrName>style.visibility</p:attrName>
                                        </p:attrNameLst>
                                      </p:cBhvr>
                                      <p:to>
                                        <p:strVal val="visible"/>
                                      </p:to>
                                    </p:set>
                                    <p:animEffect transition="in" filter="slide(fromBottom)">
                                      <p:cBhvr>
                                        <p:cTn id="18" dur="500"/>
                                        <p:tgtEl>
                                          <p:spTgt spid="1027">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027">
                                            <p:txEl>
                                              <p:pRg st="4" end="4"/>
                                            </p:txEl>
                                          </p:spTgt>
                                        </p:tgtEl>
                                        <p:attrNameLst>
                                          <p:attrName>style.visibility</p:attrName>
                                        </p:attrNameLst>
                                      </p:cBhvr>
                                      <p:to>
                                        <p:strVal val="visible"/>
                                      </p:to>
                                    </p:set>
                                    <p:animEffect transition="in" filter="slide(fromBottom)">
                                      <p:cBhvr>
                                        <p:cTn id="21"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2">
            <p:tnLst>
              <p:par>
                <p:cTn presetID="1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3">
            <p:tnLst>
              <p:par>
                <p:cTn presetID="1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4">
            <p:tnLst>
              <p:par>
                <p:cTn presetID="1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5">
            <p:tnLst>
              <p:par>
                <p:cTn presetID="1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3600">
          <a:solidFill>
            <a:srgbClr val="000066"/>
          </a:solidFill>
          <a:latin typeface="+mj-lt"/>
          <a:ea typeface="+mj-ea"/>
          <a:cs typeface="+mj-cs"/>
        </a:defRPr>
      </a:lvl1pPr>
      <a:lvl2pPr algn="ctr" rtl="0" eaLnBrk="0" fontAlgn="base" hangingPunct="0">
        <a:spcBef>
          <a:spcPct val="0"/>
        </a:spcBef>
        <a:spcAft>
          <a:spcPct val="0"/>
        </a:spcAft>
        <a:defRPr sz="3600">
          <a:solidFill>
            <a:srgbClr val="000066"/>
          </a:solidFill>
          <a:latin typeface="Arial" charset="0"/>
        </a:defRPr>
      </a:lvl2pPr>
      <a:lvl3pPr algn="ctr" rtl="0" eaLnBrk="0" fontAlgn="base" hangingPunct="0">
        <a:spcBef>
          <a:spcPct val="0"/>
        </a:spcBef>
        <a:spcAft>
          <a:spcPct val="0"/>
        </a:spcAft>
        <a:defRPr sz="3600">
          <a:solidFill>
            <a:srgbClr val="000066"/>
          </a:solidFill>
          <a:latin typeface="Arial" charset="0"/>
        </a:defRPr>
      </a:lvl3pPr>
      <a:lvl4pPr algn="ctr" rtl="0" eaLnBrk="0" fontAlgn="base" hangingPunct="0">
        <a:spcBef>
          <a:spcPct val="0"/>
        </a:spcBef>
        <a:spcAft>
          <a:spcPct val="0"/>
        </a:spcAft>
        <a:defRPr sz="3600">
          <a:solidFill>
            <a:srgbClr val="000066"/>
          </a:solidFill>
          <a:latin typeface="Arial" charset="0"/>
        </a:defRPr>
      </a:lvl4pPr>
      <a:lvl5pPr algn="ctr" rtl="0" eaLnBrk="0" fontAlgn="base" hangingPunct="0">
        <a:spcBef>
          <a:spcPct val="0"/>
        </a:spcBef>
        <a:spcAft>
          <a:spcPct val="0"/>
        </a:spcAft>
        <a:defRPr sz="3600">
          <a:solidFill>
            <a:srgbClr val="000066"/>
          </a:solidFill>
          <a:latin typeface="Arial" charset="0"/>
        </a:defRPr>
      </a:lvl5pPr>
      <a:lvl6pPr marL="457200" algn="ctr" rtl="0" fontAlgn="base">
        <a:spcBef>
          <a:spcPct val="0"/>
        </a:spcBef>
        <a:spcAft>
          <a:spcPct val="0"/>
        </a:spcAft>
        <a:defRPr sz="3600">
          <a:solidFill>
            <a:srgbClr val="000066"/>
          </a:solidFill>
          <a:latin typeface="Arial" charset="0"/>
        </a:defRPr>
      </a:lvl6pPr>
      <a:lvl7pPr marL="914400" algn="ctr" rtl="0" fontAlgn="base">
        <a:spcBef>
          <a:spcPct val="0"/>
        </a:spcBef>
        <a:spcAft>
          <a:spcPct val="0"/>
        </a:spcAft>
        <a:defRPr sz="3600">
          <a:solidFill>
            <a:srgbClr val="000066"/>
          </a:solidFill>
          <a:latin typeface="Arial" charset="0"/>
        </a:defRPr>
      </a:lvl7pPr>
      <a:lvl8pPr marL="1371600" algn="ctr" rtl="0" fontAlgn="base">
        <a:spcBef>
          <a:spcPct val="0"/>
        </a:spcBef>
        <a:spcAft>
          <a:spcPct val="0"/>
        </a:spcAft>
        <a:defRPr sz="3600">
          <a:solidFill>
            <a:srgbClr val="000066"/>
          </a:solidFill>
          <a:latin typeface="Arial" charset="0"/>
        </a:defRPr>
      </a:lvl8pPr>
      <a:lvl9pPr marL="1828800" algn="ctr" rtl="0" fontAlgn="base">
        <a:spcBef>
          <a:spcPct val="0"/>
        </a:spcBef>
        <a:spcAft>
          <a:spcPct val="0"/>
        </a:spcAft>
        <a:defRPr sz="3600">
          <a:solidFill>
            <a:srgbClr val="000066"/>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458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81000" y="990600"/>
            <a:ext cx="8458200" cy="5638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u="none"/>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u="none"/>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u="none"/>
            </a:lvl1pPr>
          </a:lstStyle>
          <a:p>
            <a:pPr>
              <a:defRPr/>
            </a:pPr>
            <a:fld id="{C0FFA83A-7011-4CC4-9FA3-36F04F60F76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slide(fromBottom)">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slide(fromBottom)">
                                      <p:cBhvr>
                                        <p:cTn id="12" dur="500"/>
                                        <p:tgtEl>
                                          <p:spTgt spid="1027">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animEffect transition="in" filter="slide(fromBottom)">
                                      <p:cBhvr>
                                        <p:cTn id="15" dur="500"/>
                                        <p:tgtEl>
                                          <p:spTgt spid="1027">
                                            <p:txEl>
                                              <p:pRg st="2" end="2"/>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027">
                                            <p:txEl>
                                              <p:pRg st="3" end="3"/>
                                            </p:txEl>
                                          </p:spTgt>
                                        </p:tgtEl>
                                        <p:attrNameLst>
                                          <p:attrName>style.visibility</p:attrName>
                                        </p:attrNameLst>
                                      </p:cBhvr>
                                      <p:to>
                                        <p:strVal val="visible"/>
                                      </p:to>
                                    </p:set>
                                    <p:animEffect transition="in" filter="slide(fromBottom)">
                                      <p:cBhvr>
                                        <p:cTn id="18" dur="500"/>
                                        <p:tgtEl>
                                          <p:spTgt spid="1027">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027">
                                            <p:txEl>
                                              <p:pRg st="4" end="4"/>
                                            </p:txEl>
                                          </p:spTgt>
                                        </p:tgtEl>
                                        <p:attrNameLst>
                                          <p:attrName>style.visibility</p:attrName>
                                        </p:attrNameLst>
                                      </p:cBhvr>
                                      <p:to>
                                        <p:strVal val="visible"/>
                                      </p:to>
                                    </p:set>
                                    <p:animEffect transition="in" filter="slide(fromBottom)">
                                      <p:cBhvr>
                                        <p:cTn id="21"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2">
            <p:tnLst>
              <p:par>
                <p:cTn presetID="12" presetClass="entr" presetSubtype="4"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3">
            <p:tnLst>
              <p:par>
                <p:cTn presetID="1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4">
            <p:tnLst>
              <p:par>
                <p:cTn presetID="1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 lvl="5">
            <p:tnLst>
              <p:par>
                <p:cTn presetID="12" presetClass="entr" presetSubtype="4"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slide(fromBottom)">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3600">
          <a:solidFill>
            <a:srgbClr val="000066"/>
          </a:solidFill>
          <a:latin typeface="+mj-lt"/>
          <a:ea typeface="+mj-ea"/>
          <a:cs typeface="+mj-cs"/>
        </a:defRPr>
      </a:lvl1pPr>
      <a:lvl2pPr algn="ctr" rtl="0" eaLnBrk="0" fontAlgn="base" hangingPunct="0">
        <a:spcBef>
          <a:spcPct val="0"/>
        </a:spcBef>
        <a:spcAft>
          <a:spcPct val="0"/>
        </a:spcAft>
        <a:defRPr sz="3600">
          <a:solidFill>
            <a:srgbClr val="000066"/>
          </a:solidFill>
          <a:latin typeface="Arial" charset="0"/>
        </a:defRPr>
      </a:lvl2pPr>
      <a:lvl3pPr algn="ctr" rtl="0" eaLnBrk="0" fontAlgn="base" hangingPunct="0">
        <a:spcBef>
          <a:spcPct val="0"/>
        </a:spcBef>
        <a:spcAft>
          <a:spcPct val="0"/>
        </a:spcAft>
        <a:defRPr sz="3600">
          <a:solidFill>
            <a:srgbClr val="000066"/>
          </a:solidFill>
          <a:latin typeface="Arial" charset="0"/>
        </a:defRPr>
      </a:lvl3pPr>
      <a:lvl4pPr algn="ctr" rtl="0" eaLnBrk="0" fontAlgn="base" hangingPunct="0">
        <a:spcBef>
          <a:spcPct val="0"/>
        </a:spcBef>
        <a:spcAft>
          <a:spcPct val="0"/>
        </a:spcAft>
        <a:defRPr sz="3600">
          <a:solidFill>
            <a:srgbClr val="000066"/>
          </a:solidFill>
          <a:latin typeface="Arial" charset="0"/>
        </a:defRPr>
      </a:lvl4pPr>
      <a:lvl5pPr algn="ctr" rtl="0" eaLnBrk="0" fontAlgn="base" hangingPunct="0">
        <a:spcBef>
          <a:spcPct val="0"/>
        </a:spcBef>
        <a:spcAft>
          <a:spcPct val="0"/>
        </a:spcAft>
        <a:defRPr sz="3600">
          <a:solidFill>
            <a:srgbClr val="000066"/>
          </a:solidFill>
          <a:latin typeface="Arial" charset="0"/>
        </a:defRPr>
      </a:lvl5pPr>
      <a:lvl6pPr marL="457200" algn="ctr" rtl="0" fontAlgn="base">
        <a:spcBef>
          <a:spcPct val="0"/>
        </a:spcBef>
        <a:spcAft>
          <a:spcPct val="0"/>
        </a:spcAft>
        <a:defRPr sz="3600">
          <a:solidFill>
            <a:srgbClr val="000066"/>
          </a:solidFill>
          <a:latin typeface="Arial" charset="0"/>
        </a:defRPr>
      </a:lvl6pPr>
      <a:lvl7pPr marL="914400" algn="ctr" rtl="0" fontAlgn="base">
        <a:spcBef>
          <a:spcPct val="0"/>
        </a:spcBef>
        <a:spcAft>
          <a:spcPct val="0"/>
        </a:spcAft>
        <a:defRPr sz="3600">
          <a:solidFill>
            <a:srgbClr val="000066"/>
          </a:solidFill>
          <a:latin typeface="Arial" charset="0"/>
        </a:defRPr>
      </a:lvl7pPr>
      <a:lvl8pPr marL="1371600" algn="ctr" rtl="0" fontAlgn="base">
        <a:spcBef>
          <a:spcPct val="0"/>
        </a:spcBef>
        <a:spcAft>
          <a:spcPct val="0"/>
        </a:spcAft>
        <a:defRPr sz="3600">
          <a:solidFill>
            <a:srgbClr val="000066"/>
          </a:solidFill>
          <a:latin typeface="Arial" charset="0"/>
        </a:defRPr>
      </a:lvl8pPr>
      <a:lvl9pPr marL="1828800" algn="ctr" rtl="0" fontAlgn="base">
        <a:spcBef>
          <a:spcPct val="0"/>
        </a:spcBef>
        <a:spcAft>
          <a:spcPct val="0"/>
        </a:spcAft>
        <a:defRPr sz="3600">
          <a:solidFill>
            <a:srgbClr val="000066"/>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defRPr/>
            </a:pPr>
            <a:r>
              <a:rPr lang="en-US"/>
              <a:t>Simulation</a:t>
            </a:r>
          </a:p>
        </p:txBody>
      </p:sp>
      <p:sp>
        <p:nvSpPr>
          <p:cNvPr id="2051" name="Rectangle 3"/>
          <p:cNvSpPr>
            <a:spLocks noGrp="1" noChangeArrowheads="1"/>
          </p:cNvSpPr>
          <p:nvPr>
            <p:ph type="body" idx="1"/>
          </p:nvPr>
        </p:nvSpPr>
        <p:spPr>
          <a:xfrm>
            <a:off x="381000" y="1447800"/>
            <a:ext cx="8458200" cy="5029200"/>
          </a:xfrm>
        </p:spPr>
        <p:txBody>
          <a:bodyPr/>
          <a:lstStyle/>
          <a:p>
            <a:pPr eaLnBrk="1" hangingPunct="1">
              <a:lnSpc>
                <a:spcPct val="90000"/>
              </a:lnSpc>
            </a:pPr>
            <a:r>
              <a:rPr lang="en-US"/>
              <a:t>Create the </a:t>
            </a:r>
            <a:r>
              <a:rPr lang="en-US">
                <a:solidFill>
                  <a:srgbClr val="0066CC"/>
                </a:solidFill>
              </a:rPr>
              <a:t>effect</a:t>
            </a:r>
            <a:r>
              <a:rPr lang="en-US"/>
              <a:t> or </a:t>
            </a:r>
            <a:r>
              <a:rPr lang="en-US">
                <a:solidFill>
                  <a:srgbClr val="0066CC"/>
                </a:solidFill>
              </a:rPr>
              <a:t>appearance</a:t>
            </a:r>
            <a:r>
              <a:rPr lang="en-US"/>
              <a:t> of something.</a:t>
            </a:r>
          </a:p>
          <a:p>
            <a:pPr eaLnBrk="1" hangingPunct="1">
              <a:lnSpc>
                <a:spcPct val="90000"/>
              </a:lnSpc>
              <a:buFontTx/>
              <a:buNone/>
            </a:pPr>
            <a:r>
              <a:rPr lang="en-US"/>
              <a:t>OR</a:t>
            </a:r>
          </a:p>
          <a:p>
            <a:pPr eaLnBrk="1" hangingPunct="1">
              <a:lnSpc>
                <a:spcPct val="90000"/>
              </a:lnSpc>
            </a:pPr>
            <a:r>
              <a:rPr lang="en-US">
                <a:solidFill>
                  <a:srgbClr val="0066CC"/>
                </a:solidFill>
              </a:rPr>
              <a:t>Imitate</a:t>
            </a:r>
            <a:r>
              <a:rPr lang="en-US"/>
              <a:t> (mimic) the operation of </a:t>
            </a:r>
            <a:r>
              <a:rPr lang="en-US" i="1"/>
              <a:t>an entire process</a:t>
            </a:r>
            <a:r>
              <a:rPr lang="en-US"/>
              <a:t> or </a:t>
            </a:r>
            <a:r>
              <a:rPr lang="en-US" i="1"/>
              <a:t>system</a:t>
            </a:r>
            <a:r>
              <a:rPr lang="en-US"/>
              <a:t> using a computer.</a:t>
            </a:r>
          </a:p>
          <a:p>
            <a:pPr lvl="1" eaLnBrk="1" hangingPunct="1">
              <a:lnSpc>
                <a:spcPct val="90000"/>
              </a:lnSpc>
            </a:pPr>
            <a:r>
              <a:rPr lang="en-US">
                <a:solidFill>
                  <a:srgbClr val="0070C0"/>
                </a:solidFill>
              </a:rPr>
              <a:t>Randomly generating and recording the outcomes which drive the system as if it were actual operating.</a:t>
            </a:r>
          </a:p>
          <a:p>
            <a:pPr eaLnBrk="1" hangingPunct="1">
              <a:lnSpc>
                <a:spcPct val="90000"/>
              </a:lnSpc>
              <a:buFontTx/>
              <a:buNone/>
            </a:pPr>
            <a:endParaRPr lang="en-US" sz="2400"/>
          </a:p>
          <a:p>
            <a:pPr eaLnBrk="1" hangingPunct="1">
              <a:lnSpc>
                <a:spcPct val="90000"/>
              </a:lnSpc>
            </a:pPr>
            <a:r>
              <a:rPr lang="en-US">
                <a:solidFill>
                  <a:srgbClr val="0066CC"/>
                </a:solidFill>
              </a:rPr>
              <a:t>Flight simulators</a:t>
            </a:r>
            <a:r>
              <a:rPr lang="en-US"/>
              <a:t> used to train Pilots.</a:t>
            </a:r>
          </a:p>
          <a:p>
            <a:pPr eaLnBrk="1" hangingPunct="1">
              <a:lnSpc>
                <a:spcPct val="90000"/>
              </a:lnSpc>
            </a:pPr>
            <a:r>
              <a:rPr lang="en-US">
                <a:solidFill>
                  <a:srgbClr val="0066CC"/>
                </a:solidFill>
              </a:rPr>
              <a:t>Wind tunnel</a:t>
            </a:r>
            <a:r>
              <a:rPr lang="en-US"/>
              <a:t> experiments to test </a:t>
            </a:r>
            <a:r>
              <a:rPr lang="en-US" u="sng"/>
              <a:t>new aircraft</a:t>
            </a:r>
            <a:r>
              <a:rPr lang="en-US"/>
              <a:t> designs.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t>Purpose of Simulation</a:t>
            </a:r>
          </a:p>
        </p:txBody>
      </p:sp>
      <p:sp>
        <p:nvSpPr>
          <p:cNvPr id="4099" name="Rectangle 3"/>
          <p:cNvSpPr>
            <a:spLocks noGrp="1" noChangeArrowheads="1"/>
          </p:cNvSpPr>
          <p:nvPr>
            <p:ph type="body" idx="1"/>
          </p:nvPr>
        </p:nvSpPr>
        <p:spPr/>
        <p:txBody>
          <a:bodyPr/>
          <a:lstStyle/>
          <a:p>
            <a:pPr eaLnBrk="1" hangingPunct="1"/>
            <a:r>
              <a:rPr lang="en-US" sz="2600"/>
              <a:t>Simulation of a newly designed system is necessary to avoid</a:t>
            </a:r>
          </a:p>
          <a:p>
            <a:pPr eaLnBrk="1" hangingPunct="1">
              <a:buFontTx/>
              <a:buNone/>
            </a:pPr>
            <a:r>
              <a:rPr lang="en-US" sz="2600">
                <a:solidFill>
                  <a:srgbClr val="0066CC"/>
                </a:solidFill>
              </a:rPr>
              <a:t>			- Danger, Cost,  Time</a:t>
            </a:r>
          </a:p>
          <a:p>
            <a:pPr eaLnBrk="1" hangingPunct="1"/>
            <a:r>
              <a:rPr lang="en-US" sz="2600"/>
              <a:t>To Determine</a:t>
            </a:r>
          </a:p>
          <a:p>
            <a:pPr eaLnBrk="1" hangingPunct="1">
              <a:buFontTx/>
              <a:buNone/>
            </a:pPr>
            <a:r>
              <a:rPr lang="en-US" sz="2600"/>
              <a:t>		Optimum operating policies</a:t>
            </a:r>
          </a:p>
          <a:p>
            <a:pPr eaLnBrk="1" hangingPunct="1">
              <a:buFontTx/>
              <a:buNone/>
            </a:pPr>
            <a:r>
              <a:rPr lang="en-US" sz="2600"/>
              <a:t>		Optimum parameter values</a:t>
            </a:r>
          </a:p>
          <a:p>
            <a:pPr eaLnBrk="1" hangingPunct="1">
              <a:buFontTx/>
              <a:buNone/>
            </a:pPr>
            <a:r>
              <a:rPr lang="en-US" sz="2600"/>
              <a:t>		Performance characteristics</a:t>
            </a:r>
          </a:p>
          <a:p>
            <a:pPr eaLnBrk="1" hangingPunct="1"/>
            <a:r>
              <a:rPr lang="en-US" sz="2600"/>
              <a:t>Analytical Methods are not always adequate</a:t>
            </a:r>
          </a:p>
          <a:p>
            <a:pPr eaLnBrk="1" hangingPunct="1">
              <a:buFontTx/>
              <a:buNone/>
            </a:pPr>
            <a:r>
              <a:rPr lang="en-US" sz="2600"/>
              <a:t>		</a:t>
            </a:r>
            <a:r>
              <a:rPr lang="en-US" sz="2600">
                <a:solidFill>
                  <a:srgbClr val="0066CC"/>
                </a:solidFill>
              </a:rPr>
              <a:t>M/G/s  G/G/1</a:t>
            </a:r>
            <a:r>
              <a:rPr lang="en-US" sz="2600"/>
              <a:t> Queuing Systems </a:t>
            </a:r>
          </a:p>
          <a:p>
            <a:pPr eaLnBrk="1" hangingPunct="1"/>
            <a:r>
              <a:rPr lang="en-US" sz="2600"/>
              <a:t>Large Systems - Too Complex for analytical methods</a:t>
            </a:r>
          </a:p>
          <a:p>
            <a:pPr eaLnBrk="1" hangingPunct="1"/>
            <a:r>
              <a:rPr lang="en-US" sz="2600"/>
              <a:t>Networks of queues</a:t>
            </a:r>
          </a:p>
          <a:p>
            <a:pPr eaLnBrk="1" hangingPunct="1"/>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defRPr/>
            </a:pPr>
            <a:r>
              <a:rPr lang="en-US"/>
              <a:t>Example</a:t>
            </a:r>
          </a:p>
        </p:txBody>
      </p:sp>
      <p:sp>
        <p:nvSpPr>
          <p:cNvPr id="7171" name="Rectangle 3"/>
          <p:cNvSpPr>
            <a:spLocks noGrp="1" noChangeArrowheads="1"/>
          </p:cNvSpPr>
          <p:nvPr>
            <p:ph type="body" idx="1"/>
          </p:nvPr>
        </p:nvSpPr>
        <p:spPr>
          <a:xfrm>
            <a:off x="228600" y="990600"/>
            <a:ext cx="8763000" cy="5638800"/>
          </a:xfrm>
        </p:spPr>
        <p:txBody>
          <a:bodyPr/>
          <a:lstStyle/>
          <a:p>
            <a:pPr marL="457200" indent="-457200" eaLnBrk="1" hangingPunct="1">
              <a:tabLst>
                <a:tab pos="457200" algn="l"/>
              </a:tabLst>
            </a:pPr>
            <a:r>
              <a:rPr lang="en-US"/>
              <a:t>A coin tossing game</a:t>
            </a:r>
          </a:p>
          <a:p>
            <a:pPr marL="457200" indent="-457200" eaLnBrk="1" hangingPunct="1">
              <a:buFontTx/>
              <a:buNone/>
              <a:tabLst>
                <a:tab pos="457200" algn="l"/>
              </a:tabLst>
            </a:pPr>
            <a:r>
              <a:rPr lang="en-US"/>
              <a:t>		- You pay </a:t>
            </a:r>
            <a:r>
              <a:rPr lang="en-US">
                <a:solidFill>
                  <a:srgbClr val="CC0099"/>
                </a:solidFill>
              </a:rPr>
              <a:t>Re.1</a:t>
            </a:r>
            <a:r>
              <a:rPr lang="en-US"/>
              <a:t> for </a:t>
            </a:r>
            <a:r>
              <a:rPr lang="en-US">
                <a:solidFill>
                  <a:srgbClr val="CC0099"/>
                </a:solidFill>
              </a:rPr>
              <a:t>each toss</a:t>
            </a:r>
          </a:p>
          <a:p>
            <a:pPr marL="457200" indent="-457200" eaLnBrk="1" hangingPunct="1">
              <a:buFontTx/>
              <a:buNone/>
              <a:tabLst>
                <a:tab pos="457200" algn="l"/>
              </a:tabLst>
            </a:pPr>
            <a:r>
              <a:rPr lang="en-US"/>
              <a:t>		- Get back </a:t>
            </a:r>
            <a:r>
              <a:rPr lang="en-US">
                <a:solidFill>
                  <a:srgbClr val="CC0099"/>
                </a:solidFill>
              </a:rPr>
              <a:t>Rs. 8</a:t>
            </a:r>
            <a:r>
              <a:rPr lang="en-US"/>
              <a:t> when </a:t>
            </a:r>
            <a:r>
              <a:rPr lang="en-US">
                <a:solidFill>
                  <a:srgbClr val="CC0099"/>
                </a:solidFill>
              </a:rPr>
              <a:t>|H-T| = 3</a:t>
            </a:r>
            <a:r>
              <a:rPr lang="en-US"/>
              <a:t>, and the game ends</a:t>
            </a:r>
          </a:p>
          <a:p>
            <a:pPr marL="457200" indent="-457200" eaLnBrk="1" hangingPunct="1">
              <a:tabLst>
                <a:tab pos="457200" algn="l"/>
              </a:tabLst>
            </a:pPr>
            <a:r>
              <a:rPr lang="en-US">
                <a:solidFill>
                  <a:srgbClr val="0066CC"/>
                </a:solidFill>
              </a:rPr>
              <a:t>Should you play this game?</a:t>
            </a:r>
          </a:p>
          <a:p>
            <a:pPr marL="457200" indent="-457200" eaLnBrk="1" hangingPunct="1">
              <a:tabLst>
                <a:tab pos="457200" algn="l"/>
              </a:tabLst>
            </a:pPr>
            <a:r>
              <a:rPr lang="en-US"/>
              <a:t>What is the expected gain or loss if you play the game?</a:t>
            </a:r>
          </a:p>
          <a:p>
            <a:pPr marL="457200" indent="-457200" eaLnBrk="1" hangingPunct="1">
              <a:tabLst>
                <a:tab pos="457200" algn="l"/>
              </a:tabLst>
            </a:pPr>
            <a:r>
              <a:rPr lang="en-US"/>
              <a:t>What is the </a:t>
            </a:r>
            <a:r>
              <a:rPr lang="en-US">
                <a:solidFill>
                  <a:srgbClr val="CC0099"/>
                </a:solidFill>
              </a:rPr>
              <a:t>average number, N</a:t>
            </a:r>
            <a:r>
              <a:rPr lang="en-US"/>
              <a:t>, of tosses before |H-T| = 3?</a:t>
            </a:r>
          </a:p>
          <a:p>
            <a:pPr marL="457200" indent="-457200" eaLnBrk="1" hangingPunct="1">
              <a:tabLst>
                <a:tab pos="457200" algn="l"/>
              </a:tabLst>
            </a:pPr>
            <a:r>
              <a:rPr lang="en-US"/>
              <a:t>If </a:t>
            </a:r>
            <a:r>
              <a:rPr lang="en-US">
                <a:solidFill>
                  <a:srgbClr val="CC0099"/>
                </a:solidFill>
              </a:rPr>
              <a:t>N &gt;&gt; 8</a:t>
            </a:r>
            <a:r>
              <a:rPr lang="en-US"/>
              <a:t>, should you play the game?</a:t>
            </a:r>
          </a:p>
          <a:p>
            <a:pPr marL="457200" indent="-457200" eaLnBrk="1" hangingPunct="1">
              <a:tabLst>
                <a:tab pos="457200" algn="l"/>
              </a:tabLst>
            </a:pPr>
            <a:r>
              <a:rPr lang="en-US"/>
              <a:t>How can we simulate the game on a computer?</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a:t>Example (contd.)</a:t>
            </a:r>
          </a:p>
        </p:txBody>
      </p:sp>
      <p:sp>
        <p:nvSpPr>
          <p:cNvPr id="8195" name="Rectangle 3"/>
          <p:cNvSpPr>
            <a:spLocks noGrp="1" noChangeArrowheads="1"/>
          </p:cNvSpPr>
          <p:nvPr>
            <p:ph type="body" idx="1"/>
          </p:nvPr>
        </p:nvSpPr>
        <p:spPr/>
        <p:txBody>
          <a:bodyPr/>
          <a:lstStyle/>
          <a:p>
            <a:pPr eaLnBrk="1" hangingPunct="1"/>
            <a:r>
              <a:rPr lang="en-US"/>
              <a:t>Suppose the computer can generate </a:t>
            </a:r>
            <a:r>
              <a:rPr lang="en-US">
                <a:solidFill>
                  <a:srgbClr val="CC0099"/>
                </a:solidFill>
              </a:rPr>
              <a:t>uniform(0,1)</a:t>
            </a:r>
            <a:r>
              <a:rPr lang="en-US"/>
              <a:t> random numbers. </a:t>
            </a:r>
          </a:p>
          <a:p>
            <a:pPr eaLnBrk="1" hangingPunct="1"/>
            <a:r>
              <a:rPr lang="en-US"/>
              <a:t>Can we simulate coin tosses using uniform(0,1) random numbers? </a:t>
            </a:r>
          </a:p>
          <a:p>
            <a:pPr eaLnBrk="1" hangingPunct="1"/>
            <a:r>
              <a:rPr lang="en-US"/>
              <a:t>	</a:t>
            </a:r>
            <a:r>
              <a:rPr lang="en-US">
                <a:solidFill>
                  <a:srgbClr val="CC0099"/>
                </a:solidFill>
              </a:rPr>
              <a:t>0.0 &lt; RN &lt; 0.5</a:t>
            </a:r>
            <a:r>
              <a:rPr lang="en-US"/>
              <a:t>  :  Head</a:t>
            </a:r>
          </a:p>
          <a:p>
            <a:pPr eaLnBrk="1" hangingPunct="1">
              <a:buFontTx/>
              <a:buNone/>
            </a:pPr>
            <a:r>
              <a:rPr lang="en-US"/>
              <a:t>		</a:t>
            </a:r>
            <a:r>
              <a:rPr lang="en-US">
                <a:solidFill>
                  <a:srgbClr val="CC0099"/>
                </a:solidFill>
              </a:rPr>
              <a:t>0.5 &lt; RN &lt; 1.0</a:t>
            </a:r>
            <a:r>
              <a:rPr lang="en-US"/>
              <a:t>  :  Tail</a:t>
            </a:r>
          </a:p>
          <a:p>
            <a:pPr eaLnBrk="1" hangingPunct="1"/>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6096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0.82</a:t>
            </a:r>
          </a:p>
        </p:txBody>
      </p:sp>
      <p:sp>
        <p:nvSpPr>
          <p:cNvPr id="77827" name="Text Box 3"/>
          <p:cNvSpPr txBox="1">
            <a:spLocks noChangeArrowheads="1"/>
          </p:cNvSpPr>
          <p:nvPr/>
        </p:nvSpPr>
        <p:spPr bwMode="auto">
          <a:xfrm>
            <a:off x="13716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0.11</a:t>
            </a:r>
          </a:p>
        </p:txBody>
      </p:sp>
      <p:sp>
        <p:nvSpPr>
          <p:cNvPr id="77828" name="Text Box 4"/>
          <p:cNvSpPr txBox="1">
            <a:spLocks noChangeArrowheads="1"/>
          </p:cNvSpPr>
          <p:nvPr/>
        </p:nvSpPr>
        <p:spPr bwMode="auto">
          <a:xfrm>
            <a:off x="22860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0.34</a:t>
            </a:r>
          </a:p>
        </p:txBody>
      </p:sp>
      <p:sp>
        <p:nvSpPr>
          <p:cNvPr id="77829" name="Text Box 5"/>
          <p:cNvSpPr txBox="1">
            <a:spLocks noChangeArrowheads="1"/>
          </p:cNvSpPr>
          <p:nvPr/>
        </p:nvSpPr>
        <p:spPr bwMode="auto">
          <a:xfrm>
            <a:off x="32004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0.75</a:t>
            </a:r>
          </a:p>
        </p:txBody>
      </p:sp>
      <p:sp>
        <p:nvSpPr>
          <p:cNvPr id="77830" name="Text Box 6"/>
          <p:cNvSpPr txBox="1">
            <a:spLocks noChangeArrowheads="1"/>
          </p:cNvSpPr>
          <p:nvPr/>
        </p:nvSpPr>
        <p:spPr bwMode="auto">
          <a:xfrm>
            <a:off x="41148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0.14</a:t>
            </a:r>
          </a:p>
        </p:txBody>
      </p:sp>
      <p:sp>
        <p:nvSpPr>
          <p:cNvPr id="77831" name="Text Box 7"/>
          <p:cNvSpPr txBox="1">
            <a:spLocks noChangeArrowheads="1"/>
          </p:cNvSpPr>
          <p:nvPr/>
        </p:nvSpPr>
        <p:spPr bwMode="auto">
          <a:xfrm>
            <a:off x="50292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0.68</a:t>
            </a:r>
          </a:p>
        </p:txBody>
      </p:sp>
      <p:sp>
        <p:nvSpPr>
          <p:cNvPr id="77832" name="Text Box 8"/>
          <p:cNvSpPr txBox="1">
            <a:spLocks noChangeArrowheads="1"/>
          </p:cNvSpPr>
          <p:nvPr/>
        </p:nvSpPr>
        <p:spPr bwMode="auto">
          <a:xfrm>
            <a:off x="59436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0.52</a:t>
            </a:r>
          </a:p>
        </p:txBody>
      </p:sp>
      <p:sp>
        <p:nvSpPr>
          <p:cNvPr id="77833" name="Text Box 9"/>
          <p:cNvSpPr txBox="1">
            <a:spLocks noChangeArrowheads="1"/>
          </p:cNvSpPr>
          <p:nvPr/>
        </p:nvSpPr>
        <p:spPr bwMode="auto">
          <a:xfrm>
            <a:off x="68580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0.67</a:t>
            </a:r>
          </a:p>
        </p:txBody>
      </p:sp>
      <p:sp>
        <p:nvSpPr>
          <p:cNvPr id="77834" name="Text Box 10"/>
          <p:cNvSpPr txBox="1">
            <a:spLocks noChangeArrowheads="1"/>
          </p:cNvSpPr>
          <p:nvPr/>
        </p:nvSpPr>
        <p:spPr bwMode="auto">
          <a:xfrm>
            <a:off x="7696200" y="5334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0.74</a:t>
            </a:r>
          </a:p>
        </p:txBody>
      </p:sp>
      <p:grpSp>
        <p:nvGrpSpPr>
          <p:cNvPr id="2" name="Group 11"/>
          <p:cNvGrpSpPr>
            <a:grpSpLocks/>
          </p:cNvGrpSpPr>
          <p:nvPr/>
        </p:nvGrpSpPr>
        <p:grpSpPr bwMode="auto">
          <a:xfrm>
            <a:off x="762000" y="914400"/>
            <a:ext cx="457200" cy="1066800"/>
            <a:chOff x="480" y="576"/>
            <a:chExt cx="288" cy="672"/>
          </a:xfrm>
        </p:grpSpPr>
        <p:sp>
          <p:nvSpPr>
            <p:cNvPr id="9277" name="Text Box 12"/>
            <p:cNvSpPr txBox="1">
              <a:spLocks noChangeArrowheads="1"/>
            </p:cNvSpPr>
            <p:nvPr/>
          </p:nvSpPr>
          <p:spPr bwMode="auto">
            <a:xfrm>
              <a:off x="480"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78" name="Text Box 13"/>
            <p:cNvSpPr txBox="1">
              <a:spLocks noChangeArrowheads="1"/>
            </p:cNvSpPr>
            <p:nvPr/>
          </p:nvSpPr>
          <p:spPr bwMode="auto">
            <a:xfrm>
              <a:off x="528" y="960"/>
              <a:ext cx="192"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1</a:t>
              </a:r>
              <a:endParaRPr lang="en-US" sz="2400" u="none">
                <a:solidFill>
                  <a:srgbClr val="CC0099"/>
                </a:solidFill>
                <a:latin typeface="Times New Roman" pitchFamily="18" charset="0"/>
              </a:endParaRPr>
            </a:p>
          </p:txBody>
        </p:sp>
      </p:grpSp>
      <p:grpSp>
        <p:nvGrpSpPr>
          <p:cNvPr id="3" name="Group 14"/>
          <p:cNvGrpSpPr>
            <a:grpSpLocks/>
          </p:cNvGrpSpPr>
          <p:nvPr/>
        </p:nvGrpSpPr>
        <p:grpSpPr bwMode="auto">
          <a:xfrm>
            <a:off x="1524000" y="914400"/>
            <a:ext cx="533400" cy="1066800"/>
            <a:chOff x="960" y="576"/>
            <a:chExt cx="336" cy="672"/>
          </a:xfrm>
        </p:grpSpPr>
        <p:sp>
          <p:nvSpPr>
            <p:cNvPr id="9275" name="Text Box 15"/>
            <p:cNvSpPr txBox="1">
              <a:spLocks noChangeArrowheads="1"/>
            </p:cNvSpPr>
            <p:nvPr/>
          </p:nvSpPr>
          <p:spPr bwMode="auto">
            <a:xfrm>
              <a:off x="960" y="576"/>
              <a:ext cx="336"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76" name="Text Box 16"/>
            <p:cNvSpPr txBox="1">
              <a:spLocks noChangeArrowheads="1"/>
            </p:cNvSpPr>
            <p:nvPr/>
          </p:nvSpPr>
          <p:spPr bwMode="auto">
            <a:xfrm>
              <a:off x="1008" y="960"/>
              <a:ext cx="288"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0</a:t>
              </a:r>
              <a:endParaRPr lang="en-US" sz="2400" u="none">
                <a:solidFill>
                  <a:srgbClr val="0066CC"/>
                </a:solidFill>
                <a:latin typeface="Times New Roman" pitchFamily="18" charset="0"/>
              </a:endParaRPr>
            </a:p>
          </p:txBody>
        </p:sp>
      </p:grpSp>
      <p:grpSp>
        <p:nvGrpSpPr>
          <p:cNvPr id="4" name="Group 17"/>
          <p:cNvGrpSpPr>
            <a:grpSpLocks/>
          </p:cNvGrpSpPr>
          <p:nvPr/>
        </p:nvGrpSpPr>
        <p:grpSpPr bwMode="auto">
          <a:xfrm>
            <a:off x="2362200" y="914400"/>
            <a:ext cx="533400" cy="1066800"/>
            <a:chOff x="1488" y="576"/>
            <a:chExt cx="336" cy="672"/>
          </a:xfrm>
        </p:grpSpPr>
        <p:sp>
          <p:nvSpPr>
            <p:cNvPr id="9273" name="Text Box 18"/>
            <p:cNvSpPr txBox="1">
              <a:spLocks noChangeArrowheads="1"/>
            </p:cNvSpPr>
            <p:nvPr/>
          </p:nvSpPr>
          <p:spPr bwMode="auto">
            <a:xfrm>
              <a:off x="1488" y="576"/>
              <a:ext cx="336"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74" name="Text Box 19"/>
            <p:cNvSpPr txBox="1">
              <a:spLocks noChangeArrowheads="1"/>
            </p:cNvSpPr>
            <p:nvPr/>
          </p:nvSpPr>
          <p:spPr bwMode="auto">
            <a:xfrm>
              <a:off x="1536" y="960"/>
              <a:ext cx="288"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1</a:t>
              </a:r>
              <a:endParaRPr lang="en-US" sz="2400" u="none">
                <a:solidFill>
                  <a:srgbClr val="0066CC"/>
                </a:solidFill>
                <a:latin typeface="Times New Roman" pitchFamily="18" charset="0"/>
              </a:endParaRPr>
            </a:p>
          </p:txBody>
        </p:sp>
      </p:grpSp>
      <p:grpSp>
        <p:nvGrpSpPr>
          <p:cNvPr id="5" name="Group 20"/>
          <p:cNvGrpSpPr>
            <a:grpSpLocks/>
          </p:cNvGrpSpPr>
          <p:nvPr/>
        </p:nvGrpSpPr>
        <p:grpSpPr bwMode="auto">
          <a:xfrm>
            <a:off x="3276600" y="914400"/>
            <a:ext cx="457200" cy="1066800"/>
            <a:chOff x="2064" y="576"/>
            <a:chExt cx="288" cy="672"/>
          </a:xfrm>
        </p:grpSpPr>
        <p:sp>
          <p:nvSpPr>
            <p:cNvPr id="9271" name="Text Box 21"/>
            <p:cNvSpPr txBox="1">
              <a:spLocks noChangeArrowheads="1"/>
            </p:cNvSpPr>
            <p:nvPr/>
          </p:nvSpPr>
          <p:spPr bwMode="auto">
            <a:xfrm>
              <a:off x="2064"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72" name="Text Box 22"/>
            <p:cNvSpPr txBox="1">
              <a:spLocks noChangeArrowheads="1"/>
            </p:cNvSpPr>
            <p:nvPr/>
          </p:nvSpPr>
          <p:spPr bwMode="auto">
            <a:xfrm>
              <a:off x="2112" y="960"/>
              <a:ext cx="192"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0</a:t>
              </a:r>
              <a:endParaRPr lang="en-US" sz="2400" u="none">
                <a:solidFill>
                  <a:srgbClr val="CC0099"/>
                </a:solidFill>
                <a:latin typeface="Times New Roman" pitchFamily="18" charset="0"/>
              </a:endParaRPr>
            </a:p>
          </p:txBody>
        </p:sp>
      </p:grpSp>
      <p:grpSp>
        <p:nvGrpSpPr>
          <p:cNvPr id="6" name="Group 23"/>
          <p:cNvGrpSpPr>
            <a:grpSpLocks/>
          </p:cNvGrpSpPr>
          <p:nvPr/>
        </p:nvGrpSpPr>
        <p:grpSpPr bwMode="auto">
          <a:xfrm>
            <a:off x="4267200" y="914400"/>
            <a:ext cx="609600" cy="1066800"/>
            <a:chOff x="2688" y="576"/>
            <a:chExt cx="384" cy="672"/>
          </a:xfrm>
        </p:grpSpPr>
        <p:sp>
          <p:nvSpPr>
            <p:cNvPr id="9269" name="Text Box 24"/>
            <p:cNvSpPr txBox="1">
              <a:spLocks noChangeArrowheads="1"/>
            </p:cNvSpPr>
            <p:nvPr/>
          </p:nvSpPr>
          <p:spPr bwMode="auto">
            <a:xfrm>
              <a:off x="2688" y="576"/>
              <a:ext cx="336"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70" name="Text Box 25"/>
            <p:cNvSpPr txBox="1">
              <a:spLocks noChangeArrowheads="1"/>
            </p:cNvSpPr>
            <p:nvPr/>
          </p:nvSpPr>
          <p:spPr bwMode="auto">
            <a:xfrm>
              <a:off x="2736" y="960"/>
              <a:ext cx="336"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1</a:t>
              </a:r>
              <a:endParaRPr lang="en-US" sz="2400" u="none">
                <a:solidFill>
                  <a:srgbClr val="0066CC"/>
                </a:solidFill>
                <a:latin typeface="Times New Roman" pitchFamily="18" charset="0"/>
              </a:endParaRPr>
            </a:p>
          </p:txBody>
        </p:sp>
      </p:grpSp>
      <p:grpSp>
        <p:nvGrpSpPr>
          <p:cNvPr id="7" name="Group 26"/>
          <p:cNvGrpSpPr>
            <a:grpSpLocks/>
          </p:cNvGrpSpPr>
          <p:nvPr/>
        </p:nvGrpSpPr>
        <p:grpSpPr bwMode="auto">
          <a:xfrm>
            <a:off x="5105400" y="914400"/>
            <a:ext cx="457200" cy="1066800"/>
            <a:chOff x="3216" y="576"/>
            <a:chExt cx="288" cy="672"/>
          </a:xfrm>
        </p:grpSpPr>
        <p:sp>
          <p:nvSpPr>
            <p:cNvPr id="9267" name="Text Box 27"/>
            <p:cNvSpPr txBox="1">
              <a:spLocks noChangeArrowheads="1"/>
            </p:cNvSpPr>
            <p:nvPr/>
          </p:nvSpPr>
          <p:spPr bwMode="auto">
            <a:xfrm>
              <a:off x="3216"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68" name="Text Box 28"/>
            <p:cNvSpPr txBox="1">
              <a:spLocks noChangeArrowheads="1"/>
            </p:cNvSpPr>
            <p:nvPr/>
          </p:nvSpPr>
          <p:spPr bwMode="auto">
            <a:xfrm>
              <a:off x="3264" y="960"/>
              <a:ext cx="192"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0</a:t>
              </a:r>
              <a:endParaRPr lang="en-US" sz="2400" u="none">
                <a:solidFill>
                  <a:srgbClr val="CC0099"/>
                </a:solidFill>
                <a:latin typeface="Times New Roman" pitchFamily="18" charset="0"/>
              </a:endParaRPr>
            </a:p>
          </p:txBody>
        </p:sp>
      </p:grpSp>
      <p:grpSp>
        <p:nvGrpSpPr>
          <p:cNvPr id="8" name="Group 29"/>
          <p:cNvGrpSpPr>
            <a:grpSpLocks/>
          </p:cNvGrpSpPr>
          <p:nvPr/>
        </p:nvGrpSpPr>
        <p:grpSpPr bwMode="auto">
          <a:xfrm>
            <a:off x="6019800" y="914400"/>
            <a:ext cx="457200" cy="1066800"/>
            <a:chOff x="3792" y="576"/>
            <a:chExt cx="288" cy="672"/>
          </a:xfrm>
        </p:grpSpPr>
        <p:sp>
          <p:nvSpPr>
            <p:cNvPr id="9265" name="Text Box 30"/>
            <p:cNvSpPr txBox="1">
              <a:spLocks noChangeArrowheads="1"/>
            </p:cNvSpPr>
            <p:nvPr/>
          </p:nvSpPr>
          <p:spPr bwMode="auto">
            <a:xfrm>
              <a:off x="3792"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66" name="Text Box 31"/>
            <p:cNvSpPr txBox="1">
              <a:spLocks noChangeArrowheads="1"/>
            </p:cNvSpPr>
            <p:nvPr/>
          </p:nvSpPr>
          <p:spPr bwMode="auto">
            <a:xfrm>
              <a:off x="3840" y="960"/>
              <a:ext cx="192"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1</a:t>
              </a:r>
              <a:endParaRPr lang="en-US" sz="2400" u="none">
                <a:solidFill>
                  <a:srgbClr val="CC0099"/>
                </a:solidFill>
                <a:latin typeface="Times New Roman" pitchFamily="18" charset="0"/>
              </a:endParaRPr>
            </a:p>
          </p:txBody>
        </p:sp>
      </p:grpSp>
      <p:grpSp>
        <p:nvGrpSpPr>
          <p:cNvPr id="9" name="Group 32"/>
          <p:cNvGrpSpPr>
            <a:grpSpLocks/>
          </p:cNvGrpSpPr>
          <p:nvPr/>
        </p:nvGrpSpPr>
        <p:grpSpPr bwMode="auto">
          <a:xfrm>
            <a:off x="6934200" y="914400"/>
            <a:ext cx="457200" cy="1066800"/>
            <a:chOff x="4368" y="576"/>
            <a:chExt cx="288" cy="672"/>
          </a:xfrm>
        </p:grpSpPr>
        <p:sp>
          <p:nvSpPr>
            <p:cNvPr id="9263" name="Text Box 33"/>
            <p:cNvSpPr txBox="1">
              <a:spLocks noChangeArrowheads="1"/>
            </p:cNvSpPr>
            <p:nvPr/>
          </p:nvSpPr>
          <p:spPr bwMode="auto">
            <a:xfrm>
              <a:off x="4368"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64" name="Text Box 34"/>
            <p:cNvSpPr txBox="1">
              <a:spLocks noChangeArrowheads="1"/>
            </p:cNvSpPr>
            <p:nvPr/>
          </p:nvSpPr>
          <p:spPr bwMode="auto">
            <a:xfrm>
              <a:off x="4416" y="960"/>
              <a:ext cx="192"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2</a:t>
              </a:r>
              <a:endParaRPr lang="en-US" sz="2400" u="none">
                <a:solidFill>
                  <a:srgbClr val="CC0099"/>
                </a:solidFill>
                <a:latin typeface="Times New Roman" pitchFamily="18" charset="0"/>
              </a:endParaRPr>
            </a:p>
          </p:txBody>
        </p:sp>
      </p:grpSp>
      <p:grpSp>
        <p:nvGrpSpPr>
          <p:cNvPr id="10" name="Group 35"/>
          <p:cNvGrpSpPr>
            <a:grpSpLocks/>
          </p:cNvGrpSpPr>
          <p:nvPr/>
        </p:nvGrpSpPr>
        <p:grpSpPr bwMode="auto">
          <a:xfrm>
            <a:off x="7772400" y="914400"/>
            <a:ext cx="533400" cy="1066800"/>
            <a:chOff x="4896" y="576"/>
            <a:chExt cx="336" cy="672"/>
          </a:xfrm>
        </p:grpSpPr>
        <p:sp>
          <p:nvSpPr>
            <p:cNvPr id="9261" name="Text Box 36"/>
            <p:cNvSpPr txBox="1">
              <a:spLocks noChangeArrowheads="1"/>
            </p:cNvSpPr>
            <p:nvPr/>
          </p:nvSpPr>
          <p:spPr bwMode="auto">
            <a:xfrm>
              <a:off x="4896"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62" name="Text Box 37"/>
            <p:cNvSpPr txBox="1">
              <a:spLocks noChangeArrowheads="1"/>
            </p:cNvSpPr>
            <p:nvPr/>
          </p:nvSpPr>
          <p:spPr bwMode="auto">
            <a:xfrm>
              <a:off x="4944" y="960"/>
              <a:ext cx="288"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3</a:t>
              </a:r>
              <a:endParaRPr lang="en-US" sz="2400" u="none">
                <a:solidFill>
                  <a:srgbClr val="CC0099"/>
                </a:solidFill>
                <a:latin typeface="Times New Roman" pitchFamily="18" charset="0"/>
              </a:endParaRPr>
            </a:p>
          </p:txBody>
        </p:sp>
      </p:grpSp>
      <p:sp>
        <p:nvSpPr>
          <p:cNvPr id="77862" name="Line 38"/>
          <p:cNvSpPr>
            <a:spLocks noChangeShapeType="1"/>
          </p:cNvSpPr>
          <p:nvPr/>
        </p:nvSpPr>
        <p:spPr bwMode="auto">
          <a:xfrm>
            <a:off x="457200" y="2133600"/>
            <a:ext cx="5257800" cy="0"/>
          </a:xfrm>
          <a:prstGeom prst="line">
            <a:avLst/>
          </a:prstGeom>
          <a:noFill/>
          <a:ln w="9525">
            <a:solidFill>
              <a:schemeClr val="tx1"/>
            </a:solidFill>
            <a:round/>
            <a:headEnd/>
            <a:tailEnd/>
          </a:ln>
        </p:spPr>
        <p:txBody>
          <a:bodyPr wrap="none" anchor="ctr"/>
          <a:lstStyle/>
          <a:p>
            <a:endParaRPr lang="en-US"/>
          </a:p>
        </p:txBody>
      </p:sp>
      <p:sp>
        <p:nvSpPr>
          <p:cNvPr id="77863" name="Text Box 39"/>
          <p:cNvSpPr txBox="1">
            <a:spLocks noChangeArrowheads="1"/>
          </p:cNvSpPr>
          <p:nvPr/>
        </p:nvSpPr>
        <p:spPr bwMode="auto">
          <a:xfrm>
            <a:off x="5867400" y="1905000"/>
            <a:ext cx="28956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N = 9, Loss : Re. 1</a:t>
            </a:r>
          </a:p>
        </p:txBody>
      </p:sp>
      <p:sp>
        <p:nvSpPr>
          <p:cNvPr id="77864" name="Text Box 40"/>
          <p:cNvSpPr txBox="1">
            <a:spLocks noChangeArrowheads="1"/>
          </p:cNvSpPr>
          <p:nvPr/>
        </p:nvSpPr>
        <p:spPr bwMode="auto">
          <a:xfrm>
            <a:off x="685800" y="23622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0.93</a:t>
            </a:r>
          </a:p>
        </p:txBody>
      </p:sp>
      <p:sp>
        <p:nvSpPr>
          <p:cNvPr id="77865" name="Text Box 41"/>
          <p:cNvSpPr txBox="1">
            <a:spLocks noChangeArrowheads="1"/>
          </p:cNvSpPr>
          <p:nvPr/>
        </p:nvSpPr>
        <p:spPr bwMode="auto">
          <a:xfrm>
            <a:off x="1447800" y="23622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0.04</a:t>
            </a:r>
          </a:p>
        </p:txBody>
      </p:sp>
      <p:sp>
        <p:nvSpPr>
          <p:cNvPr id="77866" name="Text Box 42"/>
          <p:cNvSpPr txBox="1">
            <a:spLocks noChangeArrowheads="1"/>
          </p:cNvSpPr>
          <p:nvPr/>
        </p:nvSpPr>
        <p:spPr bwMode="auto">
          <a:xfrm>
            <a:off x="2362200" y="23622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0.15</a:t>
            </a:r>
          </a:p>
        </p:txBody>
      </p:sp>
      <p:grpSp>
        <p:nvGrpSpPr>
          <p:cNvPr id="11" name="Group 43"/>
          <p:cNvGrpSpPr>
            <a:grpSpLocks/>
          </p:cNvGrpSpPr>
          <p:nvPr/>
        </p:nvGrpSpPr>
        <p:grpSpPr bwMode="auto">
          <a:xfrm>
            <a:off x="838200" y="2743200"/>
            <a:ext cx="457200" cy="1066800"/>
            <a:chOff x="480" y="576"/>
            <a:chExt cx="288" cy="672"/>
          </a:xfrm>
        </p:grpSpPr>
        <p:sp>
          <p:nvSpPr>
            <p:cNvPr id="9259" name="Text Box 44"/>
            <p:cNvSpPr txBox="1">
              <a:spLocks noChangeArrowheads="1"/>
            </p:cNvSpPr>
            <p:nvPr/>
          </p:nvSpPr>
          <p:spPr bwMode="auto">
            <a:xfrm>
              <a:off x="480" y="576"/>
              <a:ext cx="288" cy="404"/>
            </a:xfrm>
            <a:prstGeom prst="rect">
              <a:avLst/>
            </a:prstGeom>
            <a:noFill/>
            <a:ln w="9525">
              <a:noFill/>
              <a:miter lim="800000"/>
              <a:headEnd/>
              <a:tailEnd/>
            </a:ln>
          </p:spPr>
          <p:txBody>
            <a:bodyPr>
              <a:spAutoFit/>
            </a:bodyPr>
            <a:lstStyle/>
            <a:p>
              <a:pPr>
                <a:spcBef>
                  <a:spcPct val="50000"/>
                </a:spcBef>
              </a:pPr>
              <a:r>
                <a:rPr lang="en-US" sz="3600" b="1" u="none">
                  <a:solidFill>
                    <a:srgbClr val="CC0099"/>
                  </a:solidFill>
                  <a:latin typeface="Times New Roman" pitchFamily="18" charset="0"/>
                </a:rPr>
                <a:t>T</a:t>
              </a:r>
              <a:endParaRPr lang="en-US" sz="3600" u="none">
                <a:solidFill>
                  <a:srgbClr val="CC0099"/>
                </a:solidFill>
                <a:latin typeface="Times New Roman" pitchFamily="18" charset="0"/>
              </a:endParaRPr>
            </a:p>
          </p:txBody>
        </p:sp>
        <p:sp>
          <p:nvSpPr>
            <p:cNvPr id="9260" name="Text Box 45"/>
            <p:cNvSpPr txBox="1">
              <a:spLocks noChangeArrowheads="1"/>
            </p:cNvSpPr>
            <p:nvPr/>
          </p:nvSpPr>
          <p:spPr bwMode="auto">
            <a:xfrm>
              <a:off x="528" y="960"/>
              <a:ext cx="192" cy="288"/>
            </a:xfrm>
            <a:prstGeom prst="rect">
              <a:avLst/>
            </a:prstGeom>
            <a:noFill/>
            <a:ln w="9525">
              <a:noFill/>
              <a:miter lim="800000"/>
              <a:headEnd/>
              <a:tailEnd/>
            </a:ln>
          </p:spPr>
          <p:txBody>
            <a:bodyPr>
              <a:spAutoFit/>
            </a:bodyPr>
            <a:lstStyle/>
            <a:p>
              <a:pPr>
                <a:spcBef>
                  <a:spcPct val="50000"/>
                </a:spcBef>
              </a:pPr>
              <a:r>
                <a:rPr lang="en-US" sz="2400" b="1" u="none">
                  <a:solidFill>
                    <a:srgbClr val="CC0099"/>
                  </a:solidFill>
                  <a:latin typeface="Times New Roman" pitchFamily="18" charset="0"/>
                </a:rPr>
                <a:t>1</a:t>
              </a:r>
              <a:endParaRPr lang="en-US" sz="2400" u="none">
                <a:solidFill>
                  <a:srgbClr val="CC0099"/>
                </a:solidFill>
                <a:latin typeface="Times New Roman" pitchFamily="18" charset="0"/>
              </a:endParaRPr>
            </a:p>
          </p:txBody>
        </p:sp>
      </p:grpSp>
      <p:grpSp>
        <p:nvGrpSpPr>
          <p:cNvPr id="12" name="Group 46"/>
          <p:cNvGrpSpPr>
            <a:grpSpLocks/>
          </p:cNvGrpSpPr>
          <p:nvPr/>
        </p:nvGrpSpPr>
        <p:grpSpPr bwMode="auto">
          <a:xfrm>
            <a:off x="1600200" y="2743200"/>
            <a:ext cx="533400" cy="1066800"/>
            <a:chOff x="960" y="576"/>
            <a:chExt cx="336" cy="672"/>
          </a:xfrm>
        </p:grpSpPr>
        <p:sp>
          <p:nvSpPr>
            <p:cNvPr id="9257" name="Text Box 47"/>
            <p:cNvSpPr txBox="1">
              <a:spLocks noChangeArrowheads="1"/>
            </p:cNvSpPr>
            <p:nvPr/>
          </p:nvSpPr>
          <p:spPr bwMode="auto">
            <a:xfrm>
              <a:off x="960" y="576"/>
              <a:ext cx="336"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58" name="Text Box 48"/>
            <p:cNvSpPr txBox="1">
              <a:spLocks noChangeArrowheads="1"/>
            </p:cNvSpPr>
            <p:nvPr/>
          </p:nvSpPr>
          <p:spPr bwMode="auto">
            <a:xfrm>
              <a:off x="1008" y="960"/>
              <a:ext cx="288"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0</a:t>
              </a:r>
              <a:endParaRPr lang="en-US" sz="2400" u="none">
                <a:solidFill>
                  <a:srgbClr val="0066CC"/>
                </a:solidFill>
                <a:latin typeface="Times New Roman" pitchFamily="18" charset="0"/>
              </a:endParaRPr>
            </a:p>
          </p:txBody>
        </p:sp>
      </p:grpSp>
      <p:grpSp>
        <p:nvGrpSpPr>
          <p:cNvPr id="13" name="Group 49"/>
          <p:cNvGrpSpPr>
            <a:grpSpLocks/>
          </p:cNvGrpSpPr>
          <p:nvPr/>
        </p:nvGrpSpPr>
        <p:grpSpPr bwMode="auto">
          <a:xfrm>
            <a:off x="2438400" y="2743200"/>
            <a:ext cx="533400" cy="1066800"/>
            <a:chOff x="1488" y="576"/>
            <a:chExt cx="336" cy="672"/>
          </a:xfrm>
        </p:grpSpPr>
        <p:sp>
          <p:nvSpPr>
            <p:cNvPr id="9255" name="Text Box 50"/>
            <p:cNvSpPr txBox="1">
              <a:spLocks noChangeArrowheads="1"/>
            </p:cNvSpPr>
            <p:nvPr/>
          </p:nvSpPr>
          <p:spPr bwMode="auto">
            <a:xfrm>
              <a:off x="1488" y="576"/>
              <a:ext cx="336"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56" name="Text Box 51"/>
            <p:cNvSpPr txBox="1">
              <a:spLocks noChangeArrowheads="1"/>
            </p:cNvSpPr>
            <p:nvPr/>
          </p:nvSpPr>
          <p:spPr bwMode="auto">
            <a:xfrm>
              <a:off x="1536" y="960"/>
              <a:ext cx="288"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1</a:t>
              </a:r>
              <a:endParaRPr lang="en-US" sz="2400" u="none">
                <a:solidFill>
                  <a:srgbClr val="0066CC"/>
                </a:solidFill>
                <a:latin typeface="Times New Roman" pitchFamily="18" charset="0"/>
              </a:endParaRPr>
            </a:p>
          </p:txBody>
        </p:sp>
      </p:grpSp>
      <p:sp>
        <p:nvSpPr>
          <p:cNvPr id="77876" name="Line 52"/>
          <p:cNvSpPr>
            <a:spLocks noChangeShapeType="1"/>
          </p:cNvSpPr>
          <p:nvPr/>
        </p:nvSpPr>
        <p:spPr bwMode="auto">
          <a:xfrm>
            <a:off x="533400" y="3962400"/>
            <a:ext cx="5257800" cy="0"/>
          </a:xfrm>
          <a:prstGeom prst="line">
            <a:avLst/>
          </a:prstGeom>
          <a:noFill/>
          <a:ln w="9525">
            <a:solidFill>
              <a:schemeClr val="tx1"/>
            </a:solidFill>
            <a:round/>
            <a:headEnd/>
            <a:tailEnd/>
          </a:ln>
        </p:spPr>
        <p:txBody>
          <a:bodyPr wrap="none" anchor="ctr"/>
          <a:lstStyle/>
          <a:p>
            <a:endParaRPr lang="en-US"/>
          </a:p>
        </p:txBody>
      </p:sp>
      <p:sp>
        <p:nvSpPr>
          <p:cNvPr id="77877" name="Text Box 53"/>
          <p:cNvSpPr txBox="1">
            <a:spLocks noChangeArrowheads="1"/>
          </p:cNvSpPr>
          <p:nvPr/>
        </p:nvSpPr>
        <p:spPr bwMode="auto">
          <a:xfrm>
            <a:off x="5943600" y="3733800"/>
            <a:ext cx="27432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N = 5, Gain : Rs. 3</a:t>
            </a:r>
          </a:p>
        </p:txBody>
      </p:sp>
      <p:sp>
        <p:nvSpPr>
          <p:cNvPr id="77878" name="Text Box 54"/>
          <p:cNvSpPr txBox="1">
            <a:spLocks noChangeArrowheads="1"/>
          </p:cNvSpPr>
          <p:nvPr/>
        </p:nvSpPr>
        <p:spPr bwMode="auto">
          <a:xfrm>
            <a:off x="3200400" y="23622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0.44</a:t>
            </a:r>
          </a:p>
        </p:txBody>
      </p:sp>
      <p:sp>
        <p:nvSpPr>
          <p:cNvPr id="77879" name="Text Box 55"/>
          <p:cNvSpPr txBox="1">
            <a:spLocks noChangeArrowheads="1"/>
          </p:cNvSpPr>
          <p:nvPr/>
        </p:nvSpPr>
        <p:spPr bwMode="auto">
          <a:xfrm>
            <a:off x="3962400" y="2362200"/>
            <a:ext cx="762000" cy="457200"/>
          </a:xfrm>
          <a:prstGeom prst="rect">
            <a:avLst/>
          </a:prstGeom>
          <a:noFill/>
          <a:ln w="9525">
            <a:noFill/>
            <a:miter lim="800000"/>
            <a:headEnd/>
            <a:tailEnd/>
          </a:ln>
        </p:spPr>
        <p:txBody>
          <a:bodyPr>
            <a:spAutoFit/>
          </a:bodyPr>
          <a:lstStyle/>
          <a:p>
            <a:pPr>
              <a:spcBef>
                <a:spcPct val="50000"/>
              </a:spcBef>
            </a:pPr>
            <a:r>
              <a:rPr lang="en-US" sz="2400" u="none">
                <a:latin typeface="Times New Roman" pitchFamily="18" charset="0"/>
              </a:rPr>
              <a:t>0.39</a:t>
            </a:r>
          </a:p>
        </p:txBody>
      </p:sp>
      <p:grpSp>
        <p:nvGrpSpPr>
          <p:cNvPr id="14" name="Group 56"/>
          <p:cNvGrpSpPr>
            <a:grpSpLocks/>
          </p:cNvGrpSpPr>
          <p:nvPr/>
        </p:nvGrpSpPr>
        <p:grpSpPr bwMode="auto">
          <a:xfrm>
            <a:off x="3352800" y="2743200"/>
            <a:ext cx="533400" cy="1066800"/>
            <a:chOff x="2112" y="1728"/>
            <a:chExt cx="336" cy="672"/>
          </a:xfrm>
        </p:grpSpPr>
        <p:sp>
          <p:nvSpPr>
            <p:cNvPr id="9253" name="Text Box 57"/>
            <p:cNvSpPr txBox="1">
              <a:spLocks noChangeArrowheads="1"/>
            </p:cNvSpPr>
            <p:nvPr/>
          </p:nvSpPr>
          <p:spPr bwMode="auto">
            <a:xfrm>
              <a:off x="2112" y="1728"/>
              <a:ext cx="288"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54" name="Text Box 58"/>
            <p:cNvSpPr txBox="1">
              <a:spLocks noChangeArrowheads="1"/>
            </p:cNvSpPr>
            <p:nvPr/>
          </p:nvSpPr>
          <p:spPr bwMode="auto">
            <a:xfrm>
              <a:off x="2160" y="2112"/>
              <a:ext cx="288"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2</a:t>
              </a:r>
              <a:endParaRPr lang="en-US" sz="2400" u="none">
                <a:solidFill>
                  <a:srgbClr val="0066CC"/>
                </a:solidFill>
                <a:latin typeface="Times New Roman" pitchFamily="18" charset="0"/>
              </a:endParaRPr>
            </a:p>
          </p:txBody>
        </p:sp>
      </p:grpSp>
      <p:grpSp>
        <p:nvGrpSpPr>
          <p:cNvPr id="15" name="Group 59"/>
          <p:cNvGrpSpPr>
            <a:grpSpLocks/>
          </p:cNvGrpSpPr>
          <p:nvPr/>
        </p:nvGrpSpPr>
        <p:grpSpPr bwMode="auto">
          <a:xfrm>
            <a:off x="4114800" y="2743200"/>
            <a:ext cx="533400" cy="1066800"/>
            <a:chOff x="960" y="576"/>
            <a:chExt cx="336" cy="672"/>
          </a:xfrm>
        </p:grpSpPr>
        <p:sp>
          <p:nvSpPr>
            <p:cNvPr id="9251" name="Text Box 60"/>
            <p:cNvSpPr txBox="1">
              <a:spLocks noChangeArrowheads="1"/>
            </p:cNvSpPr>
            <p:nvPr/>
          </p:nvSpPr>
          <p:spPr bwMode="auto">
            <a:xfrm>
              <a:off x="960" y="576"/>
              <a:ext cx="336" cy="404"/>
            </a:xfrm>
            <a:prstGeom prst="rect">
              <a:avLst/>
            </a:prstGeom>
            <a:noFill/>
            <a:ln w="9525">
              <a:noFill/>
              <a:miter lim="800000"/>
              <a:headEnd/>
              <a:tailEnd/>
            </a:ln>
          </p:spPr>
          <p:txBody>
            <a:bodyPr>
              <a:spAutoFit/>
            </a:bodyPr>
            <a:lstStyle/>
            <a:p>
              <a:pPr>
                <a:spcBef>
                  <a:spcPct val="50000"/>
                </a:spcBef>
              </a:pPr>
              <a:r>
                <a:rPr lang="en-US" sz="3600" b="1" u="none">
                  <a:solidFill>
                    <a:srgbClr val="0066CC"/>
                  </a:solidFill>
                  <a:latin typeface="Times New Roman" pitchFamily="18" charset="0"/>
                </a:rPr>
                <a:t>H</a:t>
              </a:r>
              <a:endParaRPr lang="en-US" sz="3600" u="none">
                <a:solidFill>
                  <a:srgbClr val="0066CC"/>
                </a:solidFill>
                <a:latin typeface="Times New Roman" pitchFamily="18" charset="0"/>
              </a:endParaRPr>
            </a:p>
          </p:txBody>
        </p:sp>
        <p:sp>
          <p:nvSpPr>
            <p:cNvPr id="9252" name="Text Box 61"/>
            <p:cNvSpPr txBox="1">
              <a:spLocks noChangeArrowheads="1"/>
            </p:cNvSpPr>
            <p:nvPr/>
          </p:nvSpPr>
          <p:spPr bwMode="auto">
            <a:xfrm>
              <a:off x="1008" y="960"/>
              <a:ext cx="288" cy="288"/>
            </a:xfrm>
            <a:prstGeom prst="rect">
              <a:avLst/>
            </a:prstGeom>
            <a:noFill/>
            <a:ln w="9525">
              <a:noFill/>
              <a:miter lim="800000"/>
              <a:headEnd/>
              <a:tailEnd/>
            </a:ln>
          </p:spPr>
          <p:txBody>
            <a:bodyPr>
              <a:spAutoFit/>
            </a:bodyPr>
            <a:lstStyle/>
            <a:p>
              <a:pPr>
                <a:spcBef>
                  <a:spcPct val="50000"/>
                </a:spcBef>
              </a:pPr>
              <a:r>
                <a:rPr lang="en-US" sz="2400" b="1" u="none">
                  <a:solidFill>
                    <a:srgbClr val="0066CC"/>
                  </a:solidFill>
                  <a:latin typeface="Times New Roman" pitchFamily="18" charset="0"/>
                </a:rPr>
                <a:t>3</a:t>
              </a:r>
              <a:endParaRPr lang="en-US" sz="2400" u="none">
                <a:solidFill>
                  <a:srgbClr val="0066CC"/>
                </a:solidFill>
                <a:latin typeface="Times New Roman" pitchFamily="18" charset="0"/>
              </a:endParaRPr>
            </a:p>
          </p:txBody>
        </p:sp>
      </p:grpSp>
      <p:sp>
        <p:nvSpPr>
          <p:cNvPr id="77886" name="Text Box 62"/>
          <p:cNvSpPr>
            <a:spLocks noGrp="1" noChangeArrowheads="1"/>
          </p:cNvSpPr>
          <p:nvPr>
            <p:ph type="body" idx="1"/>
          </p:nvPr>
        </p:nvSpPr>
        <p:spPr>
          <a:xfrm>
            <a:off x="381000" y="4525963"/>
            <a:ext cx="8458200" cy="2103437"/>
          </a:xfrm>
          <a:noFill/>
        </p:spPr>
        <p:txBody>
          <a:bodyPr/>
          <a:lstStyle/>
          <a:p>
            <a:pPr eaLnBrk="1" hangingPunct="1">
              <a:spcBef>
                <a:spcPct val="50000"/>
              </a:spcBef>
            </a:pPr>
            <a:r>
              <a:rPr lang="en-US" sz="2400"/>
              <a:t>Conduct multiple runs</a:t>
            </a:r>
          </a:p>
          <a:p>
            <a:pPr eaLnBrk="1" hangingPunct="1">
              <a:spcBef>
                <a:spcPct val="50000"/>
              </a:spcBef>
            </a:pPr>
            <a:r>
              <a:rPr lang="en-US" sz="2400"/>
              <a:t>compute average value of N</a:t>
            </a:r>
          </a:p>
          <a:p>
            <a:pPr eaLnBrk="1" hangingPunct="1">
              <a:spcBef>
                <a:spcPct val="50000"/>
              </a:spcBef>
            </a:pPr>
            <a:r>
              <a:rPr lang="en-US" sz="2400"/>
              <a:t>Similar to sampling</a:t>
            </a:r>
          </a:p>
          <a:p>
            <a:pPr eaLnBrk="1" hangingPunct="1">
              <a:spcBef>
                <a:spcPct val="50000"/>
              </a:spcBef>
            </a:pPr>
            <a:r>
              <a:rPr lang="en-US" sz="2400"/>
              <a:t>Larger the sample size, better the estimate.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slide(fromBottom)">
                                      <p:cBhvr>
                                        <p:cTn id="7" dur="500"/>
                                        <p:tgtEl>
                                          <p:spTgt spid="7782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7827"/>
                                        </p:tgtEl>
                                        <p:attrNameLst>
                                          <p:attrName>style.visibility</p:attrName>
                                        </p:attrNameLst>
                                      </p:cBhvr>
                                      <p:to>
                                        <p:strVal val="visible"/>
                                      </p:to>
                                    </p:set>
                                    <p:animEffect transition="in" filter="slide(fromBottom)">
                                      <p:cBhvr>
                                        <p:cTn id="17" dur="500"/>
                                        <p:tgtEl>
                                          <p:spTgt spid="7782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lide(fromBottom)">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7828"/>
                                        </p:tgtEl>
                                        <p:attrNameLst>
                                          <p:attrName>style.visibility</p:attrName>
                                        </p:attrNameLst>
                                      </p:cBhvr>
                                      <p:to>
                                        <p:strVal val="visible"/>
                                      </p:to>
                                    </p:set>
                                    <p:animEffect transition="in" filter="slide(fromBottom)">
                                      <p:cBhvr>
                                        <p:cTn id="27" dur="500"/>
                                        <p:tgtEl>
                                          <p:spTgt spid="7782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slide(fromBottom)">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77829"/>
                                        </p:tgtEl>
                                        <p:attrNameLst>
                                          <p:attrName>style.visibility</p:attrName>
                                        </p:attrNameLst>
                                      </p:cBhvr>
                                      <p:to>
                                        <p:strVal val="visible"/>
                                      </p:to>
                                    </p:set>
                                    <p:animEffect transition="in" filter="slide(fromBottom)">
                                      <p:cBhvr>
                                        <p:cTn id="37" dur="500"/>
                                        <p:tgtEl>
                                          <p:spTgt spid="7782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slide(fromBottom)">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77830"/>
                                        </p:tgtEl>
                                        <p:attrNameLst>
                                          <p:attrName>style.visibility</p:attrName>
                                        </p:attrNameLst>
                                      </p:cBhvr>
                                      <p:to>
                                        <p:strVal val="visible"/>
                                      </p:to>
                                    </p:set>
                                    <p:animEffect transition="in" filter="slide(fromBottom)">
                                      <p:cBhvr>
                                        <p:cTn id="47" dur="500"/>
                                        <p:tgtEl>
                                          <p:spTgt spid="77830"/>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slide(fromBottom)">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77831"/>
                                        </p:tgtEl>
                                        <p:attrNameLst>
                                          <p:attrName>style.visibility</p:attrName>
                                        </p:attrNameLst>
                                      </p:cBhvr>
                                      <p:to>
                                        <p:strVal val="visible"/>
                                      </p:to>
                                    </p:set>
                                    <p:animEffect transition="in" filter="slide(fromBottom)">
                                      <p:cBhvr>
                                        <p:cTn id="57" dur="500"/>
                                        <p:tgtEl>
                                          <p:spTgt spid="77831"/>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slide(fromBottom)">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77832"/>
                                        </p:tgtEl>
                                        <p:attrNameLst>
                                          <p:attrName>style.visibility</p:attrName>
                                        </p:attrNameLst>
                                      </p:cBhvr>
                                      <p:to>
                                        <p:strVal val="visible"/>
                                      </p:to>
                                    </p:set>
                                    <p:animEffect transition="in" filter="slide(fromBottom)">
                                      <p:cBhvr>
                                        <p:cTn id="67" dur="500"/>
                                        <p:tgtEl>
                                          <p:spTgt spid="77832"/>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slide(fromBottom)">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77833"/>
                                        </p:tgtEl>
                                        <p:attrNameLst>
                                          <p:attrName>style.visibility</p:attrName>
                                        </p:attrNameLst>
                                      </p:cBhvr>
                                      <p:to>
                                        <p:strVal val="visible"/>
                                      </p:to>
                                    </p:set>
                                    <p:animEffect transition="in" filter="slide(fromBottom)">
                                      <p:cBhvr>
                                        <p:cTn id="77" dur="500"/>
                                        <p:tgtEl>
                                          <p:spTgt spid="77833"/>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slide(fromBottom)">
                                      <p:cBhvr>
                                        <p:cTn id="82" dur="500"/>
                                        <p:tgtEl>
                                          <p:spTgt spid="9"/>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77834"/>
                                        </p:tgtEl>
                                        <p:attrNameLst>
                                          <p:attrName>style.visibility</p:attrName>
                                        </p:attrNameLst>
                                      </p:cBhvr>
                                      <p:to>
                                        <p:strVal val="visible"/>
                                      </p:to>
                                    </p:set>
                                    <p:animEffect transition="in" filter="slide(fromBottom)">
                                      <p:cBhvr>
                                        <p:cTn id="87" dur="500"/>
                                        <p:tgtEl>
                                          <p:spTgt spid="77834"/>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4"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slide(fromBottom)">
                                      <p:cBhvr>
                                        <p:cTn id="92" dur="500"/>
                                        <p:tgtEl>
                                          <p:spTgt spid="10"/>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77862"/>
                                        </p:tgtEl>
                                        <p:attrNameLst>
                                          <p:attrName>style.visibility</p:attrName>
                                        </p:attrNameLst>
                                      </p:cBhvr>
                                      <p:to>
                                        <p:strVal val="visible"/>
                                      </p:to>
                                    </p:set>
                                    <p:animEffect transition="in" filter="slide(fromBottom)">
                                      <p:cBhvr>
                                        <p:cTn id="97" dur="500"/>
                                        <p:tgtEl>
                                          <p:spTgt spid="77862"/>
                                        </p:tgtEl>
                                      </p:cBhvr>
                                    </p:animEffect>
                                  </p:childTnLst>
                                </p:cTn>
                              </p:par>
                            </p:childTnLst>
                          </p:cTn>
                        </p:par>
                      </p:childTnLst>
                    </p:cTn>
                  </p:par>
                  <p:par>
                    <p:cTn id="98" fill="hold">
                      <p:stCondLst>
                        <p:cond delay="indefinite"/>
                      </p:stCondLst>
                      <p:childTnLst>
                        <p:par>
                          <p:cTn id="99" fill="hold">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77863"/>
                                        </p:tgtEl>
                                        <p:attrNameLst>
                                          <p:attrName>style.visibility</p:attrName>
                                        </p:attrNameLst>
                                      </p:cBhvr>
                                      <p:to>
                                        <p:strVal val="visible"/>
                                      </p:to>
                                    </p:set>
                                    <p:animEffect transition="in" filter="slide(fromBottom)">
                                      <p:cBhvr>
                                        <p:cTn id="102" dur="500"/>
                                        <p:tgtEl>
                                          <p:spTgt spid="77863"/>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77864"/>
                                        </p:tgtEl>
                                        <p:attrNameLst>
                                          <p:attrName>style.visibility</p:attrName>
                                        </p:attrNameLst>
                                      </p:cBhvr>
                                      <p:to>
                                        <p:strVal val="visible"/>
                                      </p:to>
                                    </p:set>
                                    <p:animEffect transition="in" filter="slide(fromBottom)">
                                      <p:cBhvr>
                                        <p:cTn id="107" dur="500"/>
                                        <p:tgtEl>
                                          <p:spTgt spid="77864"/>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nodeType="clickEffect">
                                  <p:stCondLst>
                                    <p:cond delay="0"/>
                                  </p:stCondLst>
                                  <p:childTnLst>
                                    <p:set>
                                      <p:cBhvr>
                                        <p:cTn id="111" dur="1" fill="hold">
                                          <p:stCondLst>
                                            <p:cond delay="0"/>
                                          </p:stCondLst>
                                        </p:cTn>
                                        <p:tgtEl>
                                          <p:spTgt spid="11"/>
                                        </p:tgtEl>
                                        <p:attrNameLst>
                                          <p:attrName>style.visibility</p:attrName>
                                        </p:attrNameLst>
                                      </p:cBhvr>
                                      <p:to>
                                        <p:strVal val="visible"/>
                                      </p:to>
                                    </p:set>
                                    <p:animEffect transition="in" filter="slide(fromBottom)">
                                      <p:cBhvr>
                                        <p:cTn id="112" dur="500"/>
                                        <p:tgtEl>
                                          <p:spTgt spid="11"/>
                                        </p:tgtEl>
                                      </p:cBhvr>
                                    </p:animEffect>
                                  </p:childTnLst>
                                </p:cTn>
                              </p:par>
                            </p:childTnLst>
                          </p:cTn>
                        </p:par>
                      </p:childTnLst>
                    </p:cTn>
                  </p:par>
                  <p:par>
                    <p:cTn id="113" fill="hold">
                      <p:stCondLst>
                        <p:cond delay="indefinite"/>
                      </p:stCondLst>
                      <p:childTnLst>
                        <p:par>
                          <p:cTn id="114" fill="hold">
                            <p:stCondLst>
                              <p:cond delay="0"/>
                            </p:stCondLst>
                            <p:childTnLst>
                              <p:par>
                                <p:cTn id="115" presetID="12" presetClass="entr" presetSubtype="4" fill="hold" grpId="0" nodeType="clickEffect">
                                  <p:stCondLst>
                                    <p:cond delay="0"/>
                                  </p:stCondLst>
                                  <p:childTnLst>
                                    <p:set>
                                      <p:cBhvr>
                                        <p:cTn id="116" dur="1" fill="hold">
                                          <p:stCondLst>
                                            <p:cond delay="0"/>
                                          </p:stCondLst>
                                        </p:cTn>
                                        <p:tgtEl>
                                          <p:spTgt spid="77865"/>
                                        </p:tgtEl>
                                        <p:attrNameLst>
                                          <p:attrName>style.visibility</p:attrName>
                                        </p:attrNameLst>
                                      </p:cBhvr>
                                      <p:to>
                                        <p:strVal val="visible"/>
                                      </p:to>
                                    </p:set>
                                    <p:animEffect transition="in" filter="slide(fromBottom)">
                                      <p:cBhvr>
                                        <p:cTn id="117" dur="500"/>
                                        <p:tgtEl>
                                          <p:spTgt spid="77865"/>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4" fill="hold" nodeType="clickEffect">
                                  <p:stCondLst>
                                    <p:cond delay="0"/>
                                  </p:stCondLst>
                                  <p:childTnLst>
                                    <p:set>
                                      <p:cBhvr>
                                        <p:cTn id="121" dur="1" fill="hold">
                                          <p:stCondLst>
                                            <p:cond delay="0"/>
                                          </p:stCondLst>
                                        </p:cTn>
                                        <p:tgtEl>
                                          <p:spTgt spid="12"/>
                                        </p:tgtEl>
                                        <p:attrNameLst>
                                          <p:attrName>style.visibility</p:attrName>
                                        </p:attrNameLst>
                                      </p:cBhvr>
                                      <p:to>
                                        <p:strVal val="visible"/>
                                      </p:to>
                                    </p:set>
                                    <p:animEffect transition="in" filter="slide(fromBottom)">
                                      <p:cBhvr>
                                        <p:cTn id="122" dur="500"/>
                                        <p:tgtEl>
                                          <p:spTgt spid="12"/>
                                        </p:tgtEl>
                                      </p:cBhvr>
                                    </p:animEffect>
                                  </p:childTnLst>
                                </p:cTn>
                              </p:par>
                            </p:childTnLst>
                          </p:cTn>
                        </p:par>
                      </p:childTnLst>
                    </p:cTn>
                  </p:par>
                  <p:par>
                    <p:cTn id="123" fill="hold">
                      <p:stCondLst>
                        <p:cond delay="indefinite"/>
                      </p:stCondLst>
                      <p:childTnLst>
                        <p:par>
                          <p:cTn id="124" fill="hold">
                            <p:stCondLst>
                              <p:cond delay="0"/>
                            </p:stCondLst>
                            <p:childTnLst>
                              <p:par>
                                <p:cTn id="125" presetID="12" presetClass="entr" presetSubtype="4" fill="hold" grpId="0" nodeType="clickEffect">
                                  <p:stCondLst>
                                    <p:cond delay="0"/>
                                  </p:stCondLst>
                                  <p:childTnLst>
                                    <p:set>
                                      <p:cBhvr>
                                        <p:cTn id="126" dur="1" fill="hold">
                                          <p:stCondLst>
                                            <p:cond delay="0"/>
                                          </p:stCondLst>
                                        </p:cTn>
                                        <p:tgtEl>
                                          <p:spTgt spid="77866"/>
                                        </p:tgtEl>
                                        <p:attrNameLst>
                                          <p:attrName>style.visibility</p:attrName>
                                        </p:attrNameLst>
                                      </p:cBhvr>
                                      <p:to>
                                        <p:strVal val="visible"/>
                                      </p:to>
                                    </p:set>
                                    <p:animEffect transition="in" filter="slide(fromBottom)">
                                      <p:cBhvr>
                                        <p:cTn id="127" dur="500"/>
                                        <p:tgtEl>
                                          <p:spTgt spid="77866"/>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nodeType="clickEffect">
                                  <p:stCondLst>
                                    <p:cond delay="0"/>
                                  </p:stCondLst>
                                  <p:childTnLst>
                                    <p:set>
                                      <p:cBhvr>
                                        <p:cTn id="131" dur="1" fill="hold">
                                          <p:stCondLst>
                                            <p:cond delay="0"/>
                                          </p:stCondLst>
                                        </p:cTn>
                                        <p:tgtEl>
                                          <p:spTgt spid="13"/>
                                        </p:tgtEl>
                                        <p:attrNameLst>
                                          <p:attrName>style.visibility</p:attrName>
                                        </p:attrNameLst>
                                      </p:cBhvr>
                                      <p:to>
                                        <p:strVal val="visible"/>
                                      </p:to>
                                    </p:set>
                                    <p:animEffect transition="in" filter="slide(fromBottom)">
                                      <p:cBhvr>
                                        <p:cTn id="132" dur="500"/>
                                        <p:tgtEl>
                                          <p:spTgt spid="13"/>
                                        </p:tgtEl>
                                      </p:cBhvr>
                                    </p:animEffect>
                                  </p:childTnLst>
                                </p:cTn>
                              </p:par>
                            </p:childTnLst>
                          </p:cTn>
                        </p:par>
                      </p:childTnLst>
                    </p:cTn>
                  </p:par>
                  <p:par>
                    <p:cTn id="133" fill="hold">
                      <p:stCondLst>
                        <p:cond delay="indefinite"/>
                      </p:stCondLst>
                      <p:childTnLst>
                        <p:par>
                          <p:cTn id="134" fill="hold">
                            <p:stCondLst>
                              <p:cond delay="0"/>
                            </p:stCondLst>
                            <p:childTnLst>
                              <p:par>
                                <p:cTn id="135" presetID="12" presetClass="entr" presetSubtype="4" fill="hold" grpId="0" nodeType="clickEffect">
                                  <p:stCondLst>
                                    <p:cond delay="0"/>
                                  </p:stCondLst>
                                  <p:childTnLst>
                                    <p:set>
                                      <p:cBhvr>
                                        <p:cTn id="136" dur="1" fill="hold">
                                          <p:stCondLst>
                                            <p:cond delay="0"/>
                                          </p:stCondLst>
                                        </p:cTn>
                                        <p:tgtEl>
                                          <p:spTgt spid="77878"/>
                                        </p:tgtEl>
                                        <p:attrNameLst>
                                          <p:attrName>style.visibility</p:attrName>
                                        </p:attrNameLst>
                                      </p:cBhvr>
                                      <p:to>
                                        <p:strVal val="visible"/>
                                      </p:to>
                                    </p:set>
                                    <p:animEffect transition="in" filter="slide(fromBottom)">
                                      <p:cBhvr>
                                        <p:cTn id="137" dur="500"/>
                                        <p:tgtEl>
                                          <p:spTgt spid="77878"/>
                                        </p:tgtEl>
                                      </p:cBhvr>
                                    </p:animEffect>
                                  </p:childTnLst>
                                </p:cTn>
                              </p:par>
                            </p:childTnLst>
                          </p:cTn>
                        </p:par>
                      </p:childTnLst>
                    </p:cTn>
                  </p:par>
                  <p:par>
                    <p:cTn id="138" fill="hold">
                      <p:stCondLst>
                        <p:cond delay="indefinite"/>
                      </p:stCondLst>
                      <p:childTnLst>
                        <p:par>
                          <p:cTn id="139" fill="hold">
                            <p:stCondLst>
                              <p:cond delay="0"/>
                            </p:stCondLst>
                            <p:childTnLst>
                              <p:par>
                                <p:cTn id="140" presetID="12" presetClass="entr" presetSubtype="4" fill="hold" nodeType="clickEffect">
                                  <p:stCondLst>
                                    <p:cond delay="0"/>
                                  </p:stCondLst>
                                  <p:childTnLst>
                                    <p:set>
                                      <p:cBhvr>
                                        <p:cTn id="141" dur="1" fill="hold">
                                          <p:stCondLst>
                                            <p:cond delay="0"/>
                                          </p:stCondLst>
                                        </p:cTn>
                                        <p:tgtEl>
                                          <p:spTgt spid="14"/>
                                        </p:tgtEl>
                                        <p:attrNameLst>
                                          <p:attrName>style.visibility</p:attrName>
                                        </p:attrNameLst>
                                      </p:cBhvr>
                                      <p:to>
                                        <p:strVal val="visible"/>
                                      </p:to>
                                    </p:set>
                                    <p:animEffect transition="in" filter="slide(fromBottom)">
                                      <p:cBhvr>
                                        <p:cTn id="142" dur="500"/>
                                        <p:tgtEl>
                                          <p:spTgt spid="14"/>
                                        </p:tgtEl>
                                      </p:cBhvr>
                                    </p:animEffect>
                                  </p:childTnLst>
                                </p:cTn>
                              </p:par>
                            </p:childTnLst>
                          </p:cTn>
                        </p:par>
                      </p:childTnLst>
                    </p:cTn>
                  </p:par>
                  <p:par>
                    <p:cTn id="143" fill="hold">
                      <p:stCondLst>
                        <p:cond delay="indefinite"/>
                      </p:stCondLst>
                      <p:childTnLst>
                        <p:par>
                          <p:cTn id="144" fill="hold">
                            <p:stCondLst>
                              <p:cond delay="0"/>
                            </p:stCondLst>
                            <p:childTnLst>
                              <p:par>
                                <p:cTn id="145" presetID="12" presetClass="entr" presetSubtype="4" fill="hold" grpId="0" nodeType="clickEffect">
                                  <p:stCondLst>
                                    <p:cond delay="0"/>
                                  </p:stCondLst>
                                  <p:childTnLst>
                                    <p:set>
                                      <p:cBhvr>
                                        <p:cTn id="146" dur="1" fill="hold">
                                          <p:stCondLst>
                                            <p:cond delay="0"/>
                                          </p:stCondLst>
                                        </p:cTn>
                                        <p:tgtEl>
                                          <p:spTgt spid="77879"/>
                                        </p:tgtEl>
                                        <p:attrNameLst>
                                          <p:attrName>style.visibility</p:attrName>
                                        </p:attrNameLst>
                                      </p:cBhvr>
                                      <p:to>
                                        <p:strVal val="visible"/>
                                      </p:to>
                                    </p:set>
                                    <p:animEffect transition="in" filter="slide(fromBottom)">
                                      <p:cBhvr>
                                        <p:cTn id="147" dur="500"/>
                                        <p:tgtEl>
                                          <p:spTgt spid="77879"/>
                                        </p:tgtEl>
                                      </p:cBhvr>
                                    </p:animEffect>
                                  </p:childTnLst>
                                </p:cTn>
                              </p:par>
                            </p:childTnLst>
                          </p:cTn>
                        </p:par>
                      </p:childTnLst>
                    </p:cTn>
                  </p:par>
                  <p:par>
                    <p:cTn id="148" fill="hold">
                      <p:stCondLst>
                        <p:cond delay="indefinite"/>
                      </p:stCondLst>
                      <p:childTnLst>
                        <p:par>
                          <p:cTn id="149" fill="hold">
                            <p:stCondLst>
                              <p:cond delay="0"/>
                            </p:stCondLst>
                            <p:childTnLst>
                              <p:par>
                                <p:cTn id="150" presetID="12" presetClass="entr" presetSubtype="4" fill="hold" nodeType="clickEffect">
                                  <p:stCondLst>
                                    <p:cond delay="0"/>
                                  </p:stCondLst>
                                  <p:childTnLst>
                                    <p:set>
                                      <p:cBhvr>
                                        <p:cTn id="151" dur="1" fill="hold">
                                          <p:stCondLst>
                                            <p:cond delay="0"/>
                                          </p:stCondLst>
                                        </p:cTn>
                                        <p:tgtEl>
                                          <p:spTgt spid="15"/>
                                        </p:tgtEl>
                                        <p:attrNameLst>
                                          <p:attrName>style.visibility</p:attrName>
                                        </p:attrNameLst>
                                      </p:cBhvr>
                                      <p:to>
                                        <p:strVal val="visible"/>
                                      </p:to>
                                    </p:set>
                                    <p:animEffect transition="in" filter="slide(fromBottom)">
                                      <p:cBhvr>
                                        <p:cTn id="152" dur="500"/>
                                        <p:tgtEl>
                                          <p:spTgt spid="15"/>
                                        </p:tgtEl>
                                      </p:cBhvr>
                                    </p:animEffect>
                                  </p:childTnLst>
                                </p:cTn>
                              </p:par>
                            </p:childTnLst>
                          </p:cTn>
                        </p:par>
                      </p:childTnLst>
                    </p:cTn>
                  </p:par>
                  <p:par>
                    <p:cTn id="153" fill="hold">
                      <p:stCondLst>
                        <p:cond delay="indefinite"/>
                      </p:stCondLst>
                      <p:childTnLst>
                        <p:par>
                          <p:cTn id="154" fill="hold">
                            <p:stCondLst>
                              <p:cond delay="0"/>
                            </p:stCondLst>
                            <p:childTnLst>
                              <p:par>
                                <p:cTn id="155" presetID="12" presetClass="entr" presetSubtype="4" fill="hold" grpId="0" nodeType="clickEffect">
                                  <p:stCondLst>
                                    <p:cond delay="0"/>
                                  </p:stCondLst>
                                  <p:childTnLst>
                                    <p:set>
                                      <p:cBhvr>
                                        <p:cTn id="156" dur="1" fill="hold">
                                          <p:stCondLst>
                                            <p:cond delay="0"/>
                                          </p:stCondLst>
                                        </p:cTn>
                                        <p:tgtEl>
                                          <p:spTgt spid="77876"/>
                                        </p:tgtEl>
                                        <p:attrNameLst>
                                          <p:attrName>style.visibility</p:attrName>
                                        </p:attrNameLst>
                                      </p:cBhvr>
                                      <p:to>
                                        <p:strVal val="visible"/>
                                      </p:to>
                                    </p:set>
                                    <p:animEffect transition="in" filter="slide(fromBottom)">
                                      <p:cBhvr>
                                        <p:cTn id="157" dur="500"/>
                                        <p:tgtEl>
                                          <p:spTgt spid="77876"/>
                                        </p:tgtEl>
                                      </p:cBhvr>
                                    </p:animEffect>
                                  </p:childTnLst>
                                </p:cTn>
                              </p:par>
                            </p:childTnLst>
                          </p:cTn>
                        </p:par>
                      </p:childTnLst>
                    </p:cTn>
                  </p:par>
                  <p:par>
                    <p:cTn id="158" fill="hold">
                      <p:stCondLst>
                        <p:cond delay="indefinite"/>
                      </p:stCondLst>
                      <p:childTnLst>
                        <p:par>
                          <p:cTn id="159" fill="hold">
                            <p:stCondLst>
                              <p:cond delay="0"/>
                            </p:stCondLst>
                            <p:childTnLst>
                              <p:par>
                                <p:cTn id="160" presetID="12" presetClass="entr" presetSubtype="4" fill="hold" grpId="0" nodeType="clickEffect">
                                  <p:stCondLst>
                                    <p:cond delay="0"/>
                                  </p:stCondLst>
                                  <p:childTnLst>
                                    <p:set>
                                      <p:cBhvr>
                                        <p:cTn id="161" dur="1" fill="hold">
                                          <p:stCondLst>
                                            <p:cond delay="0"/>
                                          </p:stCondLst>
                                        </p:cTn>
                                        <p:tgtEl>
                                          <p:spTgt spid="77877"/>
                                        </p:tgtEl>
                                        <p:attrNameLst>
                                          <p:attrName>style.visibility</p:attrName>
                                        </p:attrNameLst>
                                      </p:cBhvr>
                                      <p:to>
                                        <p:strVal val="visible"/>
                                      </p:to>
                                    </p:set>
                                    <p:animEffect transition="in" filter="slide(fromBottom)">
                                      <p:cBhvr>
                                        <p:cTn id="162" dur="500"/>
                                        <p:tgtEl>
                                          <p:spTgt spid="77877"/>
                                        </p:tgtEl>
                                      </p:cBhvr>
                                    </p:animEffect>
                                  </p:childTnLst>
                                </p:cTn>
                              </p:par>
                            </p:childTnLst>
                          </p:cTn>
                        </p:par>
                      </p:childTnLst>
                    </p:cTn>
                  </p:par>
                  <p:par>
                    <p:cTn id="163" fill="hold">
                      <p:stCondLst>
                        <p:cond delay="indefinite"/>
                      </p:stCondLst>
                      <p:childTnLst>
                        <p:par>
                          <p:cTn id="164" fill="hold">
                            <p:stCondLst>
                              <p:cond delay="0"/>
                            </p:stCondLst>
                            <p:childTnLst>
                              <p:par>
                                <p:cTn id="165" presetID="12" presetClass="entr" presetSubtype="4" fill="hold" grpId="0" nodeType="clickEffect">
                                  <p:stCondLst>
                                    <p:cond delay="0"/>
                                  </p:stCondLst>
                                  <p:childTnLst>
                                    <p:set>
                                      <p:cBhvr>
                                        <p:cTn id="166" dur="1" fill="hold">
                                          <p:stCondLst>
                                            <p:cond delay="0"/>
                                          </p:stCondLst>
                                        </p:cTn>
                                        <p:tgtEl>
                                          <p:spTgt spid="77886">
                                            <p:txEl>
                                              <p:pRg st="0" end="0"/>
                                            </p:txEl>
                                          </p:spTgt>
                                        </p:tgtEl>
                                        <p:attrNameLst>
                                          <p:attrName>style.visibility</p:attrName>
                                        </p:attrNameLst>
                                      </p:cBhvr>
                                      <p:to>
                                        <p:strVal val="visible"/>
                                      </p:to>
                                    </p:set>
                                    <p:animEffect transition="in" filter="slide(fromBottom)">
                                      <p:cBhvr>
                                        <p:cTn id="167" dur="500"/>
                                        <p:tgtEl>
                                          <p:spTgt spid="77886">
                                            <p:txEl>
                                              <p:pRg st="0" end="0"/>
                                            </p:txEl>
                                          </p:spTgt>
                                        </p:tgtEl>
                                      </p:cBhvr>
                                    </p:animEffect>
                                  </p:childTnLst>
                                </p:cTn>
                              </p:par>
                            </p:childTnLst>
                          </p:cTn>
                        </p:par>
                      </p:childTnLst>
                    </p:cTn>
                  </p:par>
                  <p:par>
                    <p:cTn id="168" fill="hold">
                      <p:stCondLst>
                        <p:cond delay="indefinite"/>
                      </p:stCondLst>
                      <p:childTnLst>
                        <p:par>
                          <p:cTn id="169" fill="hold">
                            <p:stCondLst>
                              <p:cond delay="0"/>
                            </p:stCondLst>
                            <p:childTnLst>
                              <p:par>
                                <p:cTn id="170" presetID="12" presetClass="entr" presetSubtype="4" fill="hold" grpId="0" nodeType="clickEffect">
                                  <p:stCondLst>
                                    <p:cond delay="0"/>
                                  </p:stCondLst>
                                  <p:childTnLst>
                                    <p:set>
                                      <p:cBhvr>
                                        <p:cTn id="171" dur="1" fill="hold">
                                          <p:stCondLst>
                                            <p:cond delay="0"/>
                                          </p:stCondLst>
                                        </p:cTn>
                                        <p:tgtEl>
                                          <p:spTgt spid="77886">
                                            <p:txEl>
                                              <p:pRg st="1" end="1"/>
                                            </p:txEl>
                                          </p:spTgt>
                                        </p:tgtEl>
                                        <p:attrNameLst>
                                          <p:attrName>style.visibility</p:attrName>
                                        </p:attrNameLst>
                                      </p:cBhvr>
                                      <p:to>
                                        <p:strVal val="visible"/>
                                      </p:to>
                                    </p:set>
                                    <p:animEffect transition="in" filter="slide(fromBottom)">
                                      <p:cBhvr>
                                        <p:cTn id="172" dur="500"/>
                                        <p:tgtEl>
                                          <p:spTgt spid="77886">
                                            <p:txEl>
                                              <p:pRg st="1" end="1"/>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12" presetClass="entr" presetSubtype="4" fill="hold" grpId="0" nodeType="clickEffect">
                                  <p:stCondLst>
                                    <p:cond delay="0"/>
                                  </p:stCondLst>
                                  <p:childTnLst>
                                    <p:set>
                                      <p:cBhvr>
                                        <p:cTn id="176" dur="1" fill="hold">
                                          <p:stCondLst>
                                            <p:cond delay="0"/>
                                          </p:stCondLst>
                                        </p:cTn>
                                        <p:tgtEl>
                                          <p:spTgt spid="77886">
                                            <p:txEl>
                                              <p:pRg st="2" end="2"/>
                                            </p:txEl>
                                          </p:spTgt>
                                        </p:tgtEl>
                                        <p:attrNameLst>
                                          <p:attrName>style.visibility</p:attrName>
                                        </p:attrNameLst>
                                      </p:cBhvr>
                                      <p:to>
                                        <p:strVal val="visible"/>
                                      </p:to>
                                    </p:set>
                                    <p:animEffect transition="in" filter="slide(fromBottom)">
                                      <p:cBhvr>
                                        <p:cTn id="177" dur="500"/>
                                        <p:tgtEl>
                                          <p:spTgt spid="77886">
                                            <p:txEl>
                                              <p:pRg st="2" end="2"/>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12" presetClass="entr" presetSubtype="4" fill="hold" grpId="0" nodeType="clickEffect">
                                  <p:stCondLst>
                                    <p:cond delay="0"/>
                                  </p:stCondLst>
                                  <p:childTnLst>
                                    <p:set>
                                      <p:cBhvr>
                                        <p:cTn id="181" dur="1" fill="hold">
                                          <p:stCondLst>
                                            <p:cond delay="0"/>
                                          </p:stCondLst>
                                        </p:cTn>
                                        <p:tgtEl>
                                          <p:spTgt spid="77886">
                                            <p:txEl>
                                              <p:pRg st="3" end="3"/>
                                            </p:txEl>
                                          </p:spTgt>
                                        </p:tgtEl>
                                        <p:attrNameLst>
                                          <p:attrName>style.visibility</p:attrName>
                                        </p:attrNameLst>
                                      </p:cBhvr>
                                      <p:to>
                                        <p:strVal val="visible"/>
                                      </p:to>
                                    </p:set>
                                    <p:animEffect transition="in" filter="slide(fromBottom)">
                                      <p:cBhvr>
                                        <p:cTn id="182" dur="500"/>
                                        <p:tgtEl>
                                          <p:spTgt spid="778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autoUpdateAnimBg="0"/>
      <p:bldP spid="77827" grpId="0" autoUpdateAnimBg="0"/>
      <p:bldP spid="77828" grpId="0" autoUpdateAnimBg="0"/>
      <p:bldP spid="77829" grpId="0" autoUpdateAnimBg="0"/>
      <p:bldP spid="77830" grpId="0" autoUpdateAnimBg="0"/>
      <p:bldP spid="77831" grpId="0" autoUpdateAnimBg="0"/>
      <p:bldP spid="77832" grpId="0" autoUpdateAnimBg="0"/>
      <p:bldP spid="77833" grpId="0" autoUpdateAnimBg="0"/>
      <p:bldP spid="77834" grpId="0" autoUpdateAnimBg="0"/>
      <p:bldP spid="77862" grpId="0" animBg="1"/>
      <p:bldP spid="77863" grpId="0" autoUpdateAnimBg="0"/>
      <p:bldP spid="77864" grpId="0" autoUpdateAnimBg="0"/>
      <p:bldP spid="77865" grpId="0" autoUpdateAnimBg="0"/>
      <p:bldP spid="77866" grpId="0" autoUpdateAnimBg="0"/>
      <p:bldP spid="77876" grpId="0" animBg="1"/>
      <p:bldP spid="77877" grpId="0" autoUpdateAnimBg="0"/>
      <p:bldP spid="77878" grpId="0" autoUpdateAnimBg="0"/>
      <p:bldP spid="77879" grpId="0" autoUpdateAnimBg="0"/>
      <p:bldP spid="77886"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defRPr/>
            </a:pPr>
            <a:r>
              <a:rPr lang="en-US" sz="2800" b="1"/>
              <a:t>Generating Random Numbers from Other Distributions</a:t>
            </a:r>
          </a:p>
        </p:txBody>
      </p:sp>
      <p:sp>
        <p:nvSpPr>
          <p:cNvPr id="16387" name="Rectangle 3"/>
          <p:cNvSpPr>
            <a:spLocks noGrp="1" noChangeArrowheads="1"/>
          </p:cNvSpPr>
          <p:nvPr>
            <p:ph type="body" idx="1"/>
          </p:nvPr>
        </p:nvSpPr>
        <p:spPr>
          <a:xfrm>
            <a:off x="228600" y="990600"/>
            <a:ext cx="8610600" cy="2667000"/>
          </a:xfrm>
        </p:spPr>
        <p:txBody>
          <a:bodyPr/>
          <a:lstStyle/>
          <a:p>
            <a:pPr eaLnBrk="1" hangingPunct="1"/>
            <a:r>
              <a:rPr lang="en-US" sz="2400"/>
              <a:t>How to generate random numbers from any given distribution?</a:t>
            </a:r>
          </a:p>
          <a:p>
            <a:pPr eaLnBrk="1" hangingPunct="1"/>
            <a:r>
              <a:rPr lang="en-US" sz="2400"/>
              <a:t>A random number with </a:t>
            </a:r>
            <a:r>
              <a:rPr lang="en-US" sz="2400">
                <a:solidFill>
                  <a:srgbClr val="0066CC"/>
                </a:solidFill>
              </a:rPr>
              <a:t>U(0,1)</a:t>
            </a:r>
            <a:r>
              <a:rPr lang="en-US" sz="2400"/>
              <a:t> distribution can be </a:t>
            </a:r>
            <a:r>
              <a:rPr lang="en-US" sz="2400" b="1" u="sng">
                <a:solidFill>
                  <a:srgbClr val="0066CC"/>
                </a:solidFill>
              </a:rPr>
              <a:t>transformed</a:t>
            </a:r>
            <a:r>
              <a:rPr lang="en-US" sz="2400"/>
              <a:t> into any other distribution. </a:t>
            </a:r>
          </a:p>
          <a:p>
            <a:pPr eaLnBrk="1" hangingPunct="1"/>
            <a:r>
              <a:rPr lang="en-US" sz="2400"/>
              <a:t>How did we simulate the coin toss? </a:t>
            </a:r>
          </a:p>
          <a:p>
            <a:pPr eaLnBrk="1" hangingPunct="1"/>
            <a:r>
              <a:rPr lang="en-US" sz="2400"/>
              <a:t>Example: Discrete distribution.</a:t>
            </a:r>
          </a:p>
        </p:txBody>
      </p:sp>
      <p:sp>
        <p:nvSpPr>
          <p:cNvPr id="116740" name="Text Box 4"/>
          <p:cNvSpPr txBox="1">
            <a:spLocks noChangeArrowheads="1"/>
          </p:cNvSpPr>
          <p:nvPr/>
        </p:nvSpPr>
        <p:spPr bwMode="auto">
          <a:xfrm>
            <a:off x="1219200" y="3886200"/>
            <a:ext cx="1828800" cy="2225675"/>
          </a:xfrm>
          <a:prstGeom prst="rect">
            <a:avLst/>
          </a:prstGeom>
          <a:noFill/>
          <a:ln w="9525">
            <a:noFill/>
            <a:miter lim="800000"/>
            <a:headEnd/>
            <a:tailEnd/>
          </a:ln>
        </p:spPr>
        <p:txBody>
          <a:bodyPr>
            <a:spAutoFit/>
          </a:bodyPr>
          <a:lstStyle/>
          <a:p>
            <a:pPr>
              <a:spcBef>
                <a:spcPct val="50000"/>
              </a:spcBef>
            </a:pPr>
            <a:r>
              <a:rPr lang="en-US" sz="2000" b="1" u="none">
                <a:solidFill>
                  <a:srgbClr val="0066CC"/>
                </a:solidFill>
                <a:latin typeface="Times New Roman" pitchFamily="18" charset="0"/>
              </a:rPr>
              <a:t>x	f(x)</a:t>
            </a:r>
          </a:p>
          <a:p>
            <a:pPr>
              <a:spcBef>
                <a:spcPct val="50000"/>
              </a:spcBef>
            </a:pPr>
            <a:r>
              <a:rPr lang="en-US" sz="2000" b="1" u="none">
                <a:solidFill>
                  <a:srgbClr val="0066CC"/>
                </a:solidFill>
                <a:latin typeface="Times New Roman" pitchFamily="18" charset="0"/>
              </a:rPr>
              <a:t>0	0.10</a:t>
            </a:r>
          </a:p>
          <a:p>
            <a:pPr>
              <a:spcBef>
                <a:spcPct val="50000"/>
              </a:spcBef>
            </a:pPr>
            <a:r>
              <a:rPr lang="en-US" sz="2000" b="1" u="none">
                <a:solidFill>
                  <a:srgbClr val="0066CC"/>
                </a:solidFill>
                <a:latin typeface="Times New Roman" pitchFamily="18" charset="0"/>
              </a:rPr>
              <a:t>1	0.30</a:t>
            </a:r>
          </a:p>
          <a:p>
            <a:pPr>
              <a:spcBef>
                <a:spcPct val="50000"/>
              </a:spcBef>
            </a:pPr>
            <a:r>
              <a:rPr lang="en-US" sz="2000" b="1" u="none">
                <a:solidFill>
                  <a:srgbClr val="0066CC"/>
                </a:solidFill>
                <a:latin typeface="Times New Roman" pitchFamily="18" charset="0"/>
              </a:rPr>
              <a:t>2	0.40</a:t>
            </a:r>
          </a:p>
          <a:p>
            <a:pPr>
              <a:spcBef>
                <a:spcPct val="50000"/>
              </a:spcBef>
            </a:pPr>
            <a:r>
              <a:rPr lang="en-US" sz="2000" b="1" u="none">
                <a:solidFill>
                  <a:srgbClr val="0066CC"/>
                </a:solidFill>
                <a:latin typeface="Times New Roman" pitchFamily="18" charset="0"/>
              </a:rPr>
              <a:t>3	0.20</a:t>
            </a:r>
          </a:p>
        </p:txBody>
      </p:sp>
      <p:sp>
        <p:nvSpPr>
          <p:cNvPr id="116741" name="Text Box 5"/>
          <p:cNvSpPr txBox="1">
            <a:spLocks noChangeArrowheads="1"/>
          </p:cNvSpPr>
          <p:nvPr/>
        </p:nvSpPr>
        <p:spPr bwMode="auto">
          <a:xfrm>
            <a:off x="2819400" y="5622925"/>
            <a:ext cx="5486400" cy="396875"/>
          </a:xfrm>
          <a:prstGeom prst="rect">
            <a:avLst/>
          </a:prstGeom>
          <a:noFill/>
          <a:ln w="9525">
            <a:noFill/>
            <a:miter lim="800000"/>
            <a:headEnd/>
            <a:tailEnd/>
          </a:ln>
        </p:spPr>
        <p:txBody>
          <a:bodyPr>
            <a:spAutoFit/>
          </a:bodyPr>
          <a:lstStyle/>
          <a:p>
            <a:pPr>
              <a:spcBef>
                <a:spcPct val="50000"/>
              </a:spcBef>
            </a:pPr>
            <a:r>
              <a:rPr lang="en-US" sz="2000" u="none">
                <a:latin typeface="Times New Roman" pitchFamily="18" charset="0"/>
              </a:rPr>
              <a:t>   0     0.1  0.2  0.3  0.4  0.5   0.6  0.7  0.8  0.9  1.0</a:t>
            </a:r>
          </a:p>
        </p:txBody>
      </p:sp>
      <p:grpSp>
        <p:nvGrpSpPr>
          <p:cNvPr id="2" name="Group 6"/>
          <p:cNvGrpSpPr>
            <a:grpSpLocks/>
          </p:cNvGrpSpPr>
          <p:nvPr/>
        </p:nvGrpSpPr>
        <p:grpSpPr bwMode="auto">
          <a:xfrm>
            <a:off x="3200400" y="4114800"/>
            <a:ext cx="4572000" cy="1447800"/>
            <a:chOff x="2304" y="2640"/>
            <a:chExt cx="2880" cy="912"/>
          </a:xfrm>
        </p:grpSpPr>
        <p:sp>
          <p:nvSpPr>
            <p:cNvPr id="16399" name="Rectangle 7"/>
            <p:cNvSpPr>
              <a:spLocks noChangeArrowheads="1"/>
            </p:cNvSpPr>
            <p:nvPr/>
          </p:nvSpPr>
          <p:spPr bwMode="auto">
            <a:xfrm>
              <a:off x="2304" y="2640"/>
              <a:ext cx="2880" cy="720"/>
            </a:xfrm>
            <a:prstGeom prst="rect">
              <a:avLst/>
            </a:prstGeom>
            <a:solidFill>
              <a:srgbClr val="E1FFEB"/>
            </a:solidFill>
            <a:ln w="9525">
              <a:solidFill>
                <a:schemeClr val="tx1"/>
              </a:solidFill>
              <a:miter lim="800000"/>
              <a:headEnd/>
              <a:tailEnd/>
            </a:ln>
          </p:spPr>
          <p:txBody>
            <a:bodyPr wrap="none" anchor="ctr"/>
            <a:lstStyle/>
            <a:p>
              <a:endParaRPr lang="en-US"/>
            </a:p>
          </p:txBody>
        </p:sp>
        <p:sp>
          <p:nvSpPr>
            <p:cNvPr id="16400" name="Line 8"/>
            <p:cNvSpPr>
              <a:spLocks noChangeShapeType="1"/>
            </p:cNvSpPr>
            <p:nvPr/>
          </p:nvSpPr>
          <p:spPr bwMode="auto">
            <a:xfrm>
              <a:off x="2304" y="3360"/>
              <a:ext cx="0" cy="192"/>
            </a:xfrm>
            <a:prstGeom prst="line">
              <a:avLst/>
            </a:prstGeom>
            <a:noFill/>
            <a:ln w="9525">
              <a:solidFill>
                <a:schemeClr val="tx1"/>
              </a:solidFill>
              <a:round/>
              <a:headEnd/>
              <a:tailEnd/>
            </a:ln>
          </p:spPr>
          <p:txBody>
            <a:bodyPr wrap="none" anchor="ctr"/>
            <a:lstStyle/>
            <a:p>
              <a:endParaRPr lang="en-US"/>
            </a:p>
          </p:txBody>
        </p:sp>
        <p:sp>
          <p:nvSpPr>
            <p:cNvPr id="16401" name="Line 9"/>
            <p:cNvSpPr>
              <a:spLocks noChangeShapeType="1"/>
            </p:cNvSpPr>
            <p:nvPr/>
          </p:nvSpPr>
          <p:spPr bwMode="auto">
            <a:xfrm>
              <a:off x="2880" y="3360"/>
              <a:ext cx="0" cy="192"/>
            </a:xfrm>
            <a:prstGeom prst="line">
              <a:avLst/>
            </a:prstGeom>
            <a:noFill/>
            <a:ln w="9525">
              <a:solidFill>
                <a:schemeClr val="tx1"/>
              </a:solidFill>
              <a:round/>
              <a:headEnd/>
              <a:tailEnd/>
            </a:ln>
          </p:spPr>
          <p:txBody>
            <a:bodyPr wrap="none" anchor="ctr"/>
            <a:lstStyle/>
            <a:p>
              <a:endParaRPr lang="en-US"/>
            </a:p>
          </p:txBody>
        </p:sp>
        <p:sp>
          <p:nvSpPr>
            <p:cNvPr id="16402" name="Line 10"/>
            <p:cNvSpPr>
              <a:spLocks noChangeShapeType="1"/>
            </p:cNvSpPr>
            <p:nvPr/>
          </p:nvSpPr>
          <p:spPr bwMode="auto">
            <a:xfrm>
              <a:off x="2592" y="3360"/>
              <a:ext cx="0" cy="192"/>
            </a:xfrm>
            <a:prstGeom prst="line">
              <a:avLst/>
            </a:prstGeom>
            <a:noFill/>
            <a:ln w="9525">
              <a:solidFill>
                <a:schemeClr val="tx1"/>
              </a:solidFill>
              <a:round/>
              <a:headEnd/>
              <a:tailEnd/>
            </a:ln>
          </p:spPr>
          <p:txBody>
            <a:bodyPr wrap="none" anchor="ctr"/>
            <a:lstStyle/>
            <a:p>
              <a:endParaRPr lang="en-US"/>
            </a:p>
          </p:txBody>
        </p:sp>
        <p:sp>
          <p:nvSpPr>
            <p:cNvPr id="16403" name="Line 11"/>
            <p:cNvSpPr>
              <a:spLocks noChangeShapeType="1"/>
            </p:cNvSpPr>
            <p:nvPr/>
          </p:nvSpPr>
          <p:spPr bwMode="auto">
            <a:xfrm>
              <a:off x="3168" y="3360"/>
              <a:ext cx="0" cy="192"/>
            </a:xfrm>
            <a:prstGeom prst="line">
              <a:avLst/>
            </a:prstGeom>
            <a:noFill/>
            <a:ln w="9525">
              <a:solidFill>
                <a:schemeClr val="tx1"/>
              </a:solidFill>
              <a:round/>
              <a:headEnd/>
              <a:tailEnd/>
            </a:ln>
          </p:spPr>
          <p:txBody>
            <a:bodyPr wrap="none" anchor="ctr"/>
            <a:lstStyle/>
            <a:p>
              <a:endParaRPr lang="en-US"/>
            </a:p>
          </p:txBody>
        </p:sp>
        <p:sp>
          <p:nvSpPr>
            <p:cNvPr id="16404" name="Line 12"/>
            <p:cNvSpPr>
              <a:spLocks noChangeShapeType="1"/>
            </p:cNvSpPr>
            <p:nvPr/>
          </p:nvSpPr>
          <p:spPr bwMode="auto">
            <a:xfrm>
              <a:off x="3456" y="3360"/>
              <a:ext cx="0" cy="192"/>
            </a:xfrm>
            <a:prstGeom prst="line">
              <a:avLst/>
            </a:prstGeom>
            <a:noFill/>
            <a:ln w="9525">
              <a:solidFill>
                <a:schemeClr val="tx1"/>
              </a:solidFill>
              <a:round/>
              <a:headEnd/>
              <a:tailEnd/>
            </a:ln>
          </p:spPr>
          <p:txBody>
            <a:bodyPr wrap="none" anchor="ctr"/>
            <a:lstStyle/>
            <a:p>
              <a:endParaRPr lang="en-US"/>
            </a:p>
          </p:txBody>
        </p:sp>
        <p:sp>
          <p:nvSpPr>
            <p:cNvPr id="16405" name="Line 13"/>
            <p:cNvSpPr>
              <a:spLocks noChangeShapeType="1"/>
            </p:cNvSpPr>
            <p:nvPr/>
          </p:nvSpPr>
          <p:spPr bwMode="auto">
            <a:xfrm>
              <a:off x="3744" y="3360"/>
              <a:ext cx="0" cy="192"/>
            </a:xfrm>
            <a:prstGeom prst="line">
              <a:avLst/>
            </a:prstGeom>
            <a:noFill/>
            <a:ln w="9525">
              <a:solidFill>
                <a:schemeClr val="tx1"/>
              </a:solidFill>
              <a:round/>
              <a:headEnd/>
              <a:tailEnd/>
            </a:ln>
          </p:spPr>
          <p:txBody>
            <a:bodyPr wrap="none" anchor="ctr"/>
            <a:lstStyle/>
            <a:p>
              <a:endParaRPr lang="en-US"/>
            </a:p>
          </p:txBody>
        </p:sp>
        <p:sp>
          <p:nvSpPr>
            <p:cNvPr id="16406" name="Line 14"/>
            <p:cNvSpPr>
              <a:spLocks noChangeShapeType="1"/>
            </p:cNvSpPr>
            <p:nvPr/>
          </p:nvSpPr>
          <p:spPr bwMode="auto">
            <a:xfrm>
              <a:off x="4032" y="3360"/>
              <a:ext cx="0" cy="192"/>
            </a:xfrm>
            <a:prstGeom prst="line">
              <a:avLst/>
            </a:prstGeom>
            <a:noFill/>
            <a:ln w="9525">
              <a:solidFill>
                <a:schemeClr val="tx1"/>
              </a:solidFill>
              <a:round/>
              <a:headEnd/>
              <a:tailEnd/>
            </a:ln>
          </p:spPr>
          <p:txBody>
            <a:bodyPr wrap="none" anchor="ctr"/>
            <a:lstStyle/>
            <a:p>
              <a:endParaRPr lang="en-US"/>
            </a:p>
          </p:txBody>
        </p:sp>
        <p:sp>
          <p:nvSpPr>
            <p:cNvPr id="16407" name="Line 15"/>
            <p:cNvSpPr>
              <a:spLocks noChangeShapeType="1"/>
            </p:cNvSpPr>
            <p:nvPr/>
          </p:nvSpPr>
          <p:spPr bwMode="auto">
            <a:xfrm>
              <a:off x="4320" y="3360"/>
              <a:ext cx="0" cy="192"/>
            </a:xfrm>
            <a:prstGeom prst="line">
              <a:avLst/>
            </a:prstGeom>
            <a:noFill/>
            <a:ln w="9525">
              <a:solidFill>
                <a:schemeClr val="tx1"/>
              </a:solidFill>
              <a:round/>
              <a:headEnd/>
              <a:tailEnd/>
            </a:ln>
          </p:spPr>
          <p:txBody>
            <a:bodyPr wrap="none" anchor="ctr"/>
            <a:lstStyle/>
            <a:p>
              <a:endParaRPr lang="en-US"/>
            </a:p>
          </p:txBody>
        </p:sp>
        <p:sp>
          <p:nvSpPr>
            <p:cNvPr id="16408" name="Line 16"/>
            <p:cNvSpPr>
              <a:spLocks noChangeShapeType="1"/>
            </p:cNvSpPr>
            <p:nvPr/>
          </p:nvSpPr>
          <p:spPr bwMode="auto">
            <a:xfrm>
              <a:off x="4608" y="3360"/>
              <a:ext cx="0" cy="192"/>
            </a:xfrm>
            <a:prstGeom prst="line">
              <a:avLst/>
            </a:prstGeom>
            <a:noFill/>
            <a:ln w="9525">
              <a:solidFill>
                <a:schemeClr val="tx1"/>
              </a:solidFill>
              <a:round/>
              <a:headEnd/>
              <a:tailEnd/>
            </a:ln>
          </p:spPr>
          <p:txBody>
            <a:bodyPr wrap="none" anchor="ctr"/>
            <a:lstStyle/>
            <a:p>
              <a:endParaRPr lang="en-US"/>
            </a:p>
          </p:txBody>
        </p:sp>
        <p:sp>
          <p:nvSpPr>
            <p:cNvPr id="16409" name="Line 17"/>
            <p:cNvSpPr>
              <a:spLocks noChangeShapeType="1"/>
            </p:cNvSpPr>
            <p:nvPr/>
          </p:nvSpPr>
          <p:spPr bwMode="auto">
            <a:xfrm>
              <a:off x="4896" y="3360"/>
              <a:ext cx="0" cy="192"/>
            </a:xfrm>
            <a:prstGeom prst="line">
              <a:avLst/>
            </a:prstGeom>
            <a:noFill/>
            <a:ln w="9525">
              <a:solidFill>
                <a:schemeClr val="tx1"/>
              </a:solidFill>
              <a:round/>
              <a:headEnd/>
              <a:tailEnd/>
            </a:ln>
          </p:spPr>
          <p:txBody>
            <a:bodyPr wrap="none" anchor="ctr"/>
            <a:lstStyle/>
            <a:p>
              <a:endParaRPr lang="en-US"/>
            </a:p>
          </p:txBody>
        </p:sp>
        <p:sp>
          <p:nvSpPr>
            <p:cNvPr id="16410" name="Line 18"/>
            <p:cNvSpPr>
              <a:spLocks noChangeShapeType="1"/>
            </p:cNvSpPr>
            <p:nvPr/>
          </p:nvSpPr>
          <p:spPr bwMode="auto">
            <a:xfrm>
              <a:off x="5184" y="3360"/>
              <a:ext cx="0" cy="192"/>
            </a:xfrm>
            <a:prstGeom prst="line">
              <a:avLst/>
            </a:prstGeom>
            <a:noFill/>
            <a:ln w="9525">
              <a:solidFill>
                <a:schemeClr val="tx1"/>
              </a:solidFill>
              <a:round/>
              <a:headEnd/>
              <a:tailEnd/>
            </a:ln>
          </p:spPr>
          <p:txBody>
            <a:bodyPr wrap="none" anchor="ctr"/>
            <a:lstStyle/>
            <a:p>
              <a:endParaRPr lang="en-US"/>
            </a:p>
          </p:txBody>
        </p:sp>
      </p:grpSp>
      <p:grpSp>
        <p:nvGrpSpPr>
          <p:cNvPr id="3" name="Group 19"/>
          <p:cNvGrpSpPr>
            <a:grpSpLocks/>
          </p:cNvGrpSpPr>
          <p:nvPr/>
        </p:nvGrpSpPr>
        <p:grpSpPr bwMode="auto">
          <a:xfrm>
            <a:off x="3657600" y="4114800"/>
            <a:ext cx="3200400" cy="1143000"/>
            <a:chOff x="2592" y="2640"/>
            <a:chExt cx="2016" cy="720"/>
          </a:xfrm>
        </p:grpSpPr>
        <p:sp>
          <p:nvSpPr>
            <p:cNvPr id="16396" name="Line 20"/>
            <p:cNvSpPr>
              <a:spLocks noChangeShapeType="1"/>
            </p:cNvSpPr>
            <p:nvPr/>
          </p:nvSpPr>
          <p:spPr bwMode="auto">
            <a:xfrm>
              <a:off x="2592" y="2640"/>
              <a:ext cx="0" cy="720"/>
            </a:xfrm>
            <a:prstGeom prst="line">
              <a:avLst/>
            </a:prstGeom>
            <a:noFill/>
            <a:ln w="57150">
              <a:solidFill>
                <a:srgbClr val="000066"/>
              </a:solidFill>
              <a:round/>
              <a:headEnd/>
              <a:tailEnd/>
            </a:ln>
          </p:spPr>
          <p:txBody>
            <a:bodyPr wrap="none" anchor="ctr"/>
            <a:lstStyle/>
            <a:p>
              <a:endParaRPr lang="en-US"/>
            </a:p>
          </p:txBody>
        </p:sp>
        <p:sp>
          <p:nvSpPr>
            <p:cNvPr id="16397" name="Line 21"/>
            <p:cNvSpPr>
              <a:spLocks noChangeShapeType="1"/>
            </p:cNvSpPr>
            <p:nvPr/>
          </p:nvSpPr>
          <p:spPr bwMode="auto">
            <a:xfrm>
              <a:off x="3456" y="2640"/>
              <a:ext cx="0" cy="720"/>
            </a:xfrm>
            <a:prstGeom prst="line">
              <a:avLst/>
            </a:prstGeom>
            <a:noFill/>
            <a:ln w="57150">
              <a:solidFill>
                <a:srgbClr val="000066"/>
              </a:solidFill>
              <a:round/>
              <a:headEnd/>
              <a:tailEnd/>
            </a:ln>
          </p:spPr>
          <p:txBody>
            <a:bodyPr wrap="none" anchor="ctr"/>
            <a:lstStyle/>
            <a:p>
              <a:endParaRPr lang="en-US"/>
            </a:p>
          </p:txBody>
        </p:sp>
        <p:sp>
          <p:nvSpPr>
            <p:cNvPr id="16398" name="Line 22"/>
            <p:cNvSpPr>
              <a:spLocks noChangeShapeType="1"/>
            </p:cNvSpPr>
            <p:nvPr/>
          </p:nvSpPr>
          <p:spPr bwMode="auto">
            <a:xfrm>
              <a:off x="4608" y="2640"/>
              <a:ext cx="0" cy="720"/>
            </a:xfrm>
            <a:prstGeom prst="line">
              <a:avLst/>
            </a:prstGeom>
            <a:noFill/>
            <a:ln w="57150">
              <a:solidFill>
                <a:srgbClr val="000066"/>
              </a:solidFill>
              <a:round/>
              <a:headEnd/>
              <a:tailEnd/>
            </a:ln>
          </p:spPr>
          <p:txBody>
            <a:bodyPr wrap="none" anchor="ctr"/>
            <a:lstStyle/>
            <a:p>
              <a:endParaRPr lang="en-US"/>
            </a:p>
          </p:txBody>
        </p:sp>
      </p:grpSp>
      <p:sp>
        <p:nvSpPr>
          <p:cNvPr id="116759" name="Freeform 23"/>
          <p:cNvSpPr>
            <a:spLocks/>
          </p:cNvSpPr>
          <p:nvPr/>
        </p:nvSpPr>
        <p:spPr bwMode="auto">
          <a:xfrm>
            <a:off x="1524000" y="3962400"/>
            <a:ext cx="1905000" cy="533400"/>
          </a:xfrm>
          <a:custGeom>
            <a:avLst/>
            <a:gdLst>
              <a:gd name="T0" fmla="*/ 0 w 1200"/>
              <a:gd name="T1" fmla="*/ 2147483647 h 336"/>
              <a:gd name="T2" fmla="*/ 2147483647 w 1200"/>
              <a:gd name="T3" fmla="*/ 0 h 336"/>
              <a:gd name="T4" fmla="*/ 2147483647 w 1200"/>
              <a:gd name="T5" fmla="*/ 2147483647 h 336"/>
              <a:gd name="T6" fmla="*/ 0 60000 65536"/>
              <a:gd name="T7" fmla="*/ 0 60000 65536"/>
              <a:gd name="T8" fmla="*/ 0 60000 65536"/>
              <a:gd name="T9" fmla="*/ 0 w 1200"/>
              <a:gd name="T10" fmla="*/ 0 h 336"/>
              <a:gd name="T11" fmla="*/ 1200 w 1200"/>
              <a:gd name="T12" fmla="*/ 336 h 336"/>
            </a:gdLst>
            <a:ahLst/>
            <a:cxnLst>
              <a:cxn ang="T6">
                <a:pos x="T0" y="T1"/>
              </a:cxn>
              <a:cxn ang="T7">
                <a:pos x="T2" y="T3"/>
              </a:cxn>
              <a:cxn ang="T8">
                <a:pos x="T4" y="T5"/>
              </a:cxn>
            </a:cxnLst>
            <a:rect l="T9" t="T10" r="T11" b="T12"/>
            <a:pathLst>
              <a:path w="1200" h="336">
                <a:moveTo>
                  <a:pt x="0" y="336"/>
                </a:moveTo>
                <a:cubicBezTo>
                  <a:pt x="212" y="168"/>
                  <a:pt x="424" y="0"/>
                  <a:pt x="624" y="0"/>
                </a:cubicBezTo>
                <a:cubicBezTo>
                  <a:pt x="824" y="0"/>
                  <a:pt x="1104" y="280"/>
                  <a:pt x="1200" y="336"/>
                </a:cubicBezTo>
              </a:path>
            </a:pathLst>
          </a:custGeom>
          <a:noFill/>
          <a:ln w="38100">
            <a:solidFill>
              <a:srgbClr val="CC0099"/>
            </a:solidFill>
            <a:round/>
            <a:headEnd type="triangle" w="med" len="med"/>
            <a:tailEnd/>
          </a:ln>
        </p:spPr>
        <p:txBody>
          <a:bodyPr wrap="none" anchor="ctr"/>
          <a:lstStyle/>
          <a:p>
            <a:endParaRPr lang="en-US"/>
          </a:p>
        </p:txBody>
      </p:sp>
      <p:sp>
        <p:nvSpPr>
          <p:cNvPr id="116760" name="Freeform 24"/>
          <p:cNvSpPr>
            <a:spLocks/>
          </p:cNvSpPr>
          <p:nvPr/>
        </p:nvSpPr>
        <p:spPr bwMode="auto">
          <a:xfrm>
            <a:off x="1600200" y="3898900"/>
            <a:ext cx="2819400" cy="1054100"/>
          </a:xfrm>
          <a:custGeom>
            <a:avLst/>
            <a:gdLst>
              <a:gd name="T0" fmla="*/ 2147483647 w 1776"/>
              <a:gd name="T1" fmla="*/ 2147483647 h 664"/>
              <a:gd name="T2" fmla="*/ 2147483647 w 1776"/>
              <a:gd name="T3" fmla="*/ 2147483647 h 664"/>
              <a:gd name="T4" fmla="*/ 0 w 1776"/>
              <a:gd name="T5" fmla="*/ 2147483647 h 664"/>
              <a:gd name="T6" fmla="*/ 0 60000 65536"/>
              <a:gd name="T7" fmla="*/ 0 60000 65536"/>
              <a:gd name="T8" fmla="*/ 0 60000 65536"/>
              <a:gd name="T9" fmla="*/ 0 w 1776"/>
              <a:gd name="T10" fmla="*/ 0 h 664"/>
              <a:gd name="T11" fmla="*/ 1776 w 1776"/>
              <a:gd name="T12" fmla="*/ 664 h 664"/>
            </a:gdLst>
            <a:ahLst/>
            <a:cxnLst>
              <a:cxn ang="T6">
                <a:pos x="T0" y="T1"/>
              </a:cxn>
              <a:cxn ang="T7">
                <a:pos x="T2" y="T3"/>
              </a:cxn>
              <a:cxn ang="T8">
                <a:pos x="T4" y="T5"/>
              </a:cxn>
            </a:cxnLst>
            <a:rect l="T9" t="T10" r="T11" b="T12"/>
            <a:pathLst>
              <a:path w="1776" h="664">
                <a:moveTo>
                  <a:pt x="1776" y="424"/>
                </a:moveTo>
                <a:cubicBezTo>
                  <a:pt x="1492" y="212"/>
                  <a:pt x="1208" y="0"/>
                  <a:pt x="912" y="40"/>
                </a:cubicBezTo>
                <a:cubicBezTo>
                  <a:pt x="616" y="80"/>
                  <a:pt x="308" y="372"/>
                  <a:pt x="0" y="664"/>
                </a:cubicBezTo>
              </a:path>
            </a:pathLst>
          </a:custGeom>
          <a:noFill/>
          <a:ln w="38100">
            <a:solidFill>
              <a:srgbClr val="CC0099"/>
            </a:solidFill>
            <a:round/>
            <a:headEnd/>
            <a:tailEnd type="triangle" w="med" len="med"/>
          </a:ln>
        </p:spPr>
        <p:txBody>
          <a:bodyPr wrap="none" anchor="ctr"/>
          <a:lstStyle/>
          <a:p>
            <a:endParaRPr lang="en-US"/>
          </a:p>
        </p:txBody>
      </p:sp>
      <p:sp>
        <p:nvSpPr>
          <p:cNvPr id="116761" name="Freeform 25"/>
          <p:cNvSpPr>
            <a:spLocks/>
          </p:cNvSpPr>
          <p:nvPr/>
        </p:nvSpPr>
        <p:spPr bwMode="auto">
          <a:xfrm>
            <a:off x="1600200" y="4724400"/>
            <a:ext cx="4343400" cy="1054100"/>
          </a:xfrm>
          <a:custGeom>
            <a:avLst/>
            <a:gdLst>
              <a:gd name="T0" fmla="*/ 2147483647 w 2736"/>
              <a:gd name="T1" fmla="*/ 0 h 664"/>
              <a:gd name="T2" fmla="*/ 2147483647 w 2736"/>
              <a:gd name="T3" fmla="*/ 2147483647 h 664"/>
              <a:gd name="T4" fmla="*/ 0 w 2736"/>
              <a:gd name="T5" fmla="*/ 2147483647 h 664"/>
              <a:gd name="T6" fmla="*/ 0 60000 65536"/>
              <a:gd name="T7" fmla="*/ 0 60000 65536"/>
              <a:gd name="T8" fmla="*/ 0 60000 65536"/>
              <a:gd name="T9" fmla="*/ 0 w 2736"/>
              <a:gd name="T10" fmla="*/ 0 h 664"/>
              <a:gd name="T11" fmla="*/ 2736 w 2736"/>
              <a:gd name="T12" fmla="*/ 664 h 664"/>
            </a:gdLst>
            <a:ahLst/>
            <a:cxnLst>
              <a:cxn ang="T6">
                <a:pos x="T0" y="T1"/>
              </a:cxn>
              <a:cxn ang="T7">
                <a:pos x="T2" y="T3"/>
              </a:cxn>
              <a:cxn ang="T8">
                <a:pos x="T4" y="T5"/>
              </a:cxn>
            </a:cxnLst>
            <a:rect l="T9" t="T10" r="T11" b="T12"/>
            <a:pathLst>
              <a:path w="2736" h="664">
                <a:moveTo>
                  <a:pt x="2736" y="0"/>
                </a:moveTo>
                <a:cubicBezTo>
                  <a:pt x="2196" y="244"/>
                  <a:pt x="1656" y="488"/>
                  <a:pt x="1200" y="576"/>
                </a:cubicBezTo>
                <a:cubicBezTo>
                  <a:pt x="744" y="664"/>
                  <a:pt x="372" y="596"/>
                  <a:pt x="0" y="528"/>
                </a:cubicBezTo>
              </a:path>
            </a:pathLst>
          </a:custGeom>
          <a:noFill/>
          <a:ln w="38100">
            <a:solidFill>
              <a:srgbClr val="CC0099"/>
            </a:solidFill>
            <a:round/>
            <a:headEnd/>
            <a:tailEnd type="triangle" w="med" len="med"/>
          </a:ln>
        </p:spPr>
        <p:txBody>
          <a:bodyPr wrap="none" anchor="ctr"/>
          <a:lstStyle/>
          <a:p>
            <a:endParaRPr lang="en-US"/>
          </a:p>
        </p:txBody>
      </p:sp>
      <p:sp>
        <p:nvSpPr>
          <p:cNvPr id="116762" name="Freeform 26"/>
          <p:cNvSpPr>
            <a:spLocks/>
          </p:cNvSpPr>
          <p:nvPr/>
        </p:nvSpPr>
        <p:spPr bwMode="auto">
          <a:xfrm>
            <a:off x="1676400" y="4876800"/>
            <a:ext cx="5715000" cy="1714500"/>
          </a:xfrm>
          <a:custGeom>
            <a:avLst/>
            <a:gdLst>
              <a:gd name="T0" fmla="*/ 2147483647 w 3600"/>
              <a:gd name="T1" fmla="*/ 0 h 1080"/>
              <a:gd name="T2" fmla="*/ 2147483647 w 3600"/>
              <a:gd name="T3" fmla="*/ 2147483647 h 1080"/>
              <a:gd name="T4" fmla="*/ 0 w 3600"/>
              <a:gd name="T5" fmla="*/ 2147483647 h 1080"/>
              <a:gd name="T6" fmla="*/ 0 60000 65536"/>
              <a:gd name="T7" fmla="*/ 0 60000 65536"/>
              <a:gd name="T8" fmla="*/ 0 60000 65536"/>
              <a:gd name="T9" fmla="*/ 0 w 3600"/>
              <a:gd name="T10" fmla="*/ 0 h 1080"/>
              <a:gd name="T11" fmla="*/ 3600 w 3600"/>
              <a:gd name="T12" fmla="*/ 1080 h 1080"/>
            </a:gdLst>
            <a:ahLst/>
            <a:cxnLst>
              <a:cxn ang="T6">
                <a:pos x="T0" y="T1"/>
              </a:cxn>
              <a:cxn ang="T7">
                <a:pos x="T2" y="T3"/>
              </a:cxn>
              <a:cxn ang="T8">
                <a:pos x="T4" y="T5"/>
              </a:cxn>
            </a:cxnLst>
            <a:rect l="T9" t="T10" r="T11" b="T12"/>
            <a:pathLst>
              <a:path w="3600" h="1080">
                <a:moveTo>
                  <a:pt x="3600" y="0"/>
                </a:moveTo>
                <a:cubicBezTo>
                  <a:pt x="3132" y="420"/>
                  <a:pt x="2664" y="840"/>
                  <a:pt x="2064" y="960"/>
                </a:cubicBezTo>
                <a:cubicBezTo>
                  <a:pt x="1464" y="1080"/>
                  <a:pt x="732" y="900"/>
                  <a:pt x="0" y="720"/>
                </a:cubicBezTo>
              </a:path>
            </a:pathLst>
          </a:custGeom>
          <a:noFill/>
          <a:ln w="38100">
            <a:solidFill>
              <a:srgbClr val="CC0099"/>
            </a:solidFill>
            <a:round/>
            <a:headEnd/>
            <a:tailEnd type="triangle" w="med" len="med"/>
          </a:ln>
        </p:spPr>
        <p:txBody>
          <a:bodyPr wrap="none" anchor="ctr"/>
          <a:lstStyle/>
          <a:p>
            <a:endParaRPr lang="en-US"/>
          </a:p>
        </p:txBody>
      </p:sp>
    </p:spTree>
    <p:extLst>
      <p:ext uri="{BB962C8B-B14F-4D97-AF65-F5344CB8AC3E}">
        <p14:creationId xmlns:p14="http://schemas.microsoft.com/office/powerpoint/2010/main" val="364186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6740"/>
                                        </p:tgtEl>
                                        <p:attrNameLst>
                                          <p:attrName>style.visibility</p:attrName>
                                        </p:attrNameLst>
                                      </p:cBhvr>
                                      <p:to>
                                        <p:strVal val="visible"/>
                                      </p:to>
                                    </p:set>
                                    <p:animEffect transition="in" filter="wipe(up)">
                                      <p:cBhvr>
                                        <p:cTn id="7" dur="500"/>
                                        <p:tgtEl>
                                          <p:spTgt spid="1167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6741"/>
                                        </p:tgtEl>
                                        <p:attrNameLst>
                                          <p:attrName>style.visibility</p:attrName>
                                        </p:attrNameLst>
                                      </p:cBhvr>
                                      <p:to>
                                        <p:strVal val="visible"/>
                                      </p:to>
                                    </p:set>
                                    <p:animEffect transition="in" filter="wipe(up)">
                                      <p:cBhvr>
                                        <p:cTn id="17" dur="500"/>
                                        <p:tgtEl>
                                          <p:spTgt spid="1167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16759"/>
                                        </p:tgtEl>
                                        <p:attrNameLst>
                                          <p:attrName>style.visibility</p:attrName>
                                        </p:attrNameLst>
                                      </p:cBhvr>
                                      <p:to>
                                        <p:strVal val="visible"/>
                                      </p:to>
                                    </p:set>
                                    <p:animEffect transition="in" filter="wipe(right)">
                                      <p:cBhvr>
                                        <p:cTn id="27" dur="500"/>
                                        <p:tgtEl>
                                          <p:spTgt spid="1167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16760"/>
                                        </p:tgtEl>
                                        <p:attrNameLst>
                                          <p:attrName>style.visibility</p:attrName>
                                        </p:attrNameLst>
                                      </p:cBhvr>
                                      <p:to>
                                        <p:strVal val="visible"/>
                                      </p:to>
                                    </p:set>
                                    <p:animEffect transition="in" filter="wipe(right)">
                                      <p:cBhvr>
                                        <p:cTn id="32" dur="500"/>
                                        <p:tgtEl>
                                          <p:spTgt spid="11676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16761"/>
                                        </p:tgtEl>
                                        <p:attrNameLst>
                                          <p:attrName>style.visibility</p:attrName>
                                        </p:attrNameLst>
                                      </p:cBhvr>
                                      <p:to>
                                        <p:strVal val="visible"/>
                                      </p:to>
                                    </p:set>
                                    <p:animEffect transition="in" filter="wipe(right)">
                                      <p:cBhvr>
                                        <p:cTn id="37" dur="500"/>
                                        <p:tgtEl>
                                          <p:spTgt spid="11676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16762"/>
                                        </p:tgtEl>
                                        <p:attrNameLst>
                                          <p:attrName>style.visibility</p:attrName>
                                        </p:attrNameLst>
                                      </p:cBhvr>
                                      <p:to>
                                        <p:strVal val="visible"/>
                                      </p:to>
                                    </p:set>
                                    <p:animEffect transition="in" filter="wipe(right)">
                                      <p:cBhvr>
                                        <p:cTn id="42" dur="500"/>
                                        <p:tgtEl>
                                          <p:spTgt spid="116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autoUpdateAnimBg="0"/>
      <p:bldP spid="116741" grpId="0" autoUpdateAnimBg="0"/>
      <p:bldP spid="116759" grpId="0" animBg="1"/>
      <p:bldP spid="116760" grpId="0" animBg="1"/>
      <p:bldP spid="116761" grpId="0" animBg="1"/>
      <p:bldP spid="11676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defRPr/>
            </a:pPr>
            <a:r>
              <a:rPr lang="en-US"/>
              <a:t>Simulation of an M/M/1 queue</a:t>
            </a:r>
          </a:p>
        </p:txBody>
      </p:sp>
      <p:sp>
        <p:nvSpPr>
          <p:cNvPr id="5123" name="Rectangle 3"/>
          <p:cNvSpPr>
            <a:spLocks noGrp="1" noChangeArrowheads="1"/>
          </p:cNvSpPr>
          <p:nvPr>
            <p:ph type="body" idx="1"/>
          </p:nvPr>
        </p:nvSpPr>
        <p:spPr/>
        <p:txBody>
          <a:bodyPr/>
          <a:lstStyle/>
          <a:p>
            <a:pPr eaLnBrk="1" hangingPunct="1"/>
            <a:r>
              <a:rPr lang="en-US"/>
              <a:t>What is  the state of the system?</a:t>
            </a:r>
          </a:p>
          <a:p>
            <a:pPr lvl="1" eaLnBrk="1" hangingPunct="1"/>
            <a:r>
              <a:rPr lang="en-US">
                <a:solidFill>
                  <a:srgbClr val="0066CC"/>
                </a:solidFill>
              </a:rPr>
              <a:t>No. of customers</a:t>
            </a:r>
          </a:p>
          <a:p>
            <a:pPr eaLnBrk="1" hangingPunct="1"/>
            <a:r>
              <a:rPr lang="en-US"/>
              <a:t>What are the possible events?</a:t>
            </a:r>
          </a:p>
          <a:p>
            <a:pPr lvl="1" eaLnBrk="1" hangingPunct="1"/>
            <a:r>
              <a:rPr lang="en-US"/>
              <a:t> </a:t>
            </a:r>
            <a:r>
              <a:rPr lang="en-US">
                <a:solidFill>
                  <a:srgbClr val="0066CC"/>
                </a:solidFill>
              </a:rPr>
              <a:t>customer arrival</a:t>
            </a:r>
          </a:p>
          <a:p>
            <a:pPr lvl="1" eaLnBrk="1" hangingPunct="1"/>
            <a:r>
              <a:rPr lang="en-US">
                <a:solidFill>
                  <a:srgbClr val="0066CC"/>
                </a:solidFill>
              </a:rPr>
              <a:t> service completion</a:t>
            </a:r>
          </a:p>
          <a:p>
            <a:pPr eaLnBrk="1" hangingPunct="1"/>
            <a:r>
              <a:rPr lang="en-US"/>
              <a:t>How to simulate? </a:t>
            </a:r>
          </a:p>
          <a:p>
            <a:pPr lvl="1" eaLnBrk="1" hangingPunct="1"/>
            <a:r>
              <a:rPr lang="en-US">
                <a:solidFill>
                  <a:srgbClr val="0066CC"/>
                </a:solidFill>
              </a:rPr>
              <a:t>mimic customer arrivals. How?</a:t>
            </a:r>
          </a:p>
          <a:p>
            <a:pPr eaLnBrk="1" hangingPunct="1"/>
            <a:r>
              <a:rPr lang="en-US"/>
              <a:t>Generate random numbers that realistically represent inter-arrival times coming from a given distribution.</a:t>
            </a:r>
          </a:p>
          <a:p>
            <a:pPr eaLnBrk="1" hangingPunct="1"/>
            <a:r>
              <a:rPr lang="en-US"/>
              <a:t>How?</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defRPr/>
            </a:pPr>
            <a:r>
              <a:rPr lang="en-US"/>
              <a:t>Simulation of M/M/1 Queue</a:t>
            </a:r>
          </a:p>
        </p:txBody>
      </p:sp>
      <p:sp>
        <p:nvSpPr>
          <p:cNvPr id="91139" name="Rectangle 3"/>
          <p:cNvSpPr>
            <a:spLocks noGrp="1" noChangeArrowheads="1"/>
          </p:cNvSpPr>
          <p:nvPr>
            <p:ph type="body" idx="1"/>
          </p:nvPr>
        </p:nvSpPr>
        <p:spPr/>
        <p:txBody>
          <a:bodyPr/>
          <a:lstStyle/>
          <a:p>
            <a:pPr eaLnBrk="1" hangingPunct="1">
              <a:lnSpc>
                <a:spcPct val="90000"/>
              </a:lnSpc>
            </a:pPr>
            <a:r>
              <a:rPr lang="en-US" sz="2600"/>
              <a:t>Mimic the </a:t>
            </a:r>
            <a:r>
              <a:rPr lang="en-US" sz="2600">
                <a:solidFill>
                  <a:srgbClr val="0000FF"/>
                </a:solidFill>
              </a:rPr>
              <a:t>arrival process</a:t>
            </a:r>
            <a:r>
              <a:rPr lang="en-US" sz="2600"/>
              <a:t> by generating </a:t>
            </a:r>
            <a:r>
              <a:rPr lang="en-US" sz="2600">
                <a:solidFill>
                  <a:srgbClr val="0000FF"/>
                </a:solidFill>
              </a:rPr>
              <a:t>inter-arrival times</a:t>
            </a:r>
            <a:r>
              <a:rPr lang="en-US" sz="2600"/>
              <a:t>.</a:t>
            </a:r>
          </a:p>
          <a:p>
            <a:pPr eaLnBrk="1" hangingPunct="1">
              <a:lnSpc>
                <a:spcPct val="90000"/>
              </a:lnSpc>
            </a:pPr>
            <a:r>
              <a:rPr lang="en-US" sz="2600"/>
              <a:t>Generate the </a:t>
            </a:r>
            <a:r>
              <a:rPr lang="en-US" sz="2600">
                <a:solidFill>
                  <a:srgbClr val="0000FF"/>
                </a:solidFill>
              </a:rPr>
              <a:t>service time</a:t>
            </a:r>
            <a:r>
              <a:rPr lang="en-US" sz="2600"/>
              <a:t> from appropriate distribution.</a:t>
            </a:r>
          </a:p>
          <a:p>
            <a:pPr eaLnBrk="1" hangingPunct="1">
              <a:lnSpc>
                <a:spcPct val="90000"/>
              </a:lnSpc>
            </a:pPr>
            <a:r>
              <a:rPr lang="en-US" sz="2600"/>
              <a:t>Develop the </a:t>
            </a:r>
            <a:r>
              <a:rPr lang="en-US" sz="2600">
                <a:solidFill>
                  <a:srgbClr val="FF0000"/>
                </a:solidFill>
              </a:rPr>
              <a:t>logic </a:t>
            </a:r>
            <a:r>
              <a:rPr lang="en-US" sz="2600"/>
              <a:t>of simulation program.</a:t>
            </a:r>
          </a:p>
          <a:p>
            <a:pPr eaLnBrk="1" hangingPunct="1">
              <a:lnSpc>
                <a:spcPct val="90000"/>
              </a:lnSpc>
            </a:pPr>
            <a:r>
              <a:rPr lang="en-US" sz="2600">
                <a:solidFill>
                  <a:srgbClr val="0000FF"/>
                </a:solidFill>
              </a:rPr>
              <a:t>Simulation clock</a:t>
            </a:r>
            <a:r>
              <a:rPr lang="en-US" sz="2600"/>
              <a:t> moves from </a:t>
            </a:r>
            <a:r>
              <a:rPr lang="en-US" sz="2600">
                <a:solidFill>
                  <a:srgbClr val="0000FF"/>
                </a:solidFill>
              </a:rPr>
              <a:t>one event to next</a:t>
            </a:r>
            <a:r>
              <a:rPr lang="en-US" sz="2600"/>
              <a:t>.</a:t>
            </a:r>
          </a:p>
          <a:p>
            <a:pPr eaLnBrk="1" hangingPunct="1">
              <a:lnSpc>
                <a:spcPct val="90000"/>
              </a:lnSpc>
            </a:pPr>
            <a:r>
              <a:rPr lang="en-US" sz="2600"/>
              <a:t>One event of </a:t>
            </a:r>
            <a:r>
              <a:rPr lang="en-US" sz="2600">
                <a:solidFill>
                  <a:srgbClr val="0000FF"/>
                </a:solidFill>
              </a:rPr>
              <a:t>each kind</a:t>
            </a:r>
            <a:r>
              <a:rPr lang="en-US" sz="2600"/>
              <a:t> should always in the </a:t>
            </a:r>
            <a:r>
              <a:rPr lang="en-US" sz="2600">
                <a:solidFill>
                  <a:srgbClr val="0000FF"/>
                </a:solidFill>
              </a:rPr>
              <a:t>pipeline</a:t>
            </a:r>
            <a:r>
              <a:rPr lang="en-US" sz="2600"/>
              <a:t>.</a:t>
            </a:r>
          </a:p>
          <a:p>
            <a:pPr eaLnBrk="1" hangingPunct="1">
              <a:lnSpc>
                <a:spcPct val="90000"/>
              </a:lnSpc>
            </a:pPr>
            <a:r>
              <a:rPr lang="en-US" sz="2600"/>
              <a:t>Should always know the time of </a:t>
            </a:r>
            <a:r>
              <a:rPr lang="en-US" sz="2600">
                <a:solidFill>
                  <a:srgbClr val="0000FF"/>
                </a:solidFill>
              </a:rPr>
              <a:t>next arrival</a:t>
            </a:r>
            <a:r>
              <a:rPr lang="en-US" sz="2600"/>
              <a:t>.</a:t>
            </a:r>
          </a:p>
          <a:p>
            <a:pPr eaLnBrk="1" hangingPunct="1">
              <a:lnSpc>
                <a:spcPct val="90000"/>
              </a:lnSpc>
            </a:pPr>
            <a:r>
              <a:rPr lang="en-US" sz="2600"/>
              <a:t>If a </a:t>
            </a:r>
            <a:r>
              <a:rPr lang="en-US" sz="2600">
                <a:solidFill>
                  <a:srgbClr val="0000FF"/>
                </a:solidFill>
              </a:rPr>
              <a:t>service is in progress</a:t>
            </a:r>
            <a:r>
              <a:rPr lang="en-US" sz="2600"/>
              <a:t>, should know its </a:t>
            </a:r>
            <a:r>
              <a:rPr lang="en-US" sz="2600">
                <a:solidFill>
                  <a:srgbClr val="0000FF"/>
                </a:solidFill>
              </a:rPr>
              <a:t>completion time.</a:t>
            </a:r>
          </a:p>
          <a:p>
            <a:pPr eaLnBrk="1" hangingPunct="1">
              <a:lnSpc>
                <a:spcPct val="90000"/>
              </a:lnSpc>
            </a:pPr>
            <a:r>
              <a:rPr lang="en-US" sz="2600">
                <a:solidFill>
                  <a:srgbClr val="009900"/>
                </a:solidFill>
              </a:rPr>
              <a:t>When to generate the random numbers?</a:t>
            </a:r>
            <a:endParaRPr lang="en-US" sz="2600"/>
          </a:p>
          <a:p>
            <a:pPr eaLnBrk="1" hangingPunct="1">
              <a:lnSpc>
                <a:spcPct val="90000"/>
              </a:lnSpc>
            </a:pPr>
            <a:r>
              <a:rPr lang="en-US" sz="2600">
                <a:solidFill>
                  <a:srgbClr val="009900"/>
                </a:solidFill>
              </a:rPr>
              <a:t>When to advance the clock?</a:t>
            </a:r>
          </a:p>
          <a:p>
            <a:pPr eaLnBrk="1" hangingPunct="1">
              <a:lnSpc>
                <a:spcPct val="90000"/>
              </a:lnSpc>
            </a:pPr>
            <a:r>
              <a:rPr lang="en-US" sz="2600">
                <a:solidFill>
                  <a:srgbClr val="009900"/>
                </a:solidFill>
              </a:rPr>
              <a:t>What data to gather?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slide(fromBottom)">
                                      <p:cBhvr>
                                        <p:cTn id="7" dur="500"/>
                                        <p:tgtEl>
                                          <p:spTgt spid="91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slide(fromBottom)">
                                      <p:cBhvr>
                                        <p:cTn id="12" dur="500"/>
                                        <p:tgtEl>
                                          <p:spTgt spid="911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1139">
                                            <p:txEl>
                                              <p:pRg st="2" end="2"/>
                                            </p:txEl>
                                          </p:spTgt>
                                        </p:tgtEl>
                                        <p:attrNameLst>
                                          <p:attrName>style.visibility</p:attrName>
                                        </p:attrNameLst>
                                      </p:cBhvr>
                                      <p:to>
                                        <p:strVal val="visible"/>
                                      </p:to>
                                    </p:set>
                                    <p:animEffect transition="in" filter="slide(fromBottom)">
                                      <p:cBhvr>
                                        <p:cTn id="17" dur="500"/>
                                        <p:tgtEl>
                                          <p:spTgt spid="911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1139">
                                            <p:txEl>
                                              <p:pRg st="3" end="3"/>
                                            </p:txEl>
                                          </p:spTgt>
                                        </p:tgtEl>
                                        <p:attrNameLst>
                                          <p:attrName>style.visibility</p:attrName>
                                        </p:attrNameLst>
                                      </p:cBhvr>
                                      <p:to>
                                        <p:strVal val="visible"/>
                                      </p:to>
                                    </p:set>
                                    <p:animEffect transition="in" filter="slide(fromBottom)">
                                      <p:cBhvr>
                                        <p:cTn id="22" dur="500"/>
                                        <p:tgtEl>
                                          <p:spTgt spid="911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91139">
                                            <p:txEl>
                                              <p:pRg st="4" end="4"/>
                                            </p:txEl>
                                          </p:spTgt>
                                        </p:tgtEl>
                                        <p:attrNameLst>
                                          <p:attrName>style.visibility</p:attrName>
                                        </p:attrNameLst>
                                      </p:cBhvr>
                                      <p:to>
                                        <p:strVal val="visible"/>
                                      </p:to>
                                    </p:set>
                                    <p:animEffect transition="in" filter="slide(fromBottom)">
                                      <p:cBhvr>
                                        <p:cTn id="27" dur="500"/>
                                        <p:tgtEl>
                                          <p:spTgt spid="911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91139">
                                            <p:txEl>
                                              <p:pRg st="5" end="5"/>
                                            </p:txEl>
                                          </p:spTgt>
                                        </p:tgtEl>
                                        <p:attrNameLst>
                                          <p:attrName>style.visibility</p:attrName>
                                        </p:attrNameLst>
                                      </p:cBhvr>
                                      <p:to>
                                        <p:strVal val="visible"/>
                                      </p:to>
                                    </p:set>
                                    <p:animEffect transition="in" filter="slide(fromBottom)">
                                      <p:cBhvr>
                                        <p:cTn id="32" dur="500"/>
                                        <p:tgtEl>
                                          <p:spTgt spid="911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91139">
                                            <p:txEl>
                                              <p:pRg st="6" end="6"/>
                                            </p:txEl>
                                          </p:spTgt>
                                        </p:tgtEl>
                                        <p:attrNameLst>
                                          <p:attrName>style.visibility</p:attrName>
                                        </p:attrNameLst>
                                      </p:cBhvr>
                                      <p:to>
                                        <p:strVal val="visible"/>
                                      </p:to>
                                    </p:set>
                                    <p:animEffect transition="in" filter="slide(fromBottom)">
                                      <p:cBhvr>
                                        <p:cTn id="37" dur="500"/>
                                        <p:tgtEl>
                                          <p:spTgt spid="911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91139">
                                            <p:txEl>
                                              <p:pRg st="7" end="7"/>
                                            </p:txEl>
                                          </p:spTgt>
                                        </p:tgtEl>
                                        <p:attrNameLst>
                                          <p:attrName>style.visibility</p:attrName>
                                        </p:attrNameLst>
                                      </p:cBhvr>
                                      <p:to>
                                        <p:strVal val="visible"/>
                                      </p:to>
                                    </p:set>
                                    <p:animEffect transition="in" filter="slide(fromBottom)">
                                      <p:cBhvr>
                                        <p:cTn id="42" dur="500"/>
                                        <p:tgtEl>
                                          <p:spTgt spid="911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91139">
                                            <p:txEl>
                                              <p:pRg st="8" end="8"/>
                                            </p:txEl>
                                          </p:spTgt>
                                        </p:tgtEl>
                                        <p:attrNameLst>
                                          <p:attrName>style.visibility</p:attrName>
                                        </p:attrNameLst>
                                      </p:cBhvr>
                                      <p:to>
                                        <p:strVal val="visible"/>
                                      </p:to>
                                    </p:set>
                                    <p:animEffect transition="in" filter="slide(fromBottom)">
                                      <p:cBhvr>
                                        <p:cTn id="47" dur="500"/>
                                        <p:tgtEl>
                                          <p:spTgt spid="911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91139">
                                            <p:txEl>
                                              <p:pRg st="9" end="9"/>
                                            </p:txEl>
                                          </p:spTgt>
                                        </p:tgtEl>
                                        <p:attrNameLst>
                                          <p:attrName>style.visibility</p:attrName>
                                        </p:attrNameLst>
                                      </p:cBhvr>
                                      <p:to>
                                        <p:strVal val="visible"/>
                                      </p:to>
                                    </p:set>
                                    <p:animEffect transition="in" filter="slide(fromBottom)">
                                      <p:cBhvr>
                                        <p:cTn id="52" dur="500"/>
                                        <p:tgtEl>
                                          <p:spTgt spid="911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7696200" y="990600"/>
            <a:ext cx="762000" cy="9144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87" name="Rectangle 3"/>
          <p:cNvSpPr>
            <a:spLocks noChangeArrowheads="1"/>
          </p:cNvSpPr>
          <p:nvPr/>
        </p:nvSpPr>
        <p:spPr bwMode="auto">
          <a:xfrm>
            <a:off x="6477000" y="533400"/>
            <a:ext cx="1219200" cy="13716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88" name="Rectangle 4"/>
          <p:cNvSpPr>
            <a:spLocks noChangeArrowheads="1"/>
          </p:cNvSpPr>
          <p:nvPr/>
        </p:nvSpPr>
        <p:spPr bwMode="auto">
          <a:xfrm>
            <a:off x="5562600" y="990600"/>
            <a:ext cx="914400" cy="9144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89" name="Rectangle 5"/>
          <p:cNvSpPr>
            <a:spLocks noChangeArrowheads="1"/>
          </p:cNvSpPr>
          <p:nvPr/>
        </p:nvSpPr>
        <p:spPr bwMode="auto">
          <a:xfrm>
            <a:off x="4724400" y="1447800"/>
            <a:ext cx="838200" cy="4572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90" name="Rectangle 6"/>
          <p:cNvSpPr>
            <a:spLocks noChangeArrowheads="1"/>
          </p:cNvSpPr>
          <p:nvPr/>
        </p:nvSpPr>
        <p:spPr bwMode="auto">
          <a:xfrm>
            <a:off x="3124200" y="1447800"/>
            <a:ext cx="609600" cy="4572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21511" name="Line 7"/>
          <p:cNvSpPr>
            <a:spLocks noChangeShapeType="1"/>
          </p:cNvSpPr>
          <p:nvPr/>
        </p:nvSpPr>
        <p:spPr bwMode="auto">
          <a:xfrm>
            <a:off x="381000" y="1905000"/>
            <a:ext cx="8839200" cy="0"/>
          </a:xfrm>
          <a:prstGeom prst="line">
            <a:avLst/>
          </a:prstGeom>
          <a:noFill/>
          <a:ln w="9525">
            <a:solidFill>
              <a:schemeClr val="tx1"/>
            </a:solidFill>
            <a:round/>
            <a:headEnd/>
            <a:tailEnd/>
          </a:ln>
        </p:spPr>
        <p:txBody>
          <a:bodyPr wrap="none" anchor="ctr"/>
          <a:lstStyle/>
          <a:p>
            <a:endParaRPr lang="en-US"/>
          </a:p>
        </p:txBody>
      </p:sp>
      <p:sp>
        <p:nvSpPr>
          <p:cNvPr id="93192" name="AutoShape 8"/>
          <p:cNvSpPr>
            <a:spLocks noChangeArrowheads="1"/>
          </p:cNvSpPr>
          <p:nvPr/>
        </p:nvSpPr>
        <p:spPr bwMode="auto">
          <a:xfrm>
            <a:off x="2895600" y="1905000"/>
            <a:ext cx="457200" cy="381000"/>
          </a:xfrm>
          <a:prstGeom prst="flowChartExtract">
            <a:avLst/>
          </a:prstGeom>
          <a:solidFill>
            <a:srgbClr val="FF0000"/>
          </a:solidFill>
          <a:ln w="9525">
            <a:solidFill>
              <a:schemeClr val="tx1"/>
            </a:solidFill>
            <a:miter lim="800000"/>
            <a:headEnd/>
            <a:tailEnd/>
          </a:ln>
        </p:spPr>
        <p:txBody>
          <a:bodyPr wrap="none" anchor="ctr"/>
          <a:lstStyle/>
          <a:p>
            <a:endParaRPr lang="en-US">
              <a:latin typeface="Calibri" pitchFamily="34" charset="0"/>
            </a:endParaRPr>
          </a:p>
        </p:txBody>
      </p:sp>
      <p:sp>
        <p:nvSpPr>
          <p:cNvPr id="93193" name="AutoShape 9"/>
          <p:cNvSpPr>
            <a:spLocks noChangeArrowheads="1"/>
          </p:cNvSpPr>
          <p:nvPr/>
        </p:nvSpPr>
        <p:spPr bwMode="auto">
          <a:xfrm>
            <a:off x="990600" y="1905000"/>
            <a:ext cx="457200" cy="381000"/>
          </a:xfrm>
          <a:prstGeom prst="flowChartExtract">
            <a:avLst/>
          </a:prstGeom>
          <a:solidFill>
            <a:schemeClr val="accent2"/>
          </a:solidFill>
          <a:ln w="9525">
            <a:solidFill>
              <a:schemeClr val="tx1"/>
            </a:solidFill>
            <a:miter lim="800000"/>
            <a:headEnd/>
            <a:tailEnd/>
          </a:ln>
        </p:spPr>
        <p:txBody>
          <a:bodyPr wrap="none" anchor="ctr"/>
          <a:lstStyle/>
          <a:p>
            <a:endParaRPr lang="en-US">
              <a:latin typeface="Calibri" pitchFamily="34" charset="0"/>
            </a:endParaRPr>
          </a:p>
        </p:txBody>
      </p:sp>
      <p:sp>
        <p:nvSpPr>
          <p:cNvPr id="93194" name="AutoShape 10"/>
          <p:cNvSpPr>
            <a:spLocks noChangeArrowheads="1"/>
          </p:cNvSpPr>
          <p:nvPr/>
        </p:nvSpPr>
        <p:spPr bwMode="auto">
          <a:xfrm>
            <a:off x="1828800" y="1905000"/>
            <a:ext cx="457200" cy="381000"/>
          </a:xfrm>
          <a:prstGeom prst="flowChartExtract">
            <a:avLst/>
          </a:prstGeom>
          <a:solidFill>
            <a:schemeClr val="accent2"/>
          </a:solidFill>
          <a:ln w="9525">
            <a:solidFill>
              <a:schemeClr val="tx1"/>
            </a:solidFill>
            <a:miter lim="800000"/>
            <a:headEnd/>
            <a:tailEnd/>
          </a:ln>
        </p:spPr>
        <p:txBody>
          <a:bodyPr wrap="none" anchor="ctr"/>
          <a:lstStyle/>
          <a:p>
            <a:endParaRPr lang="en-US">
              <a:latin typeface="Calibri" pitchFamily="34" charset="0"/>
            </a:endParaRPr>
          </a:p>
        </p:txBody>
      </p:sp>
      <p:sp>
        <p:nvSpPr>
          <p:cNvPr id="93195" name="Rectangle 11"/>
          <p:cNvSpPr>
            <a:spLocks noChangeArrowheads="1"/>
          </p:cNvSpPr>
          <p:nvPr/>
        </p:nvSpPr>
        <p:spPr bwMode="auto">
          <a:xfrm>
            <a:off x="1219200" y="1447800"/>
            <a:ext cx="838200" cy="4572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96" name="Rectangle 12"/>
          <p:cNvSpPr>
            <a:spLocks noChangeArrowheads="1"/>
          </p:cNvSpPr>
          <p:nvPr/>
        </p:nvSpPr>
        <p:spPr bwMode="auto">
          <a:xfrm>
            <a:off x="2057400" y="990600"/>
            <a:ext cx="1066800" cy="9144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97" name="Rectangle 13"/>
          <p:cNvSpPr>
            <a:spLocks noChangeArrowheads="1"/>
          </p:cNvSpPr>
          <p:nvPr/>
        </p:nvSpPr>
        <p:spPr bwMode="auto">
          <a:xfrm>
            <a:off x="2057400" y="990600"/>
            <a:ext cx="152400" cy="9144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98" name="Rectangle 14"/>
          <p:cNvSpPr>
            <a:spLocks noChangeArrowheads="1"/>
          </p:cNvSpPr>
          <p:nvPr/>
        </p:nvSpPr>
        <p:spPr bwMode="auto">
          <a:xfrm>
            <a:off x="3124200" y="1447800"/>
            <a:ext cx="152400" cy="4572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199" name="AutoShape 15"/>
          <p:cNvSpPr>
            <a:spLocks noChangeArrowheads="1"/>
          </p:cNvSpPr>
          <p:nvPr/>
        </p:nvSpPr>
        <p:spPr bwMode="auto">
          <a:xfrm>
            <a:off x="3505200" y="1905000"/>
            <a:ext cx="457200" cy="381000"/>
          </a:xfrm>
          <a:prstGeom prst="flowChartExtract">
            <a:avLst/>
          </a:prstGeom>
          <a:solidFill>
            <a:srgbClr val="FF0000"/>
          </a:solidFill>
          <a:ln w="9525">
            <a:solidFill>
              <a:schemeClr val="tx1"/>
            </a:solidFill>
            <a:miter lim="800000"/>
            <a:headEnd/>
            <a:tailEnd/>
          </a:ln>
        </p:spPr>
        <p:txBody>
          <a:bodyPr wrap="none" anchor="ctr"/>
          <a:lstStyle/>
          <a:p>
            <a:endParaRPr lang="en-US">
              <a:latin typeface="Calibri" pitchFamily="34" charset="0"/>
            </a:endParaRPr>
          </a:p>
        </p:txBody>
      </p:sp>
      <p:sp>
        <p:nvSpPr>
          <p:cNvPr id="93200" name="AutoShape 16"/>
          <p:cNvSpPr>
            <a:spLocks noChangeArrowheads="1"/>
          </p:cNvSpPr>
          <p:nvPr/>
        </p:nvSpPr>
        <p:spPr bwMode="auto">
          <a:xfrm>
            <a:off x="4495800" y="1905000"/>
            <a:ext cx="457200" cy="381000"/>
          </a:xfrm>
          <a:prstGeom prst="flowChartExtract">
            <a:avLst/>
          </a:prstGeom>
          <a:solidFill>
            <a:schemeClr val="accent2"/>
          </a:solidFill>
          <a:ln w="9525">
            <a:solidFill>
              <a:schemeClr val="tx1"/>
            </a:solidFill>
            <a:miter lim="800000"/>
            <a:headEnd/>
            <a:tailEnd/>
          </a:ln>
        </p:spPr>
        <p:txBody>
          <a:bodyPr wrap="none" anchor="ctr"/>
          <a:lstStyle/>
          <a:p>
            <a:endParaRPr lang="en-US">
              <a:latin typeface="Calibri" pitchFamily="34" charset="0"/>
            </a:endParaRPr>
          </a:p>
        </p:txBody>
      </p:sp>
      <p:sp>
        <p:nvSpPr>
          <p:cNvPr id="93201" name="Rectangle 17"/>
          <p:cNvSpPr>
            <a:spLocks noChangeArrowheads="1"/>
          </p:cNvSpPr>
          <p:nvPr/>
        </p:nvSpPr>
        <p:spPr bwMode="auto">
          <a:xfrm>
            <a:off x="4724400" y="1447800"/>
            <a:ext cx="152400" cy="4572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202" name="AutoShape 18"/>
          <p:cNvSpPr>
            <a:spLocks noChangeArrowheads="1"/>
          </p:cNvSpPr>
          <p:nvPr/>
        </p:nvSpPr>
        <p:spPr bwMode="auto">
          <a:xfrm>
            <a:off x="7467600" y="1905000"/>
            <a:ext cx="457200" cy="381000"/>
          </a:xfrm>
          <a:prstGeom prst="flowChartExtract">
            <a:avLst/>
          </a:prstGeom>
          <a:solidFill>
            <a:srgbClr val="FF0000"/>
          </a:solidFill>
          <a:ln w="9525">
            <a:solidFill>
              <a:schemeClr val="tx1"/>
            </a:solidFill>
            <a:miter lim="800000"/>
            <a:headEnd/>
            <a:tailEnd/>
          </a:ln>
        </p:spPr>
        <p:txBody>
          <a:bodyPr wrap="none" anchor="ctr"/>
          <a:lstStyle/>
          <a:p>
            <a:endParaRPr lang="en-US">
              <a:latin typeface="Calibri" pitchFamily="34" charset="0"/>
            </a:endParaRPr>
          </a:p>
        </p:txBody>
      </p:sp>
      <p:sp>
        <p:nvSpPr>
          <p:cNvPr id="93203" name="AutoShape 19"/>
          <p:cNvSpPr>
            <a:spLocks noChangeArrowheads="1"/>
          </p:cNvSpPr>
          <p:nvPr/>
        </p:nvSpPr>
        <p:spPr bwMode="auto">
          <a:xfrm>
            <a:off x="5334000" y="1905000"/>
            <a:ext cx="457200" cy="381000"/>
          </a:xfrm>
          <a:prstGeom prst="flowChartExtract">
            <a:avLst/>
          </a:prstGeom>
          <a:solidFill>
            <a:schemeClr val="accent2"/>
          </a:solidFill>
          <a:ln w="9525">
            <a:solidFill>
              <a:schemeClr val="tx1"/>
            </a:solidFill>
            <a:miter lim="800000"/>
            <a:headEnd/>
            <a:tailEnd/>
          </a:ln>
        </p:spPr>
        <p:txBody>
          <a:bodyPr wrap="none" anchor="ctr"/>
          <a:lstStyle/>
          <a:p>
            <a:endParaRPr lang="en-US">
              <a:latin typeface="Calibri" pitchFamily="34" charset="0"/>
            </a:endParaRPr>
          </a:p>
        </p:txBody>
      </p:sp>
      <p:sp>
        <p:nvSpPr>
          <p:cNvPr id="93204" name="AutoShape 20"/>
          <p:cNvSpPr>
            <a:spLocks noChangeArrowheads="1"/>
          </p:cNvSpPr>
          <p:nvPr/>
        </p:nvSpPr>
        <p:spPr bwMode="auto">
          <a:xfrm>
            <a:off x="6248400" y="1905000"/>
            <a:ext cx="457200" cy="381000"/>
          </a:xfrm>
          <a:prstGeom prst="flowChartExtract">
            <a:avLst/>
          </a:prstGeom>
          <a:solidFill>
            <a:schemeClr val="accent2"/>
          </a:solidFill>
          <a:ln w="9525">
            <a:solidFill>
              <a:schemeClr val="tx1"/>
            </a:solidFill>
            <a:miter lim="800000"/>
            <a:headEnd/>
            <a:tailEnd/>
          </a:ln>
        </p:spPr>
        <p:txBody>
          <a:bodyPr wrap="none" anchor="ctr"/>
          <a:lstStyle/>
          <a:p>
            <a:endParaRPr lang="en-US">
              <a:latin typeface="Calibri" pitchFamily="34" charset="0"/>
            </a:endParaRPr>
          </a:p>
        </p:txBody>
      </p:sp>
      <p:sp>
        <p:nvSpPr>
          <p:cNvPr id="93205" name="AutoShape 21"/>
          <p:cNvSpPr>
            <a:spLocks noChangeArrowheads="1"/>
          </p:cNvSpPr>
          <p:nvPr/>
        </p:nvSpPr>
        <p:spPr bwMode="auto">
          <a:xfrm>
            <a:off x="8229600" y="1905000"/>
            <a:ext cx="457200" cy="381000"/>
          </a:xfrm>
          <a:prstGeom prst="flowChartExtract">
            <a:avLst/>
          </a:prstGeom>
          <a:solidFill>
            <a:schemeClr val="accent2"/>
          </a:solidFill>
          <a:ln w="9525">
            <a:solidFill>
              <a:schemeClr val="tx1"/>
            </a:solidFill>
            <a:miter lim="800000"/>
            <a:headEnd/>
            <a:tailEnd/>
          </a:ln>
        </p:spPr>
        <p:txBody>
          <a:bodyPr wrap="none" anchor="ctr"/>
          <a:lstStyle/>
          <a:p>
            <a:endParaRPr lang="en-US">
              <a:latin typeface="Calibri" pitchFamily="34" charset="0"/>
            </a:endParaRPr>
          </a:p>
        </p:txBody>
      </p:sp>
      <p:sp>
        <p:nvSpPr>
          <p:cNvPr id="93206" name="Rectangle 22"/>
          <p:cNvSpPr>
            <a:spLocks noChangeArrowheads="1"/>
          </p:cNvSpPr>
          <p:nvPr/>
        </p:nvSpPr>
        <p:spPr bwMode="auto">
          <a:xfrm>
            <a:off x="5562600" y="990600"/>
            <a:ext cx="152400" cy="9144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207" name="Rectangle 23"/>
          <p:cNvSpPr>
            <a:spLocks noChangeArrowheads="1"/>
          </p:cNvSpPr>
          <p:nvPr/>
        </p:nvSpPr>
        <p:spPr bwMode="auto">
          <a:xfrm>
            <a:off x="6477000" y="533400"/>
            <a:ext cx="152400" cy="13716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208" name="Rectangle 24"/>
          <p:cNvSpPr>
            <a:spLocks noChangeArrowheads="1"/>
          </p:cNvSpPr>
          <p:nvPr/>
        </p:nvSpPr>
        <p:spPr bwMode="auto">
          <a:xfrm>
            <a:off x="7696200" y="990600"/>
            <a:ext cx="152400" cy="9144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209" name="Rectangle 25"/>
          <p:cNvSpPr>
            <a:spLocks noChangeArrowheads="1"/>
          </p:cNvSpPr>
          <p:nvPr/>
        </p:nvSpPr>
        <p:spPr bwMode="auto">
          <a:xfrm>
            <a:off x="8458200" y="533400"/>
            <a:ext cx="152400" cy="1371600"/>
          </a:xfrm>
          <a:prstGeom prst="rect">
            <a:avLst/>
          </a:prstGeom>
          <a:solidFill>
            <a:srgbClr val="9999FF"/>
          </a:solidFill>
          <a:ln w="9525">
            <a:noFill/>
            <a:miter lim="800000"/>
            <a:headEnd/>
            <a:tailEnd/>
          </a:ln>
        </p:spPr>
        <p:txBody>
          <a:bodyPr wrap="none" anchor="ctr"/>
          <a:lstStyle/>
          <a:p>
            <a:endParaRPr lang="en-US">
              <a:latin typeface="Calibri" pitchFamily="34" charset="0"/>
            </a:endParaRPr>
          </a:p>
        </p:txBody>
      </p:sp>
      <p:sp>
        <p:nvSpPr>
          <p:cNvPr id="93210" name="Freeform 26"/>
          <p:cNvSpPr>
            <a:spLocks/>
          </p:cNvSpPr>
          <p:nvPr/>
        </p:nvSpPr>
        <p:spPr bwMode="auto">
          <a:xfrm>
            <a:off x="381000" y="1905000"/>
            <a:ext cx="228600" cy="1066800"/>
          </a:xfrm>
          <a:custGeom>
            <a:avLst/>
            <a:gdLst>
              <a:gd name="T0" fmla="*/ 0 w 144"/>
              <a:gd name="T1" fmla="*/ 0 h 672"/>
              <a:gd name="T2" fmla="*/ 0 w 144"/>
              <a:gd name="T3" fmla="*/ 2147483647 h 672"/>
              <a:gd name="T4" fmla="*/ 2147483647 w 144"/>
              <a:gd name="T5" fmla="*/ 2147483647 h 672"/>
              <a:gd name="T6" fmla="*/ 0 60000 65536"/>
              <a:gd name="T7" fmla="*/ 0 60000 65536"/>
              <a:gd name="T8" fmla="*/ 0 60000 65536"/>
              <a:gd name="T9" fmla="*/ 0 w 144"/>
              <a:gd name="T10" fmla="*/ 0 h 672"/>
              <a:gd name="T11" fmla="*/ 144 w 144"/>
              <a:gd name="T12" fmla="*/ 672 h 672"/>
            </a:gdLst>
            <a:ahLst/>
            <a:cxnLst>
              <a:cxn ang="T6">
                <a:pos x="T0" y="T1"/>
              </a:cxn>
              <a:cxn ang="T7">
                <a:pos x="T2" y="T3"/>
              </a:cxn>
              <a:cxn ang="T8">
                <a:pos x="T4" y="T5"/>
              </a:cxn>
            </a:cxnLst>
            <a:rect l="T9" t="T10" r="T11" b="T12"/>
            <a:pathLst>
              <a:path w="144" h="672">
                <a:moveTo>
                  <a:pt x="0" y="0"/>
                </a:moveTo>
                <a:lnTo>
                  <a:pt x="0" y="672"/>
                </a:lnTo>
                <a:lnTo>
                  <a:pt x="144" y="672"/>
                </a:lnTo>
              </a:path>
            </a:pathLst>
          </a:custGeom>
          <a:noFill/>
          <a:ln w="9525">
            <a:solidFill>
              <a:schemeClr val="tx1"/>
            </a:solidFill>
            <a:round/>
            <a:headEnd/>
            <a:tailEnd type="triangle" w="med" len="med"/>
          </a:ln>
        </p:spPr>
        <p:txBody>
          <a:bodyPr wrap="none" anchor="ctr"/>
          <a:lstStyle/>
          <a:p>
            <a:endParaRPr lang="en-US">
              <a:latin typeface="Calibri" pitchFamily="34" charset="0"/>
            </a:endParaRPr>
          </a:p>
        </p:txBody>
      </p:sp>
      <p:sp>
        <p:nvSpPr>
          <p:cNvPr id="93211" name="Text Box 27"/>
          <p:cNvSpPr txBox="1">
            <a:spLocks noChangeArrowheads="1"/>
          </p:cNvSpPr>
          <p:nvPr/>
        </p:nvSpPr>
        <p:spPr bwMode="auto">
          <a:xfrm>
            <a:off x="685800" y="27432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next </a:t>
            </a:r>
            <a:r>
              <a:rPr lang="en-US" b="1" u="none">
                <a:solidFill>
                  <a:schemeClr val="accent2"/>
                </a:solidFill>
                <a:latin typeface="Calibri" pitchFamily="34" charset="0"/>
              </a:rPr>
              <a:t>arrival</a:t>
            </a:r>
            <a:endParaRPr lang="en-US" u="none">
              <a:latin typeface="Calibri" pitchFamily="34" charset="0"/>
            </a:endParaRPr>
          </a:p>
        </p:txBody>
      </p:sp>
      <p:sp>
        <p:nvSpPr>
          <p:cNvPr id="93212" name="Text Box 28"/>
          <p:cNvSpPr txBox="1">
            <a:spLocks noChangeArrowheads="1"/>
          </p:cNvSpPr>
          <p:nvPr/>
        </p:nvSpPr>
        <p:spPr bwMode="auto">
          <a:xfrm>
            <a:off x="685800" y="30480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Advance clock to next event</a:t>
            </a:r>
          </a:p>
        </p:txBody>
      </p:sp>
      <p:sp>
        <p:nvSpPr>
          <p:cNvPr id="93213" name="Freeform 29"/>
          <p:cNvSpPr>
            <a:spLocks/>
          </p:cNvSpPr>
          <p:nvPr/>
        </p:nvSpPr>
        <p:spPr bwMode="auto">
          <a:xfrm>
            <a:off x="1219200" y="2438400"/>
            <a:ext cx="304800" cy="1295400"/>
          </a:xfrm>
          <a:custGeom>
            <a:avLst/>
            <a:gdLst>
              <a:gd name="T0" fmla="*/ 0 w 144"/>
              <a:gd name="T1" fmla="*/ 0 h 672"/>
              <a:gd name="T2" fmla="*/ 0 w 144"/>
              <a:gd name="T3" fmla="*/ 2147483647 h 672"/>
              <a:gd name="T4" fmla="*/ 2147483647 w 144"/>
              <a:gd name="T5" fmla="*/ 2147483647 h 672"/>
              <a:gd name="T6" fmla="*/ 0 60000 65536"/>
              <a:gd name="T7" fmla="*/ 0 60000 65536"/>
              <a:gd name="T8" fmla="*/ 0 60000 65536"/>
              <a:gd name="T9" fmla="*/ 0 w 144"/>
              <a:gd name="T10" fmla="*/ 0 h 672"/>
              <a:gd name="T11" fmla="*/ 144 w 144"/>
              <a:gd name="T12" fmla="*/ 672 h 672"/>
            </a:gdLst>
            <a:ahLst/>
            <a:cxnLst>
              <a:cxn ang="T6">
                <a:pos x="T0" y="T1"/>
              </a:cxn>
              <a:cxn ang="T7">
                <a:pos x="T2" y="T3"/>
              </a:cxn>
              <a:cxn ang="T8">
                <a:pos x="T4" y="T5"/>
              </a:cxn>
            </a:cxnLst>
            <a:rect l="T9" t="T10" r="T11" b="T12"/>
            <a:pathLst>
              <a:path w="144" h="672">
                <a:moveTo>
                  <a:pt x="0" y="0"/>
                </a:moveTo>
                <a:lnTo>
                  <a:pt x="0" y="672"/>
                </a:lnTo>
                <a:lnTo>
                  <a:pt x="144" y="672"/>
                </a:lnTo>
              </a:path>
            </a:pathLst>
          </a:custGeom>
          <a:noFill/>
          <a:ln w="9525">
            <a:solidFill>
              <a:schemeClr val="tx1"/>
            </a:solidFill>
            <a:round/>
            <a:headEnd/>
            <a:tailEnd type="triangle" w="med" len="med"/>
          </a:ln>
        </p:spPr>
        <p:txBody>
          <a:bodyPr wrap="none" anchor="ctr"/>
          <a:lstStyle/>
          <a:p>
            <a:endParaRPr lang="en-US">
              <a:latin typeface="Calibri" pitchFamily="34" charset="0"/>
            </a:endParaRPr>
          </a:p>
        </p:txBody>
      </p:sp>
      <p:sp>
        <p:nvSpPr>
          <p:cNvPr id="93214" name="Text Box 30"/>
          <p:cNvSpPr txBox="1">
            <a:spLocks noChangeArrowheads="1"/>
          </p:cNvSpPr>
          <p:nvPr/>
        </p:nvSpPr>
        <p:spPr bwMode="auto">
          <a:xfrm>
            <a:off x="1524000" y="41910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Advance clock to next event</a:t>
            </a:r>
          </a:p>
        </p:txBody>
      </p:sp>
      <p:sp>
        <p:nvSpPr>
          <p:cNvPr id="93215" name="Text Box 31"/>
          <p:cNvSpPr txBox="1">
            <a:spLocks noChangeArrowheads="1"/>
          </p:cNvSpPr>
          <p:nvPr/>
        </p:nvSpPr>
        <p:spPr bwMode="auto">
          <a:xfrm>
            <a:off x="1524000" y="35814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next</a:t>
            </a:r>
            <a:r>
              <a:rPr lang="en-US" b="1" u="none">
                <a:solidFill>
                  <a:schemeClr val="accent2"/>
                </a:solidFill>
                <a:latin typeface="Calibri" pitchFamily="34" charset="0"/>
              </a:rPr>
              <a:t> arrival</a:t>
            </a:r>
            <a:endParaRPr lang="en-US" u="none">
              <a:latin typeface="Calibri" pitchFamily="34" charset="0"/>
            </a:endParaRPr>
          </a:p>
        </p:txBody>
      </p:sp>
      <p:sp>
        <p:nvSpPr>
          <p:cNvPr id="93216" name="Text Box 32"/>
          <p:cNvSpPr txBox="1">
            <a:spLocks noChangeArrowheads="1"/>
          </p:cNvSpPr>
          <p:nvPr/>
        </p:nvSpPr>
        <p:spPr bwMode="auto">
          <a:xfrm>
            <a:off x="1524000" y="3886200"/>
            <a:ext cx="38862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a:t>
            </a:r>
            <a:r>
              <a:rPr lang="en-US" b="1" u="none">
                <a:solidFill>
                  <a:srgbClr val="FF0000"/>
                </a:solidFill>
                <a:latin typeface="Calibri" pitchFamily="34" charset="0"/>
              </a:rPr>
              <a:t>service completion</a:t>
            </a:r>
            <a:r>
              <a:rPr lang="en-US" u="none">
                <a:latin typeface="Calibri" pitchFamily="34" charset="0"/>
              </a:rPr>
              <a:t> time</a:t>
            </a:r>
          </a:p>
        </p:txBody>
      </p:sp>
      <p:sp>
        <p:nvSpPr>
          <p:cNvPr id="93217" name="Freeform 33"/>
          <p:cNvSpPr>
            <a:spLocks/>
          </p:cNvSpPr>
          <p:nvPr/>
        </p:nvSpPr>
        <p:spPr bwMode="auto">
          <a:xfrm>
            <a:off x="2057400" y="2438400"/>
            <a:ext cx="304800" cy="2286000"/>
          </a:xfrm>
          <a:custGeom>
            <a:avLst/>
            <a:gdLst>
              <a:gd name="T0" fmla="*/ 0 w 144"/>
              <a:gd name="T1" fmla="*/ 0 h 672"/>
              <a:gd name="T2" fmla="*/ 0 w 144"/>
              <a:gd name="T3" fmla="*/ 2147483647 h 672"/>
              <a:gd name="T4" fmla="*/ 2147483647 w 144"/>
              <a:gd name="T5" fmla="*/ 2147483647 h 672"/>
              <a:gd name="T6" fmla="*/ 0 60000 65536"/>
              <a:gd name="T7" fmla="*/ 0 60000 65536"/>
              <a:gd name="T8" fmla="*/ 0 60000 65536"/>
              <a:gd name="T9" fmla="*/ 0 w 144"/>
              <a:gd name="T10" fmla="*/ 0 h 672"/>
              <a:gd name="T11" fmla="*/ 144 w 144"/>
              <a:gd name="T12" fmla="*/ 672 h 672"/>
            </a:gdLst>
            <a:ahLst/>
            <a:cxnLst>
              <a:cxn ang="T6">
                <a:pos x="T0" y="T1"/>
              </a:cxn>
              <a:cxn ang="T7">
                <a:pos x="T2" y="T3"/>
              </a:cxn>
              <a:cxn ang="T8">
                <a:pos x="T4" y="T5"/>
              </a:cxn>
            </a:cxnLst>
            <a:rect l="T9" t="T10" r="T11" b="T12"/>
            <a:pathLst>
              <a:path w="144" h="672">
                <a:moveTo>
                  <a:pt x="0" y="0"/>
                </a:moveTo>
                <a:lnTo>
                  <a:pt x="0" y="672"/>
                </a:lnTo>
                <a:lnTo>
                  <a:pt x="144" y="672"/>
                </a:lnTo>
              </a:path>
            </a:pathLst>
          </a:custGeom>
          <a:noFill/>
          <a:ln w="9525">
            <a:solidFill>
              <a:schemeClr val="tx1"/>
            </a:solidFill>
            <a:round/>
            <a:headEnd/>
            <a:tailEnd type="triangle" w="med" len="med"/>
          </a:ln>
        </p:spPr>
        <p:txBody>
          <a:bodyPr wrap="none" anchor="ctr"/>
          <a:lstStyle/>
          <a:p>
            <a:endParaRPr lang="en-US">
              <a:latin typeface="Calibri" pitchFamily="34" charset="0"/>
            </a:endParaRPr>
          </a:p>
        </p:txBody>
      </p:sp>
      <p:sp>
        <p:nvSpPr>
          <p:cNvPr id="93218" name="Text Box 34"/>
          <p:cNvSpPr txBox="1">
            <a:spLocks noChangeArrowheads="1"/>
          </p:cNvSpPr>
          <p:nvPr/>
        </p:nvSpPr>
        <p:spPr bwMode="auto">
          <a:xfrm>
            <a:off x="2438400" y="45720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next </a:t>
            </a:r>
            <a:r>
              <a:rPr lang="en-US" b="1" u="none">
                <a:solidFill>
                  <a:schemeClr val="accent2"/>
                </a:solidFill>
                <a:latin typeface="Calibri" pitchFamily="34" charset="0"/>
              </a:rPr>
              <a:t>arrival</a:t>
            </a:r>
            <a:endParaRPr lang="en-US" u="none">
              <a:latin typeface="Calibri" pitchFamily="34" charset="0"/>
            </a:endParaRPr>
          </a:p>
        </p:txBody>
      </p:sp>
      <p:sp>
        <p:nvSpPr>
          <p:cNvPr id="93219" name="Text Box 35"/>
          <p:cNvSpPr txBox="1">
            <a:spLocks noChangeArrowheads="1"/>
          </p:cNvSpPr>
          <p:nvPr/>
        </p:nvSpPr>
        <p:spPr bwMode="auto">
          <a:xfrm>
            <a:off x="2438400" y="48768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Advance clock to next event</a:t>
            </a:r>
          </a:p>
        </p:txBody>
      </p:sp>
      <p:sp>
        <p:nvSpPr>
          <p:cNvPr id="93220" name="Freeform 36"/>
          <p:cNvSpPr>
            <a:spLocks/>
          </p:cNvSpPr>
          <p:nvPr/>
        </p:nvSpPr>
        <p:spPr bwMode="auto">
          <a:xfrm>
            <a:off x="3124200" y="2438400"/>
            <a:ext cx="304800" cy="3048000"/>
          </a:xfrm>
          <a:custGeom>
            <a:avLst/>
            <a:gdLst>
              <a:gd name="T0" fmla="*/ 0 w 144"/>
              <a:gd name="T1" fmla="*/ 0 h 672"/>
              <a:gd name="T2" fmla="*/ 0 w 144"/>
              <a:gd name="T3" fmla="*/ 2147483647 h 672"/>
              <a:gd name="T4" fmla="*/ 2147483647 w 144"/>
              <a:gd name="T5" fmla="*/ 2147483647 h 672"/>
              <a:gd name="T6" fmla="*/ 0 60000 65536"/>
              <a:gd name="T7" fmla="*/ 0 60000 65536"/>
              <a:gd name="T8" fmla="*/ 0 60000 65536"/>
              <a:gd name="T9" fmla="*/ 0 w 144"/>
              <a:gd name="T10" fmla="*/ 0 h 672"/>
              <a:gd name="T11" fmla="*/ 144 w 144"/>
              <a:gd name="T12" fmla="*/ 672 h 672"/>
            </a:gdLst>
            <a:ahLst/>
            <a:cxnLst>
              <a:cxn ang="T6">
                <a:pos x="T0" y="T1"/>
              </a:cxn>
              <a:cxn ang="T7">
                <a:pos x="T2" y="T3"/>
              </a:cxn>
              <a:cxn ang="T8">
                <a:pos x="T4" y="T5"/>
              </a:cxn>
            </a:cxnLst>
            <a:rect l="T9" t="T10" r="T11" b="T12"/>
            <a:pathLst>
              <a:path w="144" h="672">
                <a:moveTo>
                  <a:pt x="0" y="0"/>
                </a:moveTo>
                <a:lnTo>
                  <a:pt x="0" y="672"/>
                </a:lnTo>
                <a:lnTo>
                  <a:pt x="144" y="672"/>
                </a:lnTo>
              </a:path>
            </a:pathLst>
          </a:custGeom>
          <a:noFill/>
          <a:ln w="9525">
            <a:solidFill>
              <a:schemeClr val="tx1"/>
            </a:solidFill>
            <a:round/>
            <a:headEnd/>
            <a:tailEnd type="triangle" w="med" len="med"/>
          </a:ln>
        </p:spPr>
        <p:txBody>
          <a:bodyPr wrap="none" anchor="ctr"/>
          <a:lstStyle/>
          <a:p>
            <a:endParaRPr lang="en-US">
              <a:latin typeface="Calibri" pitchFamily="34" charset="0"/>
            </a:endParaRPr>
          </a:p>
        </p:txBody>
      </p:sp>
      <p:sp>
        <p:nvSpPr>
          <p:cNvPr id="93221" name="Text Box 37"/>
          <p:cNvSpPr txBox="1">
            <a:spLocks noChangeArrowheads="1"/>
          </p:cNvSpPr>
          <p:nvPr/>
        </p:nvSpPr>
        <p:spPr bwMode="auto">
          <a:xfrm>
            <a:off x="3429000" y="5334000"/>
            <a:ext cx="39624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a:t>
            </a:r>
            <a:r>
              <a:rPr lang="en-US" b="1" u="none">
                <a:solidFill>
                  <a:srgbClr val="FF0000"/>
                </a:solidFill>
                <a:latin typeface="Calibri" pitchFamily="34" charset="0"/>
              </a:rPr>
              <a:t>service completion</a:t>
            </a:r>
            <a:r>
              <a:rPr lang="en-US" u="none">
                <a:latin typeface="Calibri" pitchFamily="34" charset="0"/>
              </a:rPr>
              <a:t> time</a:t>
            </a:r>
          </a:p>
        </p:txBody>
      </p:sp>
      <p:sp>
        <p:nvSpPr>
          <p:cNvPr id="93222" name="Text Box 38"/>
          <p:cNvSpPr txBox="1">
            <a:spLocks noChangeArrowheads="1"/>
          </p:cNvSpPr>
          <p:nvPr/>
        </p:nvSpPr>
        <p:spPr bwMode="auto">
          <a:xfrm>
            <a:off x="3581400" y="56388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Advance clock to next event</a:t>
            </a:r>
          </a:p>
        </p:txBody>
      </p:sp>
      <p:sp>
        <p:nvSpPr>
          <p:cNvPr id="93223" name="Freeform 39"/>
          <p:cNvSpPr>
            <a:spLocks/>
          </p:cNvSpPr>
          <p:nvPr/>
        </p:nvSpPr>
        <p:spPr bwMode="auto">
          <a:xfrm>
            <a:off x="3733800" y="2438400"/>
            <a:ext cx="304800" cy="3733800"/>
          </a:xfrm>
          <a:custGeom>
            <a:avLst/>
            <a:gdLst>
              <a:gd name="T0" fmla="*/ 0 w 144"/>
              <a:gd name="T1" fmla="*/ 0 h 672"/>
              <a:gd name="T2" fmla="*/ 0 w 144"/>
              <a:gd name="T3" fmla="*/ 2147483647 h 672"/>
              <a:gd name="T4" fmla="*/ 2147483647 w 144"/>
              <a:gd name="T5" fmla="*/ 2147483647 h 672"/>
              <a:gd name="T6" fmla="*/ 0 60000 65536"/>
              <a:gd name="T7" fmla="*/ 0 60000 65536"/>
              <a:gd name="T8" fmla="*/ 0 60000 65536"/>
              <a:gd name="T9" fmla="*/ 0 w 144"/>
              <a:gd name="T10" fmla="*/ 0 h 672"/>
              <a:gd name="T11" fmla="*/ 144 w 144"/>
              <a:gd name="T12" fmla="*/ 672 h 672"/>
            </a:gdLst>
            <a:ahLst/>
            <a:cxnLst>
              <a:cxn ang="T6">
                <a:pos x="T0" y="T1"/>
              </a:cxn>
              <a:cxn ang="T7">
                <a:pos x="T2" y="T3"/>
              </a:cxn>
              <a:cxn ang="T8">
                <a:pos x="T4" y="T5"/>
              </a:cxn>
            </a:cxnLst>
            <a:rect l="T9" t="T10" r="T11" b="T12"/>
            <a:pathLst>
              <a:path w="144" h="672">
                <a:moveTo>
                  <a:pt x="0" y="0"/>
                </a:moveTo>
                <a:lnTo>
                  <a:pt x="0" y="672"/>
                </a:lnTo>
                <a:lnTo>
                  <a:pt x="144" y="672"/>
                </a:lnTo>
              </a:path>
            </a:pathLst>
          </a:custGeom>
          <a:noFill/>
          <a:ln w="9525">
            <a:solidFill>
              <a:schemeClr val="tx1"/>
            </a:solidFill>
            <a:round/>
            <a:headEnd/>
            <a:tailEnd type="triangle" w="med" len="med"/>
          </a:ln>
        </p:spPr>
        <p:txBody>
          <a:bodyPr wrap="none" anchor="ctr"/>
          <a:lstStyle/>
          <a:p>
            <a:endParaRPr lang="en-US">
              <a:latin typeface="Calibri" pitchFamily="34" charset="0"/>
            </a:endParaRPr>
          </a:p>
        </p:txBody>
      </p:sp>
      <p:sp>
        <p:nvSpPr>
          <p:cNvPr id="93224" name="Text Box 40"/>
          <p:cNvSpPr txBox="1">
            <a:spLocks noChangeArrowheads="1"/>
          </p:cNvSpPr>
          <p:nvPr/>
        </p:nvSpPr>
        <p:spPr bwMode="auto">
          <a:xfrm>
            <a:off x="4038600" y="60198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Advance clock to next event</a:t>
            </a:r>
          </a:p>
        </p:txBody>
      </p:sp>
      <p:sp>
        <p:nvSpPr>
          <p:cNvPr id="93225" name="Freeform 41"/>
          <p:cNvSpPr>
            <a:spLocks/>
          </p:cNvSpPr>
          <p:nvPr/>
        </p:nvSpPr>
        <p:spPr bwMode="auto">
          <a:xfrm>
            <a:off x="4800600" y="2362200"/>
            <a:ext cx="152400" cy="533400"/>
          </a:xfrm>
          <a:custGeom>
            <a:avLst/>
            <a:gdLst>
              <a:gd name="T0" fmla="*/ 0 w 144"/>
              <a:gd name="T1" fmla="*/ 0 h 672"/>
              <a:gd name="T2" fmla="*/ 0 w 144"/>
              <a:gd name="T3" fmla="*/ 2147483647 h 672"/>
              <a:gd name="T4" fmla="*/ 2147483647 w 144"/>
              <a:gd name="T5" fmla="*/ 2147483647 h 672"/>
              <a:gd name="T6" fmla="*/ 0 60000 65536"/>
              <a:gd name="T7" fmla="*/ 0 60000 65536"/>
              <a:gd name="T8" fmla="*/ 0 60000 65536"/>
              <a:gd name="T9" fmla="*/ 0 w 144"/>
              <a:gd name="T10" fmla="*/ 0 h 672"/>
              <a:gd name="T11" fmla="*/ 144 w 144"/>
              <a:gd name="T12" fmla="*/ 672 h 672"/>
            </a:gdLst>
            <a:ahLst/>
            <a:cxnLst>
              <a:cxn ang="T6">
                <a:pos x="T0" y="T1"/>
              </a:cxn>
              <a:cxn ang="T7">
                <a:pos x="T2" y="T3"/>
              </a:cxn>
              <a:cxn ang="T8">
                <a:pos x="T4" y="T5"/>
              </a:cxn>
            </a:cxnLst>
            <a:rect l="T9" t="T10" r="T11" b="T12"/>
            <a:pathLst>
              <a:path w="144" h="672">
                <a:moveTo>
                  <a:pt x="0" y="0"/>
                </a:moveTo>
                <a:lnTo>
                  <a:pt x="0" y="672"/>
                </a:lnTo>
                <a:lnTo>
                  <a:pt x="144" y="672"/>
                </a:lnTo>
              </a:path>
            </a:pathLst>
          </a:custGeom>
          <a:noFill/>
          <a:ln w="9525">
            <a:solidFill>
              <a:schemeClr val="tx1"/>
            </a:solidFill>
            <a:round/>
            <a:headEnd/>
            <a:tailEnd type="triangle" w="med" len="med"/>
          </a:ln>
        </p:spPr>
        <p:txBody>
          <a:bodyPr wrap="none" anchor="ctr"/>
          <a:lstStyle/>
          <a:p>
            <a:endParaRPr lang="en-US">
              <a:latin typeface="Calibri" pitchFamily="34" charset="0"/>
            </a:endParaRPr>
          </a:p>
        </p:txBody>
      </p:sp>
      <p:sp>
        <p:nvSpPr>
          <p:cNvPr id="93226" name="Text Box 42"/>
          <p:cNvSpPr txBox="1">
            <a:spLocks noChangeArrowheads="1"/>
          </p:cNvSpPr>
          <p:nvPr/>
        </p:nvSpPr>
        <p:spPr bwMode="auto">
          <a:xfrm>
            <a:off x="5029200" y="27432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next</a:t>
            </a:r>
            <a:r>
              <a:rPr lang="en-US" b="1" u="none">
                <a:solidFill>
                  <a:schemeClr val="accent2"/>
                </a:solidFill>
                <a:latin typeface="Calibri" pitchFamily="34" charset="0"/>
              </a:rPr>
              <a:t> arrival</a:t>
            </a:r>
            <a:endParaRPr lang="en-US" u="none">
              <a:latin typeface="Calibri" pitchFamily="34" charset="0"/>
            </a:endParaRPr>
          </a:p>
        </p:txBody>
      </p:sp>
      <p:sp>
        <p:nvSpPr>
          <p:cNvPr id="93227" name="Text Box 43"/>
          <p:cNvSpPr txBox="1">
            <a:spLocks noChangeArrowheads="1"/>
          </p:cNvSpPr>
          <p:nvPr/>
        </p:nvSpPr>
        <p:spPr bwMode="auto">
          <a:xfrm>
            <a:off x="5029200" y="3429000"/>
            <a:ext cx="36576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Advance clock to next event</a:t>
            </a:r>
          </a:p>
        </p:txBody>
      </p:sp>
      <p:sp>
        <p:nvSpPr>
          <p:cNvPr id="93228" name="Text Box 44"/>
          <p:cNvSpPr txBox="1">
            <a:spLocks noChangeArrowheads="1"/>
          </p:cNvSpPr>
          <p:nvPr/>
        </p:nvSpPr>
        <p:spPr bwMode="auto">
          <a:xfrm>
            <a:off x="5029200" y="3048000"/>
            <a:ext cx="4114800" cy="369888"/>
          </a:xfrm>
          <a:prstGeom prst="rect">
            <a:avLst/>
          </a:prstGeom>
          <a:noFill/>
          <a:ln w="9525">
            <a:noFill/>
            <a:miter lim="800000"/>
            <a:headEnd/>
            <a:tailEnd/>
          </a:ln>
        </p:spPr>
        <p:txBody>
          <a:bodyPr>
            <a:spAutoFit/>
          </a:bodyPr>
          <a:lstStyle/>
          <a:p>
            <a:pPr>
              <a:spcBef>
                <a:spcPct val="50000"/>
              </a:spcBef>
            </a:pPr>
            <a:r>
              <a:rPr lang="en-US" u="none">
                <a:latin typeface="Calibri" pitchFamily="34" charset="0"/>
              </a:rPr>
              <a:t>Generate </a:t>
            </a:r>
            <a:r>
              <a:rPr lang="en-US" b="1" u="none">
                <a:solidFill>
                  <a:srgbClr val="FF0000"/>
                </a:solidFill>
                <a:latin typeface="Calibri" pitchFamily="34" charset="0"/>
              </a:rPr>
              <a:t>service completion</a:t>
            </a:r>
            <a:r>
              <a:rPr lang="en-US" u="none">
                <a:latin typeface="Calibri" pitchFamily="34" charset="0"/>
              </a:rPr>
              <a:t> time</a:t>
            </a:r>
          </a:p>
        </p:txBody>
      </p:sp>
      <p:sp>
        <p:nvSpPr>
          <p:cNvPr id="93229" name="Line 45"/>
          <p:cNvSpPr>
            <a:spLocks noChangeShapeType="1"/>
          </p:cNvSpPr>
          <p:nvPr/>
        </p:nvSpPr>
        <p:spPr bwMode="auto">
          <a:xfrm>
            <a:off x="381000" y="1905000"/>
            <a:ext cx="838200" cy="0"/>
          </a:xfrm>
          <a:prstGeom prst="line">
            <a:avLst/>
          </a:prstGeom>
          <a:noFill/>
          <a:ln w="57150">
            <a:solidFill>
              <a:srgbClr val="FF0000"/>
            </a:solidFill>
            <a:round/>
            <a:headEnd/>
            <a:tailEnd/>
          </a:ln>
        </p:spPr>
        <p:txBody>
          <a:bodyPr wrap="none" anchor="ctr"/>
          <a:lstStyle/>
          <a:p>
            <a:endParaRPr lang="en-US"/>
          </a:p>
        </p:txBody>
      </p:sp>
      <p:sp>
        <p:nvSpPr>
          <p:cNvPr id="93230" name="Rectangle 46"/>
          <p:cNvSpPr>
            <a:spLocks noChangeArrowheads="1"/>
          </p:cNvSpPr>
          <p:nvPr/>
        </p:nvSpPr>
        <p:spPr bwMode="auto">
          <a:xfrm>
            <a:off x="1219200" y="1447800"/>
            <a:ext cx="152400" cy="457200"/>
          </a:xfrm>
          <a:prstGeom prst="rect">
            <a:avLst/>
          </a:prstGeom>
          <a:solidFill>
            <a:srgbClr val="9999FF"/>
          </a:solidFill>
          <a:ln w="38100">
            <a:noFill/>
            <a:miter lim="800000"/>
            <a:headEnd/>
            <a:tailEnd/>
          </a:ln>
        </p:spPr>
        <p:txBody>
          <a:bodyPr wrap="none" anchor="ctr"/>
          <a:lstStyle/>
          <a:p>
            <a:endParaRPr lang="en-US">
              <a:latin typeface="Calibri" pitchFamily="34" charset="0"/>
            </a:endParaRPr>
          </a:p>
        </p:txBody>
      </p:sp>
      <p:sp>
        <p:nvSpPr>
          <p:cNvPr id="93231" name="Line 47"/>
          <p:cNvSpPr>
            <a:spLocks noChangeShapeType="1"/>
          </p:cNvSpPr>
          <p:nvPr/>
        </p:nvSpPr>
        <p:spPr bwMode="auto">
          <a:xfrm>
            <a:off x="1219200" y="1905000"/>
            <a:ext cx="838200" cy="0"/>
          </a:xfrm>
          <a:prstGeom prst="line">
            <a:avLst/>
          </a:prstGeom>
          <a:noFill/>
          <a:ln w="57150">
            <a:solidFill>
              <a:srgbClr val="FF0000"/>
            </a:solidFill>
            <a:round/>
            <a:headEnd/>
            <a:tailEnd/>
          </a:ln>
        </p:spPr>
        <p:txBody>
          <a:bodyPr wrap="none" anchor="ctr"/>
          <a:lstStyle/>
          <a:p>
            <a:endParaRPr lang="en-US"/>
          </a:p>
        </p:txBody>
      </p:sp>
      <p:sp>
        <p:nvSpPr>
          <p:cNvPr id="93232" name="Rectangle 48"/>
          <p:cNvSpPr>
            <a:spLocks noChangeArrowheads="1"/>
          </p:cNvSpPr>
          <p:nvPr/>
        </p:nvSpPr>
        <p:spPr bwMode="auto">
          <a:xfrm>
            <a:off x="1219200" y="2514600"/>
            <a:ext cx="1905000" cy="152400"/>
          </a:xfrm>
          <a:prstGeom prst="rect">
            <a:avLst/>
          </a:prstGeom>
          <a:solidFill>
            <a:srgbClr val="336600"/>
          </a:solidFill>
          <a:ln w="9525">
            <a:solidFill>
              <a:schemeClr val="tx1"/>
            </a:solidFill>
            <a:miter lim="800000"/>
            <a:headEnd/>
            <a:tailEnd/>
          </a:ln>
        </p:spPr>
        <p:txBody>
          <a:bodyPr wrap="none" anchor="ctr"/>
          <a:lstStyle/>
          <a:p>
            <a:endParaRPr lang="en-US">
              <a:latin typeface="Calibri" pitchFamily="34" charset="0"/>
            </a:endParaRPr>
          </a:p>
        </p:txBody>
      </p:sp>
      <p:grpSp>
        <p:nvGrpSpPr>
          <p:cNvPr id="2" name="Group 49"/>
          <p:cNvGrpSpPr>
            <a:grpSpLocks/>
          </p:cNvGrpSpPr>
          <p:nvPr/>
        </p:nvGrpSpPr>
        <p:grpSpPr bwMode="auto">
          <a:xfrm>
            <a:off x="2057400" y="2743200"/>
            <a:ext cx="1676400" cy="152400"/>
            <a:chOff x="1296" y="1728"/>
            <a:chExt cx="1056" cy="96"/>
          </a:xfrm>
        </p:grpSpPr>
        <p:sp>
          <p:nvSpPr>
            <p:cNvPr id="21559" name="Rectangle 50"/>
            <p:cNvSpPr>
              <a:spLocks noChangeArrowheads="1"/>
            </p:cNvSpPr>
            <p:nvPr/>
          </p:nvSpPr>
          <p:spPr bwMode="auto">
            <a:xfrm>
              <a:off x="1296" y="1728"/>
              <a:ext cx="672" cy="96"/>
            </a:xfrm>
            <a:prstGeom prst="rect">
              <a:avLst/>
            </a:prstGeom>
            <a:solidFill>
              <a:srgbClr val="FF0000"/>
            </a:solidFill>
            <a:ln w="9525">
              <a:solidFill>
                <a:schemeClr val="tx1"/>
              </a:solidFill>
              <a:miter lim="800000"/>
              <a:headEnd/>
              <a:tailEnd/>
            </a:ln>
          </p:spPr>
          <p:txBody>
            <a:bodyPr wrap="none" anchor="ctr"/>
            <a:lstStyle/>
            <a:p>
              <a:endParaRPr lang="en-US">
                <a:latin typeface="Calibri" pitchFamily="34" charset="0"/>
              </a:endParaRPr>
            </a:p>
          </p:txBody>
        </p:sp>
        <p:sp>
          <p:nvSpPr>
            <p:cNvPr id="21560" name="Rectangle 51"/>
            <p:cNvSpPr>
              <a:spLocks noChangeArrowheads="1"/>
            </p:cNvSpPr>
            <p:nvPr/>
          </p:nvSpPr>
          <p:spPr bwMode="auto">
            <a:xfrm flipV="1">
              <a:off x="1968" y="1728"/>
              <a:ext cx="384" cy="96"/>
            </a:xfrm>
            <a:prstGeom prst="rect">
              <a:avLst/>
            </a:prstGeom>
            <a:solidFill>
              <a:srgbClr val="336600"/>
            </a:solidFill>
            <a:ln w="9525">
              <a:solidFill>
                <a:schemeClr val="tx1"/>
              </a:solidFill>
              <a:miter lim="800000"/>
              <a:headEnd/>
              <a:tailEnd/>
            </a:ln>
          </p:spPr>
          <p:txBody>
            <a:bodyPr wrap="none" anchor="ctr"/>
            <a:lstStyle/>
            <a:p>
              <a:endParaRPr lang="en-US">
                <a:latin typeface="Calibri" pitchFamily="34" charset="0"/>
              </a:endParaRPr>
            </a:p>
          </p:txBody>
        </p:sp>
      </p:grpSp>
      <p:sp>
        <p:nvSpPr>
          <p:cNvPr id="93236" name="Rectangle 52"/>
          <p:cNvSpPr>
            <a:spLocks noChangeArrowheads="1"/>
          </p:cNvSpPr>
          <p:nvPr/>
        </p:nvSpPr>
        <p:spPr bwMode="auto">
          <a:xfrm>
            <a:off x="4800600" y="2438400"/>
            <a:ext cx="2895600" cy="152400"/>
          </a:xfrm>
          <a:prstGeom prst="rect">
            <a:avLst/>
          </a:prstGeom>
          <a:solidFill>
            <a:srgbClr val="336600"/>
          </a:solidFill>
          <a:ln w="9525">
            <a:solidFill>
              <a:schemeClr val="tx1"/>
            </a:solidFill>
            <a:miter lim="800000"/>
            <a:headEnd/>
            <a:tailEnd/>
          </a:ln>
        </p:spPr>
        <p:txBody>
          <a:bodyPr wrap="none" anchor="ctr"/>
          <a:lstStyle/>
          <a:p>
            <a:endParaRPr lang="en-US">
              <a:latin typeface="Calibri" pitchFamily="34" charset="0"/>
            </a:endParaRPr>
          </a:p>
        </p:txBody>
      </p:sp>
      <p:sp>
        <p:nvSpPr>
          <p:cNvPr id="93237" name="Line 53"/>
          <p:cNvSpPr>
            <a:spLocks noChangeShapeType="1"/>
          </p:cNvSpPr>
          <p:nvPr/>
        </p:nvSpPr>
        <p:spPr bwMode="auto">
          <a:xfrm>
            <a:off x="3124200" y="1905000"/>
            <a:ext cx="609600" cy="0"/>
          </a:xfrm>
          <a:prstGeom prst="line">
            <a:avLst/>
          </a:prstGeom>
          <a:noFill/>
          <a:ln w="57150">
            <a:solidFill>
              <a:srgbClr val="FF0000"/>
            </a:solidFill>
            <a:round/>
            <a:headEnd/>
            <a:tailEnd/>
          </a:ln>
        </p:spPr>
        <p:txBody>
          <a:bodyPr wrap="none" anchor="ctr"/>
          <a:lstStyle/>
          <a:p>
            <a:endParaRPr lang="en-US"/>
          </a:p>
        </p:txBody>
      </p:sp>
      <p:sp>
        <p:nvSpPr>
          <p:cNvPr id="93238" name="Line 54"/>
          <p:cNvSpPr>
            <a:spLocks noChangeShapeType="1"/>
          </p:cNvSpPr>
          <p:nvPr/>
        </p:nvSpPr>
        <p:spPr bwMode="auto">
          <a:xfrm>
            <a:off x="2057400" y="1905000"/>
            <a:ext cx="1066800" cy="0"/>
          </a:xfrm>
          <a:prstGeom prst="line">
            <a:avLst/>
          </a:prstGeom>
          <a:noFill/>
          <a:ln w="57150">
            <a:solidFill>
              <a:srgbClr val="FF0000"/>
            </a:solidFill>
            <a:round/>
            <a:headEnd/>
            <a:tailEnd/>
          </a:ln>
        </p:spPr>
        <p:txBody>
          <a:bodyPr wrap="none" anchor="ctr"/>
          <a:lstStyle/>
          <a:p>
            <a:endParaRPr lang="en-US"/>
          </a:p>
        </p:txBody>
      </p:sp>
      <p:sp>
        <p:nvSpPr>
          <p:cNvPr id="93239" name="Line 55"/>
          <p:cNvSpPr>
            <a:spLocks noChangeShapeType="1"/>
          </p:cNvSpPr>
          <p:nvPr/>
        </p:nvSpPr>
        <p:spPr bwMode="auto">
          <a:xfrm>
            <a:off x="3733800" y="1905000"/>
            <a:ext cx="990600" cy="0"/>
          </a:xfrm>
          <a:prstGeom prst="line">
            <a:avLst/>
          </a:prstGeom>
          <a:noFill/>
          <a:ln w="57150">
            <a:solidFill>
              <a:srgbClr val="FF0000"/>
            </a:solidFill>
            <a:round/>
            <a:headEnd/>
            <a:tailEnd/>
          </a:ln>
        </p:spPr>
        <p:txBody>
          <a:bodyPr wrap="none" anchor="ctr"/>
          <a:lstStyle/>
          <a:p>
            <a:endParaRPr lang="en-US"/>
          </a:p>
        </p:txBody>
      </p:sp>
      <p:sp>
        <p:nvSpPr>
          <p:cNvPr id="93240" name="Line 56"/>
          <p:cNvSpPr>
            <a:spLocks noChangeShapeType="1"/>
          </p:cNvSpPr>
          <p:nvPr/>
        </p:nvSpPr>
        <p:spPr bwMode="auto">
          <a:xfrm>
            <a:off x="4724400" y="1905000"/>
            <a:ext cx="838200" cy="0"/>
          </a:xfrm>
          <a:prstGeom prst="line">
            <a:avLst/>
          </a:prstGeom>
          <a:noFill/>
          <a:ln w="57150">
            <a:solidFill>
              <a:srgbClr val="FF0000"/>
            </a:solidFill>
            <a:round/>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210"/>
                                        </p:tgtEl>
                                        <p:attrNameLst>
                                          <p:attrName>style.visibility</p:attrName>
                                        </p:attrNameLst>
                                      </p:cBhvr>
                                      <p:to>
                                        <p:strVal val="visible"/>
                                      </p:to>
                                    </p:set>
                                    <p:anim calcmode="lin" valueType="num">
                                      <p:cBhvr additive="base">
                                        <p:cTn id="7" dur="500" fill="hold"/>
                                        <p:tgtEl>
                                          <p:spTgt spid="93210"/>
                                        </p:tgtEl>
                                        <p:attrNameLst>
                                          <p:attrName>ppt_x</p:attrName>
                                        </p:attrNameLst>
                                      </p:cBhvr>
                                      <p:tavLst>
                                        <p:tav tm="0">
                                          <p:val>
                                            <p:strVal val="0-#ppt_w/2"/>
                                          </p:val>
                                        </p:tav>
                                        <p:tav tm="100000">
                                          <p:val>
                                            <p:strVal val="#ppt_x"/>
                                          </p:val>
                                        </p:tav>
                                      </p:tavLst>
                                    </p:anim>
                                    <p:anim calcmode="lin" valueType="num">
                                      <p:cBhvr additive="base">
                                        <p:cTn id="8" dur="500" fill="hold"/>
                                        <p:tgtEl>
                                          <p:spTgt spid="932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211"/>
                                        </p:tgtEl>
                                        <p:attrNameLst>
                                          <p:attrName>style.visibility</p:attrName>
                                        </p:attrNameLst>
                                      </p:cBhvr>
                                      <p:to>
                                        <p:strVal val="visible"/>
                                      </p:to>
                                    </p:set>
                                    <p:anim calcmode="lin" valueType="num">
                                      <p:cBhvr additive="base">
                                        <p:cTn id="13" dur="500" fill="hold"/>
                                        <p:tgtEl>
                                          <p:spTgt spid="93211"/>
                                        </p:tgtEl>
                                        <p:attrNameLst>
                                          <p:attrName>ppt_x</p:attrName>
                                        </p:attrNameLst>
                                      </p:cBhvr>
                                      <p:tavLst>
                                        <p:tav tm="0">
                                          <p:val>
                                            <p:strVal val="0-#ppt_w/2"/>
                                          </p:val>
                                        </p:tav>
                                        <p:tav tm="100000">
                                          <p:val>
                                            <p:strVal val="#ppt_x"/>
                                          </p:val>
                                        </p:tav>
                                      </p:tavLst>
                                    </p:anim>
                                    <p:anim calcmode="lin" valueType="num">
                                      <p:cBhvr additive="base">
                                        <p:cTn id="14" dur="500" fill="hold"/>
                                        <p:tgtEl>
                                          <p:spTgt spid="932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3193"/>
                                        </p:tgtEl>
                                        <p:attrNameLst>
                                          <p:attrName>style.visibility</p:attrName>
                                        </p:attrNameLst>
                                      </p:cBhvr>
                                      <p:to>
                                        <p:strVal val="visible"/>
                                      </p:to>
                                    </p:set>
                                    <p:anim calcmode="lin" valueType="num">
                                      <p:cBhvr additive="base">
                                        <p:cTn id="19" dur="500" fill="hold"/>
                                        <p:tgtEl>
                                          <p:spTgt spid="93193"/>
                                        </p:tgtEl>
                                        <p:attrNameLst>
                                          <p:attrName>ppt_x</p:attrName>
                                        </p:attrNameLst>
                                      </p:cBhvr>
                                      <p:tavLst>
                                        <p:tav tm="0">
                                          <p:val>
                                            <p:strVal val="0-#ppt_w/2"/>
                                          </p:val>
                                        </p:tav>
                                        <p:tav tm="100000">
                                          <p:val>
                                            <p:strVal val="#ppt_x"/>
                                          </p:val>
                                        </p:tav>
                                      </p:tavLst>
                                    </p:anim>
                                    <p:anim calcmode="lin" valueType="num">
                                      <p:cBhvr additive="base">
                                        <p:cTn id="20" dur="500" fill="hold"/>
                                        <p:tgtEl>
                                          <p:spTgt spid="931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3212"/>
                                        </p:tgtEl>
                                        <p:attrNameLst>
                                          <p:attrName>style.visibility</p:attrName>
                                        </p:attrNameLst>
                                      </p:cBhvr>
                                      <p:to>
                                        <p:strVal val="visible"/>
                                      </p:to>
                                    </p:set>
                                    <p:anim calcmode="lin" valueType="num">
                                      <p:cBhvr additive="base">
                                        <p:cTn id="25" dur="500" fill="hold"/>
                                        <p:tgtEl>
                                          <p:spTgt spid="93212"/>
                                        </p:tgtEl>
                                        <p:attrNameLst>
                                          <p:attrName>ppt_x</p:attrName>
                                        </p:attrNameLst>
                                      </p:cBhvr>
                                      <p:tavLst>
                                        <p:tav tm="0">
                                          <p:val>
                                            <p:strVal val="0-#ppt_w/2"/>
                                          </p:val>
                                        </p:tav>
                                        <p:tav tm="100000">
                                          <p:val>
                                            <p:strVal val="#ppt_x"/>
                                          </p:val>
                                        </p:tav>
                                      </p:tavLst>
                                    </p:anim>
                                    <p:anim calcmode="lin" valueType="num">
                                      <p:cBhvr additive="base">
                                        <p:cTn id="26" dur="500" fill="hold"/>
                                        <p:tgtEl>
                                          <p:spTgt spid="93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93229"/>
                                        </p:tgtEl>
                                        <p:attrNameLst>
                                          <p:attrName>style.visibility</p:attrName>
                                        </p:attrNameLst>
                                      </p:cBhvr>
                                      <p:to>
                                        <p:strVal val="visible"/>
                                      </p:to>
                                    </p:set>
                                    <p:animEffect transition="in" filter="slide(fromLeft)">
                                      <p:cBhvr>
                                        <p:cTn id="31" dur="500"/>
                                        <p:tgtEl>
                                          <p:spTgt spid="93229"/>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93230"/>
                                        </p:tgtEl>
                                        <p:attrNameLst>
                                          <p:attrName>style.visibility</p:attrName>
                                        </p:attrNameLst>
                                      </p:cBhvr>
                                      <p:to>
                                        <p:strVal val="visible"/>
                                      </p:to>
                                    </p:set>
                                    <p:animEffect transition="in" filter="slide(fromBottom)">
                                      <p:cBhvr>
                                        <p:cTn id="36" dur="500"/>
                                        <p:tgtEl>
                                          <p:spTgt spid="93230"/>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93213"/>
                                        </p:tgtEl>
                                        <p:attrNameLst>
                                          <p:attrName>style.visibility</p:attrName>
                                        </p:attrNameLst>
                                      </p:cBhvr>
                                      <p:to>
                                        <p:strVal val="visible"/>
                                      </p:to>
                                    </p:set>
                                    <p:anim calcmode="lin" valueType="num">
                                      <p:cBhvr additive="base">
                                        <p:cTn id="41" dur="500" fill="hold"/>
                                        <p:tgtEl>
                                          <p:spTgt spid="93213"/>
                                        </p:tgtEl>
                                        <p:attrNameLst>
                                          <p:attrName>ppt_x</p:attrName>
                                        </p:attrNameLst>
                                      </p:cBhvr>
                                      <p:tavLst>
                                        <p:tav tm="0">
                                          <p:val>
                                            <p:strVal val="0-#ppt_w/2"/>
                                          </p:val>
                                        </p:tav>
                                        <p:tav tm="100000">
                                          <p:val>
                                            <p:strVal val="#ppt_x"/>
                                          </p:val>
                                        </p:tav>
                                      </p:tavLst>
                                    </p:anim>
                                    <p:anim calcmode="lin" valueType="num">
                                      <p:cBhvr additive="base">
                                        <p:cTn id="42" dur="500" fill="hold"/>
                                        <p:tgtEl>
                                          <p:spTgt spid="93213"/>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93215"/>
                                        </p:tgtEl>
                                        <p:attrNameLst>
                                          <p:attrName>style.visibility</p:attrName>
                                        </p:attrNameLst>
                                      </p:cBhvr>
                                      <p:to>
                                        <p:strVal val="visible"/>
                                      </p:to>
                                    </p:set>
                                    <p:anim calcmode="lin" valueType="num">
                                      <p:cBhvr additive="base">
                                        <p:cTn id="47" dur="500" fill="hold"/>
                                        <p:tgtEl>
                                          <p:spTgt spid="93215"/>
                                        </p:tgtEl>
                                        <p:attrNameLst>
                                          <p:attrName>ppt_x</p:attrName>
                                        </p:attrNameLst>
                                      </p:cBhvr>
                                      <p:tavLst>
                                        <p:tav tm="0">
                                          <p:val>
                                            <p:strVal val="0-#ppt_w/2"/>
                                          </p:val>
                                        </p:tav>
                                        <p:tav tm="100000">
                                          <p:val>
                                            <p:strVal val="#ppt_x"/>
                                          </p:val>
                                        </p:tav>
                                      </p:tavLst>
                                    </p:anim>
                                    <p:anim calcmode="lin" valueType="num">
                                      <p:cBhvr additive="base">
                                        <p:cTn id="48" dur="500" fill="hold"/>
                                        <p:tgtEl>
                                          <p:spTgt spid="9321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93194"/>
                                        </p:tgtEl>
                                        <p:attrNameLst>
                                          <p:attrName>style.visibility</p:attrName>
                                        </p:attrNameLst>
                                      </p:cBhvr>
                                      <p:to>
                                        <p:strVal val="visible"/>
                                      </p:to>
                                    </p:set>
                                    <p:anim calcmode="lin" valueType="num">
                                      <p:cBhvr additive="base">
                                        <p:cTn id="53" dur="500" fill="hold"/>
                                        <p:tgtEl>
                                          <p:spTgt spid="93194"/>
                                        </p:tgtEl>
                                        <p:attrNameLst>
                                          <p:attrName>ppt_x</p:attrName>
                                        </p:attrNameLst>
                                      </p:cBhvr>
                                      <p:tavLst>
                                        <p:tav tm="0">
                                          <p:val>
                                            <p:strVal val="0-#ppt_w/2"/>
                                          </p:val>
                                        </p:tav>
                                        <p:tav tm="100000">
                                          <p:val>
                                            <p:strVal val="#ppt_x"/>
                                          </p:val>
                                        </p:tav>
                                      </p:tavLst>
                                    </p:anim>
                                    <p:anim calcmode="lin" valueType="num">
                                      <p:cBhvr additive="base">
                                        <p:cTn id="54" dur="500" fill="hold"/>
                                        <p:tgtEl>
                                          <p:spTgt spid="93194"/>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93216"/>
                                        </p:tgtEl>
                                        <p:attrNameLst>
                                          <p:attrName>style.visibility</p:attrName>
                                        </p:attrNameLst>
                                      </p:cBhvr>
                                      <p:to>
                                        <p:strVal val="visible"/>
                                      </p:to>
                                    </p:set>
                                    <p:anim calcmode="lin" valueType="num">
                                      <p:cBhvr additive="base">
                                        <p:cTn id="59" dur="500" fill="hold"/>
                                        <p:tgtEl>
                                          <p:spTgt spid="93216"/>
                                        </p:tgtEl>
                                        <p:attrNameLst>
                                          <p:attrName>ppt_x</p:attrName>
                                        </p:attrNameLst>
                                      </p:cBhvr>
                                      <p:tavLst>
                                        <p:tav tm="0">
                                          <p:val>
                                            <p:strVal val="0-#ppt_w/2"/>
                                          </p:val>
                                        </p:tav>
                                        <p:tav tm="100000">
                                          <p:val>
                                            <p:strVal val="#ppt_x"/>
                                          </p:val>
                                        </p:tav>
                                      </p:tavLst>
                                    </p:anim>
                                    <p:anim calcmode="lin" valueType="num">
                                      <p:cBhvr additive="base">
                                        <p:cTn id="60" dur="500" fill="hold"/>
                                        <p:tgtEl>
                                          <p:spTgt spid="93216"/>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93192"/>
                                        </p:tgtEl>
                                        <p:attrNameLst>
                                          <p:attrName>style.visibility</p:attrName>
                                        </p:attrNameLst>
                                      </p:cBhvr>
                                      <p:to>
                                        <p:strVal val="visible"/>
                                      </p:to>
                                    </p:set>
                                    <p:anim calcmode="lin" valueType="num">
                                      <p:cBhvr additive="base">
                                        <p:cTn id="65" dur="500" fill="hold"/>
                                        <p:tgtEl>
                                          <p:spTgt spid="93192"/>
                                        </p:tgtEl>
                                        <p:attrNameLst>
                                          <p:attrName>ppt_x</p:attrName>
                                        </p:attrNameLst>
                                      </p:cBhvr>
                                      <p:tavLst>
                                        <p:tav tm="0">
                                          <p:val>
                                            <p:strVal val="0-#ppt_w/2"/>
                                          </p:val>
                                        </p:tav>
                                        <p:tav tm="100000">
                                          <p:val>
                                            <p:strVal val="#ppt_x"/>
                                          </p:val>
                                        </p:tav>
                                      </p:tavLst>
                                    </p:anim>
                                    <p:anim calcmode="lin" valueType="num">
                                      <p:cBhvr additive="base">
                                        <p:cTn id="66" dur="500" fill="hold"/>
                                        <p:tgtEl>
                                          <p:spTgt spid="93192"/>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93214"/>
                                        </p:tgtEl>
                                        <p:attrNameLst>
                                          <p:attrName>style.visibility</p:attrName>
                                        </p:attrNameLst>
                                      </p:cBhvr>
                                      <p:to>
                                        <p:strVal val="visible"/>
                                      </p:to>
                                    </p:set>
                                    <p:anim calcmode="lin" valueType="num">
                                      <p:cBhvr additive="base">
                                        <p:cTn id="71" dur="500" fill="hold"/>
                                        <p:tgtEl>
                                          <p:spTgt spid="93214"/>
                                        </p:tgtEl>
                                        <p:attrNameLst>
                                          <p:attrName>ppt_x</p:attrName>
                                        </p:attrNameLst>
                                      </p:cBhvr>
                                      <p:tavLst>
                                        <p:tav tm="0">
                                          <p:val>
                                            <p:strVal val="0-#ppt_w/2"/>
                                          </p:val>
                                        </p:tav>
                                        <p:tav tm="100000">
                                          <p:val>
                                            <p:strVal val="#ppt_x"/>
                                          </p:val>
                                        </p:tav>
                                      </p:tavLst>
                                    </p:anim>
                                    <p:anim calcmode="lin" valueType="num">
                                      <p:cBhvr additive="base">
                                        <p:cTn id="72" dur="500" fill="hold"/>
                                        <p:tgtEl>
                                          <p:spTgt spid="93214"/>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2" presetClass="entr" presetSubtype="8" fill="hold" grpId="0" nodeType="clickEffect">
                                  <p:stCondLst>
                                    <p:cond delay="0"/>
                                  </p:stCondLst>
                                  <p:childTnLst>
                                    <p:set>
                                      <p:cBhvr>
                                        <p:cTn id="76" dur="1" fill="hold">
                                          <p:stCondLst>
                                            <p:cond delay="0"/>
                                          </p:stCondLst>
                                        </p:cTn>
                                        <p:tgtEl>
                                          <p:spTgt spid="93231"/>
                                        </p:tgtEl>
                                        <p:attrNameLst>
                                          <p:attrName>style.visibility</p:attrName>
                                        </p:attrNameLst>
                                      </p:cBhvr>
                                      <p:to>
                                        <p:strVal val="visible"/>
                                      </p:to>
                                    </p:set>
                                    <p:animEffect transition="in" filter="slide(fromLeft)">
                                      <p:cBhvr>
                                        <p:cTn id="77" dur="500"/>
                                        <p:tgtEl>
                                          <p:spTgt spid="93231"/>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8" fill="hold" grpId="0" nodeType="clickEffect">
                                  <p:stCondLst>
                                    <p:cond delay="0"/>
                                  </p:stCondLst>
                                  <p:childTnLst>
                                    <p:set>
                                      <p:cBhvr>
                                        <p:cTn id="81" dur="1" fill="hold">
                                          <p:stCondLst>
                                            <p:cond delay="0"/>
                                          </p:stCondLst>
                                        </p:cTn>
                                        <p:tgtEl>
                                          <p:spTgt spid="93195"/>
                                        </p:tgtEl>
                                        <p:attrNameLst>
                                          <p:attrName>style.visibility</p:attrName>
                                        </p:attrNameLst>
                                      </p:cBhvr>
                                      <p:to>
                                        <p:strVal val="visible"/>
                                      </p:to>
                                    </p:set>
                                    <p:animEffect transition="in" filter="slide(fromLeft)">
                                      <p:cBhvr>
                                        <p:cTn id="82" dur="500"/>
                                        <p:tgtEl>
                                          <p:spTgt spid="93195"/>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93197"/>
                                        </p:tgtEl>
                                        <p:attrNameLst>
                                          <p:attrName>style.visibility</p:attrName>
                                        </p:attrNameLst>
                                      </p:cBhvr>
                                      <p:to>
                                        <p:strVal val="visible"/>
                                      </p:to>
                                    </p:set>
                                    <p:animEffect transition="in" filter="slide(fromBottom)">
                                      <p:cBhvr>
                                        <p:cTn id="87" dur="500"/>
                                        <p:tgtEl>
                                          <p:spTgt spid="93197"/>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grpId="0" nodeType="clickEffect">
                                  <p:stCondLst>
                                    <p:cond delay="0"/>
                                  </p:stCondLst>
                                  <p:childTnLst>
                                    <p:set>
                                      <p:cBhvr>
                                        <p:cTn id="91" dur="1" fill="hold">
                                          <p:stCondLst>
                                            <p:cond delay="0"/>
                                          </p:stCondLst>
                                        </p:cTn>
                                        <p:tgtEl>
                                          <p:spTgt spid="93217"/>
                                        </p:tgtEl>
                                        <p:attrNameLst>
                                          <p:attrName>style.visibility</p:attrName>
                                        </p:attrNameLst>
                                      </p:cBhvr>
                                      <p:to>
                                        <p:strVal val="visible"/>
                                      </p:to>
                                    </p:set>
                                    <p:anim calcmode="lin" valueType="num">
                                      <p:cBhvr additive="base">
                                        <p:cTn id="92" dur="500" fill="hold"/>
                                        <p:tgtEl>
                                          <p:spTgt spid="93217"/>
                                        </p:tgtEl>
                                        <p:attrNameLst>
                                          <p:attrName>ppt_x</p:attrName>
                                        </p:attrNameLst>
                                      </p:cBhvr>
                                      <p:tavLst>
                                        <p:tav tm="0">
                                          <p:val>
                                            <p:strVal val="0-#ppt_w/2"/>
                                          </p:val>
                                        </p:tav>
                                        <p:tav tm="100000">
                                          <p:val>
                                            <p:strVal val="#ppt_x"/>
                                          </p:val>
                                        </p:tav>
                                      </p:tavLst>
                                    </p:anim>
                                    <p:anim calcmode="lin" valueType="num">
                                      <p:cBhvr additive="base">
                                        <p:cTn id="93" dur="500" fill="hold"/>
                                        <p:tgtEl>
                                          <p:spTgt spid="93217"/>
                                        </p:tgtEl>
                                        <p:attrNameLst>
                                          <p:attrName>ppt_y</p:attrName>
                                        </p:attrNameLst>
                                      </p:cBhvr>
                                      <p:tavLst>
                                        <p:tav tm="0">
                                          <p:val>
                                            <p:strVal val="#ppt_y"/>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8" fill="hold" grpId="0" nodeType="clickEffect">
                                  <p:stCondLst>
                                    <p:cond delay="0"/>
                                  </p:stCondLst>
                                  <p:childTnLst>
                                    <p:set>
                                      <p:cBhvr>
                                        <p:cTn id="97" dur="1" fill="hold">
                                          <p:stCondLst>
                                            <p:cond delay="0"/>
                                          </p:stCondLst>
                                        </p:cTn>
                                        <p:tgtEl>
                                          <p:spTgt spid="93218"/>
                                        </p:tgtEl>
                                        <p:attrNameLst>
                                          <p:attrName>style.visibility</p:attrName>
                                        </p:attrNameLst>
                                      </p:cBhvr>
                                      <p:to>
                                        <p:strVal val="visible"/>
                                      </p:to>
                                    </p:set>
                                    <p:anim calcmode="lin" valueType="num">
                                      <p:cBhvr additive="base">
                                        <p:cTn id="98" dur="500" fill="hold"/>
                                        <p:tgtEl>
                                          <p:spTgt spid="93218"/>
                                        </p:tgtEl>
                                        <p:attrNameLst>
                                          <p:attrName>ppt_x</p:attrName>
                                        </p:attrNameLst>
                                      </p:cBhvr>
                                      <p:tavLst>
                                        <p:tav tm="0">
                                          <p:val>
                                            <p:strVal val="0-#ppt_w/2"/>
                                          </p:val>
                                        </p:tav>
                                        <p:tav tm="100000">
                                          <p:val>
                                            <p:strVal val="#ppt_x"/>
                                          </p:val>
                                        </p:tav>
                                      </p:tavLst>
                                    </p:anim>
                                    <p:anim calcmode="lin" valueType="num">
                                      <p:cBhvr additive="base">
                                        <p:cTn id="99" dur="500" fill="hold"/>
                                        <p:tgtEl>
                                          <p:spTgt spid="93218"/>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8" fill="hold" grpId="0" nodeType="clickEffect">
                                  <p:stCondLst>
                                    <p:cond delay="0"/>
                                  </p:stCondLst>
                                  <p:childTnLst>
                                    <p:set>
                                      <p:cBhvr>
                                        <p:cTn id="103" dur="1" fill="hold">
                                          <p:stCondLst>
                                            <p:cond delay="0"/>
                                          </p:stCondLst>
                                        </p:cTn>
                                        <p:tgtEl>
                                          <p:spTgt spid="93200"/>
                                        </p:tgtEl>
                                        <p:attrNameLst>
                                          <p:attrName>style.visibility</p:attrName>
                                        </p:attrNameLst>
                                      </p:cBhvr>
                                      <p:to>
                                        <p:strVal val="visible"/>
                                      </p:to>
                                    </p:set>
                                    <p:anim calcmode="lin" valueType="num">
                                      <p:cBhvr additive="base">
                                        <p:cTn id="104" dur="500" fill="hold"/>
                                        <p:tgtEl>
                                          <p:spTgt spid="93200"/>
                                        </p:tgtEl>
                                        <p:attrNameLst>
                                          <p:attrName>ppt_x</p:attrName>
                                        </p:attrNameLst>
                                      </p:cBhvr>
                                      <p:tavLst>
                                        <p:tav tm="0">
                                          <p:val>
                                            <p:strVal val="0-#ppt_w/2"/>
                                          </p:val>
                                        </p:tav>
                                        <p:tav tm="100000">
                                          <p:val>
                                            <p:strVal val="#ppt_x"/>
                                          </p:val>
                                        </p:tav>
                                      </p:tavLst>
                                    </p:anim>
                                    <p:anim calcmode="lin" valueType="num">
                                      <p:cBhvr additive="base">
                                        <p:cTn id="105" dur="500" fill="hold"/>
                                        <p:tgtEl>
                                          <p:spTgt spid="93200"/>
                                        </p:tgtEl>
                                        <p:attrNameLst>
                                          <p:attrName>ppt_y</p:attrName>
                                        </p:attrNameLst>
                                      </p:cBhvr>
                                      <p:tavLst>
                                        <p:tav tm="0">
                                          <p:val>
                                            <p:strVal val="#ppt_y"/>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2" presetClass="entr" presetSubtype="8" fill="hold" grpId="0" nodeType="clickEffect">
                                  <p:stCondLst>
                                    <p:cond delay="0"/>
                                  </p:stCondLst>
                                  <p:childTnLst>
                                    <p:set>
                                      <p:cBhvr>
                                        <p:cTn id="109" dur="1" fill="hold">
                                          <p:stCondLst>
                                            <p:cond delay="0"/>
                                          </p:stCondLst>
                                        </p:cTn>
                                        <p:tgtEl>
                                          <p:spTgt spid="93219"/>
                                        </p:tgtEl>
                                        <p:attrNameLst>
                                          <p:attrName>style.visibility</p:attrName>
                                        </p:attrNameLst>
                                      </p:cBhvr>
                                      <p:to>
                                        <p:strVal val="visible"/>
                                      </p:to>
                                    </p:set>
                                    <p:anim calcmode="lin" valueType="num">
                                      <p:cBhvr additive="base">
                                        <p:cTn id="110" dur="500" fill="hold"/>
                                        <p:tgtEl>
                                          <p:spTgt spid="93219"/>
                                        </p:tgtEl>
                                        <p:attrNameLst>
                                          <p:attrName>ppt_x</p:attrName>
                                        </p:attrNameLst>
                                      </p:cBhvr>
                                      <p:tavLst>
                                        <p:tav tm="0">
                                          <p:val>
                                            <p:strVal val="0-#ppt_w/2"/>
                                          </p:val>
                                        </p:tav>
                                        <p:tav tm="100000">
                                          <p:val>
                                            <p:strVal val="#ppt_x"/>
                                          </p:val>
                                        </p:tav>
                                      </p:tavLst>
                                    </p:anim>
                                    <p:anim calcmode="lin" valueType="num">
                                      <p:cBhvr additive="base">
                                        <p:cTn id="111" dur="500" fill="hold"/>
                                        <p:tgtEl>
                                          <p:spTgt spid="93219"/>
                                        </p:tgtEl>
                                        <p:attrNameLst>
                                          <p:attrName>ppt_y</p:attrName>
                                        </p:attrNameLst>
                                      </p:cBhvr>
                                      <p:tavLst>
                                        <p:tav tm="0">
                                          <p:val>
                                            <p:strVal val="#ppt_y"/>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2" presetClass="entr" presetSubtype="8" fill="hold" grpId="0" nodeType="clickEffect">
                                  <p:stCondLst>
                                    <p:cond delay="0"/>
                                  </p:stCondLst>
                                  <p:childTnLst>
                                    <p:set>
                                      <p:cBhvr>
                                        <p:cTn id="115" dur="1" fill="hold">
                                          <p:stCondLst>
                                            <p:cond delay="0"/>
                                          </p:stCondLst>
                                        </p:cTn>
                                        <p:tgtEl>
                                          <p:spTgt spid="93238"/>
                                        </p:tgtEl>
                                        <p:attrNameLst>
                                          <p:attrName>style.visibility</p:attrName>
                                        </p:attrNameLst>
                                      </p:cBhvr>
                                      <p:to>
                                        <p:strVal val="visible"/>
                                      </p:to>
                                    </p:set>
                                    <p:animEffect transition="in" filter="slide(fromLeft)">
                                      <p:cBhvr>
                                        <p:cTn id="116" dur="500"/>
                                        <p:tgtEl>
                                          <p:spTgt spid="93238"/>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8" fill="hold" grpId="0" nodeType="clickEffect">
                                  <p:stCondLst>
                                    <p:cond delay="0"/>
                                  </p:stCondLst>
                                  <p:childTnLst>
                                    <p:set>
                                      <p:cBhvr>
                                        <p:cTn id="120" dur="1" fill="hold">
                                          <p:stCondLst>
                                            <p:cond delay="0"/>
                                          </p:stCondLst>
                                        </p:cTn>
                                        <p:tgtEl>
                                          <p:spTgt spid="93196"/>
                                        </p:tgtEl>
                                        <p:attrNameLst>
                                          <p:attrName>style.visibility</p:attrName>
                                        </p:attrNameLst>
                                      </p:cBhvr>
                                      <p:to>
                                        <p:strVal val="visible"/>
                                      </p:to>
                                    </p:set>
                                    <p:animEffect transition="in" filter="slide(fromLeft)">
                                      <p:cBhvr>
                                        <p:cTn id="121" dur="500"/>
                                        <p:tgtEl>
                                          <p:spTgt spid="93196"/>
                                        </p:tgtEl>
                                      </p:cBhvr>
                                    </p:animEffect>
                                  </p:childTnLst>
                                </p:cTn>
                              </p:par>
                            </p:childTnLst>
                          </p:cTn>
                        </p:par>
                      </p:childTnLst>
                    </p:cTn>
                  </p:par>
                  <p:par>
                    <p:cTn id="122" fill="hold">
                      <p:stCondLst>
                        <p:cond delay="indefinite"/>
                      </p:stCondLst>
                      <p:childTnLst>
                        <p:par>
                          <p:cTn id="123" fill="hold">
                            <p:stCondLst>
                              <p:cond delay="0"/>
                            </p:stCondLst>
                            <p:childTnLst>
                              <p:par>
                                <p:cTn id="124" presetID="12" presetClass="entr" presetSubtype="4" fill="hold" grpId="0" nodeType="clickEffect">
                                  <p:stCondLst>
                                    <p:cond delay="0"/>
                                  </p:stCondLst>
                                  <p:childTnLst>
                                    <p:set>
                                      <p:cBhvr>
                                        <p:cTn id="125" dur="1" fill="hold">
                                          <p:stCondLst>
                                            <p:cond delay="0"/>
                                          </p:stCondLst>
                                        </p:cTn>
                                        <p:tgtEl>
                                          <p:spTgt spid="93198"/>
                                        </p:tgtEl>
                                        <p:attrNameLst>
                                          <p:attrName>style.visibility</p:attrName>
                                        </p:attrNameLst>
                                      </p:cBhvr>
                                      <p:to>
                                        <p:strVal val="visible"/>
                                      </p:to>
                                    </p:set>
                                    <p:animEffect transition="in" filter="slide(fromBottom)">
                                      <p:cBhvr>
                                        <p:cTn id="126" dur="500"/>
                                        <p:tgtEl>
                                          <p:spTgt spid="93198"/>
                                        </p:tgtEl>
                                      </p:cBhvr>
                                    </p:animEffect>
                                  </p:childTnLst>
                                </p:cTn>
                              </p:par>
                            </p:childTnLst>
                          </p:cTn>
                        </p:par>
                      </p:childTnLst>
                    </p:cTn>
                  </p:par>
                  <p:par>
                    <p:cTn id="127" fill="hold">
                      <p:stCondLst>
                        <p:cond delay="indefinite"/>
                      </p:stCondLst>
                      <p:childTnLst>
                        <p:par>
                          <p:cTn id="128" fill="hold">
                            <p:stCondLst>
                              <p:cond delay="0"/>
                            </p:stCondLst>
                            <p:childTnLst>
                              <p:par>
                                <p:cTn id="129" presetID="2" presetClass="entr" presetSubtype="8" fill="hold" grpId="0" nodeType="clickEffect">
                                  <p:stCondLst>
                                    <p:cond delay="0"/>
                                  </p:stCondLst>
                                  <p:childTnLst>
                                    <p:set>
                                      <p:cBhvr>
                                        <p:cTn id="130" dur="1" fill="hold">
                                          <p:stCondLst>
                                            <p:cond delay="0"/>
                                          </p:stCondLst>
                                        </p:cTn>
                                        <p:tgtEl>
                                          <p:spTgt spid="93220"/>
                                        </p:tgtEl>
                                        <p:attrNameLst>
                                          <p:attrName>style.visibility</p:attrName>
                                        </p:attrNameLst>
                                      </p:cBhvr>
                                      <p:to>
                                        <p:strVal val="visible"/>
                                      </p:to>
                                    </p:set>
                                    <p:anim calcmode="lin" valueType="num">
                                      <p:cBhvr additive="base">
                                        <p:cTn id="131" dur="500" fill="hold"/>
                                        <p:tgtEl>
                                          <p:spTgt spid="93220"/>
                                        </p:tgtEl>
                                        <p:attrNameLst>
                                          <p:attrName>ppt_x</p:attrName>
                                        </p:attrNameLst>
                                      </p:cBhvr>
                                      <p:tavLst>
                                        <p:tav tm="0">
                                          <p:val>
                                            <p:strVal val="0-#ppt_w/2"/>
                                          </p:val>
                                        </p:tav>
                                        <p:tav tm="100000">
                                          <p:val>
                                            <p:strVal val="#ppt_x"/>
                                          </p:val>
                                        </p:tav>
                                      </p:tavLst>
                                    </p:anim>
                                    <p:anim calcmode="lin" valueType="num">
                                      <p:cBhvr additive="base">
                                        <p:cTn id="132" dur="500" fill="hold"/>
                                        <p:tgtEl>
                                          <p:spTgt spid="93220"/>
                                        </p:tgtEl>
                                        <p:attrNameLst>
                                          <p:attrName>ppt_y</p:attrName>
                                        </p:attrNameLst>
                                      </p:cBhvr>
                                      <p:tavLst>
                                        <p:tav tm="0">
                                          <p:val>
                                            <p:strVal val="#ppt_y"/>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8" fill="hold" grpId="0" nodeType="clickEffect">
                                  <p:stCondLst>
                                    <p:cond delay="0"/>
                                  </p:stCondLst>
                                  <p:childTnLst>
                                    <p:set>
                                      <p:cBhvr>
                                        <p:cTn id="136" dur="1" fill="hold">
                                          <p:stCondLst>
                                            <p:cond delay="0"/>
                                          </p:stCondLst>
                                        </p:cTn>
                                        <p:tgtEl>
                                          <p:spTgt spid="93221"/>
                                        </p:tgtEl>
                                        <p:attrNameLst>
                                          <p:attrName>style.visibility</p:attrName>
                                        </p:attrNameLst>
                                      </p:cBhvr>
                                      <p:to>
                                        <p:strVal val="visible"/>
                                      </p:to>
                                    </p:set>
                                    <p:anim calcmode="lin" valueType="num">
                                      <p:cBhvr additive="base">
                                        <p:cTn id="137" dur="500" fill="hold"/>
                                        <p:tgtEl>
                                          <p:spTgt spid="93221"/>
                                        </p:tgtEl>
                                        <p:attrNameLst>
                                          <p:attrName>ppt_x</p:attrName>
                                        </p:attrNameLst>
                                      </p:cBhvr>
                                      <p:tavLst>
                                        <p:tav tm="0">
                                          <p:val>
                                            <p:strVal val="0-#ppt_w/2"/>
                                          </p:val>
                                        </p:tav>
                                        <p:tav tm="100000">
                                          <p:val>
                                            <p:strVal val="#ppt_x"/>
                                          </p:val>
                                        </p:tav>
                                      </p:tavLst>
                                    </p:anim>
                                    <p:anim calcmode="lin" valueType="num">
                                      <p:cBhvr additive="base">
                                        <p:cTn id="138" dur="500" fill="hold"/>
                                        <p:tgtEl>
                                          <p:spTgt spid="93221"/>
                                        </p:tgtEl>
                                        <p:attrNameLst>
                                          <p:attrName>ppt_y</p:attrName>
                                        </p:attrNameLst>
                                      </p:cBhvr>
                                      <p:tavLst>
                                        <p:tav tm="0">
                                          <p:val>
                                            <p:strVal val="#ppt_y"/>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8" fill="hold" grpId="0" nodeType="clickEffect">
                                  <p:stCondLst>
                                    <p:cond delay="0"/>
                                  </p:stCondLst>
                                  <p:childTnLst>
                                    <p:set>
                                      <p:cBhvr>
                                        <p:cTn id="142" dur="1" fill="hold">
                                          <p:stCondLst>
                                            <p:cond delay="0"/>
                                          </p:stCondLst>
                                        </p:cTn>
                                        <p:tgtEl>
                                          <p:spTgt spid="93199"/>
                                        </p:tgtEl>
                                        <p:attrNameLst>
                                          <p:attrName>style.visibility</p:attrName>
                                        </p:attrNameLst>
                                      </p:cBhvr>
                                      <p:to>
                                        <p:strVal val="visible"/>
                                      </p:to>
                                    </p:set>
                                    <p:anim calcmode="lin" valueType="num">
                                      <p:cBhvr additive="base">
                                        <p:cTn id="143" dur="500" fill="hold"/>
                                        <p:tgtEl>
                                          <p:spTgt spid="93199"/>
                                        </p:tgtEl>
                                        <p:attrNameLst>
                                          <p:attrName>ppt_x</p:attrName>
                                        </p:attrNameLst>
                                      </p:cBhvr>
                                      <p:tavLst>
                                        <p:tav tm="0">
                                          <p:val>
                                            <p:strVal val="0-#ppt_w/2"/>
                                          </p:val>
                                        </p:tav>
                                        <p:tav tm="100000">
                                          <p:val>
                                            <p:strVal val="#ppt_x"/>
                                          </p:val>
                                        </p:tav>
                                      </p:tavLst>
                                    </p:anim>
                                    <p:anim calcmode="lin" valueType="num">
                                      <p:cBhvr additive="base">
                                        <p:cTn id="144" dur="500" fill="hold"/>
                                        <p:tgtEl>
                                          <p:spTgt spid="93199"/>
                                        </p:tgtEl>
                                        <p:attrNameLst>
                                          <p:attrName>ppt_y</p:attrName>
                                        </p:attrNameLst>
                                      </p:cBhvr>
                                      <p:tavLst>
                                        <p:tav tm="0">
                                          <p:val>
                                            <p:strVal val="#ppt_y"/>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8" fill="hold" grpId="0" nodeType="clickEffect">
                                  <p:stCondLst>
                                    <p:cond delay="0"/>
                                  </p:stCondLst>
                                  <p:childTnLst>
                                    <p:set>
                                      <p:cBhvr>
                                        <p:cTn id="148" dur="1" fill="hold">
                                          <p:stCondLst>
                                            <p:cond delay="0"/>
                                          </p:stCondLst>
                                        </p:cTn>
                                        <p:tgtEl>
                                          <p:spTgt spid="93222"/>
                                        </p:tgtEl>
                                        <p:attrNameLst>
                                          <p:attrName>style.visibility</p:attrName>
                                        </p:attrNameLst>
                                      </p:cBhvr>
                                      <p:to>
                                        <p:strVal val="visible"/>
                                      </p:to>
                                    </p:set>
                                    <p:anim calcmode="lin" valueType="num">
                                      <p:cBhvr additive="base">
                                        <p:cTn id="149" dur="500" fill="hold"/>
                                        <p:tgtEl>
                                          <p:spTgt spid="93222"/>
                                        </p:tgtEl>
                                        <p:attrNameLst>
                                          <p:attrName>ppt_x</p:attrName>
                                        </p:attrNameLst>
                                      </p:cBhvr>
                                      <p:tavLst>
                                        <p:tav tm="0">
                                          <p:val>
                                            <p:strVal val="0-#ppt_w/2"/>
                                          </p:val>
                                        </p:tav>
                                        <p:tav tm="100000">
                                          <p:val>
                                            <p:strVal val="#ppt_x"/>
                                          </p:val>
                                        </p:tav>
                                      </p:tavLst>
                                    </p:anim>
                                    <p:anim calcmode="lin" valueType="num">
                                      <p:cBhvr additive="base">
                                        <p:cTn id="150" dur="500" fill="hold"/>
                                        <p:tgtEl>
                                          <p:spTgt spid="93222"/>
                                        </p:tgtEl>
                                        <p:attrNameLst>
                                          <p:attrName>ppt_y</p:attrName>
                                        </p:attrNameLst>
                                      </p:cBhvr>
                                      <p:tavLst>
                                        <p:tav tm="0">
                                          <p:val>
                                            <p:strVal val="#ppt_y"/>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12" presetClass="entr" presetSubtype="8" fill="hold" grpId="0" nodeType="clickEffect">
                                  <p:stCondLst>
                                    <p:cond delay="0"/>
                                  </p:stCondLst>
                                  <p:childTnLst>
                                    <p:set>
                                      <p:cBhvr>
                                        <p:cTn id="154" dur="1" fill="hold">
                                          <p:stCondLst>
                                            <p:cond delay="0"/>
                                          </p:stCondLst>
                                        </p:cTn>
                                        <p:tgtEl>
                                          <p:spTgt spid="93237"/>
                                        </p:tgtEl>
                                        <p:attrNameLst>
                                          <p:attrName>style.visibility</p:attrName>
                                        </p:attrNameLst>
                                      </p:cBhvr>
                                      <p:to>
                                        <p:strVal val="visible"/>
                                      </p:to>
                                    </p:set>
                                    <p:animEffect transition="in" filter="slide(fromLeft)">
                                      <p:cBhvr>
                                        <p:cTn id="155" dur="500"/>
                                        <p:tgtEl>
                                          <p:spTgt spid="93237"/>
                                        </p:tgtEl>
                                      </p:cBhvr>
                                    </p:animEffect>
                                  </p:childTnLst>
                                </p:cTn>
                              </p:par>
                            </p:childTnLst>
                          </p:cTn>
                        </p:par>
                      </p:childTnLst>
                    </p:cTn>
                  </p:par>
                  <p:par>
                    <p:cTn id="156" fill="hold">
                      <p:stCondLst>
                        <p:cond delay="indefinite"/>
                      </p:stCondLst>
                      <p:childTnLst>
                        <p:par>
                          <p:cTn id="157" fill="hold">
                            <p:stCondLst>
                              <p:cond delay="0"/>
                            </p:stCondLst>
                            <p:childTnLst>
                              <p:par>
                                <p:cTn id="158" presetID="12" presetClass="entr" presetSubtype="8" fill="hold" grpId="0" nodeType="clickEffect">
                                  <p:stCondLst>
                                    <p:cond delay="0"/>
                                  </p:stCondLst>
                                  <p:childTnLst>
                                    <p:set>
                                      <p:cBhvr>
                                        <p:cTn id="159" dur="1" fill="hold">
                                          <p:stCondLst>
                                            <p:cond delay="0"/>
                                          </p:stCondLst>
                                        </p:cTn>
                                        <p:tgtEl>
                                          <p:spTgt spid="93190"/>
                                        </p:tgtEl>
                                        <p:attrNameLst>
                                          <p:attrName>style.visibility</p:attrName>
                                        </p:attrNameLst>
                                      </p:cBhvr>
                                      <p:to>
                                        <p:strVal val="visible"/>
                                      </p:to>
                                    </p:set>
                                    <p:animEffect transition="in" filter="slide(fromLeft)">
                                      <p:cBhvr>
                                        <p:cTn id="160" dur="500"/>
                                        <p:tgtEl>
                                          <p:spTgt spid="93190"/>
                                        </p:tgtEl>
                                      </p:cBhvr>
                                    </p:animEffect>
                                  </p:childTnLst>
                                </p:cTn>
                              </p:par>
                            </p:childTnLst>
                          </p:cTn>
                        </p:par>
                      </p:childTnLst>
                    </p:cTn>
                  </p:par>
                  <p:par>
                    <p:cTn id="161" fill="hold">
                      <p:stCondLst>
                        <p:cond delay="indefinite"/>
                      </p:stCondLst>
                      <p:childTnLst>
                        <p:par>
                          <p:cTn id="162" fill="hold">
                            <p:stCondLst>
                              <p:cond delay="0"/>
                            </p:stCondLst>
                            <p:childTnLst>
                              <p:par>
                                <p:cTn id="163" presetID="2" presetClass="entr" presetSubtype="8" fill="hold" grpId="0" nodeType="clickEffect">
                                  <p:stCondLst>
                                    <p:cond delay="0"/>
                                  </p:stCondLst>
                                  <p:childTnLst>
                                    <p:set>
                                      <p:cBhvr>
                                        <p:cTn id="164" dur="1" fill="hold">
                                          <p:stCondLst>
                                            <p:cond delay="0"/>
                                          </p:stCondLst>
                                        </p:cTn>
                                        <p:tgtEl>
                                          <p:spTgt spid="93223"/>
                                        </p:tgtEl>
                                        <p:attrNameLst>
                                          <p:attrName>style.visibility</p:attrName>
                                        </p:attrNameLst>
                                      </p:cBhvr>
                                      <p:to>
                                        <p:strVal val="visible"/>
                                      </p:to>
                                    </p:set>
                                    <p:anim calcmode="lin" valueType="num">
                                      <p:cBhvr additive="base">
                                        <p:cTn id="165" dur="500" fill="hold"/>
                                        <p:tgtEl>
                                          <p:spTgt spid="93223"/>
                                        </p:tgtEl>
                                        <p:attrNameLst>
                                          <p:attrName>ppt_x</p:attrName>
                                        </p:attrNameLst>
                                      </p:cBhvr>
                                      <p:tavLst>
                                        <p:tav tm="0">
                                          <p:val>
                                            <p:strVal val="0-#ppt_w/2"/>
                                          </p:val>
                                        </p:tav>
                                        <p:tav tm="100000">
                                          <p:val>
                                            <p:strVal val="#ppt_x"/>
                                          </p:val>
                                        </p:tav>
                                      </p:tavLst>
                                    </p:anim>
                                    <p:anim calcmode="lin" valueType="num">
                                      <p:cBhvr additive="base">
                                        <p:cTn id="166" dur="500" fill="hold"/>
                                        <p:tgtEl>
                                          <p:spTgt spid="93223"/>
                                        </p:tgtEl>
                                        <p:attrNameLst>
                                          <p:attrName>ppt_y</p:attrName>
                                        </p:attrNameLst>
                                      </p:cBhvr>
                                      <p:tavLst>
                                        <p:tav tm="0">
                                          <p:val>
                                            <p:strVal val="#ppt_y"/>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2" presetClass="entr" presetSubtype="8" fill="hold" grpId="0" nodeType="clickEffect">
                                  <p:stCondLst>
                                    <p:cond delay="0"/>
                                  </p:stCondLst>
                                  <p:childTnLst>
                                    <p:set>
                                      <p:cBhvr>
                                        <p:cTn id="170" dur="1" fill="hold">
                                          <p:stCondLst>
                                            <p:cond delay="0"/>
                                          </p:stCondLst>
                                        </p:cTn>
                                        <p:tgtEl>
                                          <p:spTgt spid="93224"/>
                                        </p:tgtEl>
                                        <p:attrNameLst>
                                          <p:attrName>style.visibility</p:attrName>
                                        </p:attrNameLst>
                                      </p:cBhvr>
                                      <p:to>
                                        <p:strVal val="visible"/>
                                      </p:to>
                                    </p:set>
                                    <p:anim calcmode="lin" valueType="num">
                                      <p:cBhvr additive="base">
                                        <p:cTn id="171" dur="500" fill="hold"/>
                                        <p:tgtEl>
                                          <p:spTgt spid="93224"/>
                                        </p:tgtEl>
                                        <p:attrNameLst>
                                          <p:attrName>ppt_x</p:attrName>
                                        </p:attrNameLst>
                                      </p:cBhvr>
                                      <p:tavLst>
                                        <p:tav tm="0">
                                          <p:val>
                                            <p:strVal val="0-#ppt_w/2"/>
                                          </p:val>
                                        </p:tav>
                                        <p:tav tm="100000">
                                          <p:val>
                                            <p:strVal val="#ppt_x"/>
                                          </p:val>
                                        </p:tav>
                                      </p:tavLst>
                                    </p:anim>
                                    <p:anim calcmode="lin" valueType="num">
                                      <p:cBhvr additive="base">
                                        <p:cTn id="172" dur="500" fill="hold"/>
                                        <p:tgtEl>
                                          <p:spTgt spid="93224"/>
                                        </p:tgtEl>
                                        <p:attrNameLst>
                                          <p:attrName>ppt_y</p:attrName>
                                        </p:attrNameLst>
                                      </p:cBhvr>
                                      <p:tavLst>
                                        <p:tav tm="0">
                                          <p:val>
                                            <p:strVal val="#ppt_y"/>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12" presetClass="entr" presetSubtype="8" fill="hold" grpId="0" nodeType="clickEffect">
                                  <p:stCondLst>
                                    <p:cond delay="0"/>
                                  </p:stCondLst>
                                  <p:childTnLst>
                                    <p:set>
                                      <p:cBhvr>
                                        <p:cTn id="176" dur="1" fill="hold">
                                          <p:stCondLst>
                                            <p:cond delay="0"/>
                                          </p:stCondLst>
                                        </p:cTn>
                                        <p:tgtEl>
                                          <p:spTgt spid="93239"/>
                                        </p:tgtEl>
                                        <p:attrNameLst>
                                          <p:attrName>style.visibility</p:attrName>
                                        </p:attrNameLst>
                                      </p:cBhvr>
                                      <p:to>
                                        <p:strVal val="visible"/>
                                      </p:to>
                                    </p:set>
                                    <p:animEffect transition="in" filter="slide(fromLeft)">
                                      <p:cBhvr>
                                        <p:cTn id="177" dur="500"/>
                                        <p:tgtEl>
                                          <p:spTgt spid="93239"/>
                                        </p:tgtEl>
                                      </p:cBhvr>
                                    </p:animEffect>
                                  </p:childTnLst>
                                </p:cTn>
                              </p:par>
                            </p:childTnLst>
                          </p:cTn>
                        </p:par>
                      </p:childTnLst>
                    </p:cTn>
                  </p:par>
                  <p:par>
                    <p:cTn id="178" fill="hold">
                      <p:stCondLst>
                        <p:cond delay="indefinite"/>
                      </p:stCondLst>
                      <p:childTnLst>
                        <p:par>
                          <p:cTn id="179" fill="hold">
                            <p:stCondLst>
                              <p:cond delay="0"/>
                            </p:stCondLst>
                            <p:childTnLst>
                              <p:par>
                                <p:cTn id="180" presetID="12" presetClass="entr" presetSubtype="4" fill="hold" grpId="0" nodeType="clickEffect">
                                  <p:stCondLst>
                                    <p:cond delay="0"/>
                                  </p:stCondLst>
                                  <p:childTnLst>
                                    <p:set>
                                      <p:cBhvr>
                                        <p:cTn id="181" dur="1" fill="hold">
                                          <p:stCondLst>
                                            <p:cond delay="0"/>
                                          </p:stCondLst>
                                        </p:cTn>
                                        <p:tgtEl>
                                          <p:spTgt spid="93201"/>
                                        </p:tgtEl>
                                        <p:attrNameLst>
                                          <p:attrName>style.visibility</p:attrName>
                                        </p:attrNameLst>
                                      </p:cBhvr>
                                      <p:to>
                                        <p:strVal val="visible"/>
                                      </p:to>
                                    </p:set>
                                    <p:animEffect transition="in" filter="slide(fromBottom)">
                                      <p:cBhvr>
                                        <p:cTn id="182" dur="500"/>
                                        <p:tgtEl>
                                          <p:spTgt spid="93201"/>
                                        </p:tgtEl>
                                      </p:cBhvr>
                                    </p:animEffect>
                                  </p:childTnLst>
                                </p:cTn>
                              </p:par>
                            </p:childTnLst>
                          </p:cTn>
                        </p:par>
                      </p:childTnLst>
                    </p:cTn>
                  </p:par>
                  <p:par>
                    <p:cTn id="183" fill="hold">
                      <p:stCondLst>
                        <p:cond delay="indefinite"/>
                      </p:stCondLst>
                      <p:childTnLst>
                        <p:par>
                          <p:cTn id="184" fill="hold">
                            <p:stCondLst>
                              <p:cond delay="0"/>
                            </p:stCondLst>
                            <p:childTnLst>
                              <p:par>
                                <p:cTn id="185" presetID="2" presetClass="entr" presetSubtype="8" fill="hold" grpId="0" nodeType="clickEffect">
                                  <p:stCondLst>
                                    <p:cond delay="0"/>
                                  </p:stCondLst>
                                  <p:childTnLst>
                                    <p:set>
                                      <p:cBhvr>
                                        <p:cTn id="186" dur="1" fill="hold">
                                          <p:stCondLst>
                                            <p:cond delay="0"/>
                                          </p:stCondLst>
                                        </p:cTn>
                                        <p:tgtEl>
                                          <p:spTgt spid="93225"/>
                                        </p:tgtEl>
                                        <p:attrNameLst>
                                          <p:attrName>style.visibility</p:attrName>
                                        </p:attrNameLst>
                                      </p:cBhvr>
                                      <p:to>
                                        <p:strVal val="visible"/>
                                      </p:to>
                                    </p:set>
                                    <p:anim calcmode="lin" valueType="num">
                                      <p:cBhvr additive="base">
                                        <p:cTn id="187" dur="500" fill="hold"/>
                                        <p:tgtEl>
                                          <p:spTgt spid="93225"/>
                                        </p:tgtEl>
                                        <p:attrNameLst>
                                          <p:attrName>ppt_x</p:attrName>
                                        </p:attrNameLst>
                                      </p:cBhvr>
                                      <p:tavLst>
                                        <p:tav tm="0">
                                          <p:val>
                                            <p:strVal val="0-#ppt_w/2"/>
                                          </p:val>
                                        </p:tav>
                                        <p:tav tm="100000">
                                          <p:val>
                                            <p:strVal val="#ppt_x"/>
                                          </p:val>
                                        </p:tav>
                                      </p:tavLst>
                                    </p:anim>
                                    <p:anim calcmode="lin" valueType="num">
                                      <p:cBhvr additive="base">
                                        <p:cTn id="188" dur="500" fill="hold"/>
                                        <p:tgtEl>
                                          <p:spTgt spid="93225"/>
                                        </p:tgtEl>
                                        <p:attrNameLst>
                                          <p:attrName>ppt_y</p:attrName>
                                        </p:attrNameLst>
                                      </p:cBhvr>
                                      <p:tavLst>
                                        <p:tav tm="0">
                                          <p:val>
                                            <p:strVal val="#ppt_y"/>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8" fill="hold" grpId="0" nodeType="clickEffect">
                                  <p:stCondLst>
                                    <p:cond delay="0"/>
                                  </p:stCondLst>
                                  <p:childTnLst>
                                    <p:set>
                                      <p:cBhvr>
                                        <p:cTn id="192" dur="1" fill="hold">
                                          <p:stCondLst>
                                            <p:cond delay="0"/>
                                          </p:stCondLst>
                                        </p:cTn>
                                        <p:tgtEl>
                                          <p:spTgt spid="93226"/>
                                        </p:tgtEl>
                                        <p:attrNameLst>
                                          <p:attrName>style.visibility</p:attrName>
                                        </p:attrNameLst>
                                      </p:cBhvr>
                                      <p:to>
                                        <p:strVal val="visible"/>
                                      </p:to>
                                    </p:set>
                                    <p:anim calcmode="lin" valueType="num">
                                      <p:cBhvr additive="base">
                                        <p:cTn id="193" dur="500" fill="hold"/>
                                        <p:tgtEl>
                                          <p:spTgt spid="93226"/>
                                        </p:tgtEl>
                                        <p:attrNameLst>
                                          <p:attrName>ppt_x</p:attrName>
                                        </p:attrNameLst>
                                      </p:cBhvr>
                                      <p:tavLst>
                                        <p:tav tm="0">
                                          <p:val>
                                            <p:strVal val="0-#ppt_w/2"/>
                                          </p:val>
                                        </p:tav>
                                        <p:tav tm="100000">
                                          <p:val>
                                            <p:strVal val="#ppt_x"/>
                                          </p:val>
                                        </p:tav>
                                      </p:tavLst>
                                    </p:anim>
                                    <p:anim calcmode="lin" valueType="num">
                                      <p:cBhvr additive="base">
                                        <p:cTn id="194" dur="500" fill="hold"/>
                                        <p:tgtEl>
                                          <p:spTgt spid="93226"/>
                                        </p:tgtEl>
                                        <p:attrNameLst>
                                          <p:attrName>ppt_y</p:attrName>
                                        </p:attrNameLst>
                                      </p:cBhvr>
                                      <p:tavLst>
                                        <p:tav tm="0">
                                          <p:val>
                                            <p:strVal val="#ppt_y"/>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8" fill="hold" grpId="0" nodeType="clickEffect">
                                  <p:stCondLst>
                                    <p:cond delay="0"/>
                                  </p:stCondLst>
                                  <p:childTnLst>
                                    <p:set>
                                      <p:cBhvr>
                                        <p:cTn id="198" dur="1" fill="hold">
                                          <p:stCondLst>
                                            <p:cond delay="0"/>
                                          </p:stCondLst>
                                        </p:cTn>
                                        <p:tgtEl>
                                          <p:spTgt spid="93203"/>
                                        </p:tgtEl>
                                        <p:attrNameLst>
                                          <p:attrName>style.visibility</p:attrName>
                                        </p:attrNameLst>
                                      </p:cBhvr>
                                      <p:to>
                                        <p:strVal val="visible"/>
                                      </p:to>
                                    </p:set>
                                    <p:anim calcmode="lin" valueType="num">
                                      <p:cBhvr additive="base">
                                        <p:cTn id="199" dur="500" fill="hold"/>
                                        <p:tgtEl>
                                          <p:spTgt spid="93203"/>
                                        </p:tgtEl>
                                        <p:attrNameLst>
                                          <p:attrName>ppt_x</p:attrName>
                                        </p:attrNameLst>
                                      </p:cBhvr>
                                      <p:tavLst>
                                        <p:tav tm="0">
                                          <p:val>
                                            <p:strVal val="0-#ppt_w/2"/>
                                          </p:val>
                                        </p:tav>
                                        <p:tav tm="100000">
                                          <p:val>
                                            <p:strVal val="#ppt_x"/>
                                          </p:val>
                                        </p:tav>
                                      </p:tavLst>
                                    </p:anim>
                                    <p:anim calcmode="lin" valueType="num">
                                      <p:cBhvr additive="base">
                                        <p:cTn id="200" dur="500" fill="hold"/>
                                        <p:tgtEl>
                                          <p:spTgt spid="93203"/>
                                        </p:tgtEl>
                                        <p:attrNameLst>
                                          <p:attrName>ppt_y</p:attrName>
                                        </p:attrNameLst>
                                      </p:cBhvr>
                                      <p:tavLst>
                                        <p:tav tm="0">
                                          <p:val>
                                            <p:strVal val="#ppt_y"/>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8" fill="hold" grpId="0" nodeType="clickEffect">
                                  <p:stCondLst>
                                    <p:cond delay="0"/>
                                  </p:stCondLst>
                                  <p:childTnLst>
                                    <p:set>
                                      <p:cBhvr>
                                        <p:cTn id="204" dur="1" fill="hold">
                                          <p:stCondLst>
                                            <p:cond delay="0"/>
                                          </p:stCondLst>
                                        </p:cTn>
                                        <p:tgtEl>
                                          <p:spTgt spid="93228"/>
                                        </p:tgtEl>
                                        <p:attrNameLst>
                                          <p:attrName>style.visibility</p:attrName>
                                        </p:attrNameLst>
                                      </p:cBhvr>
                                      <p:to>
                                        <p:strVal val="visible"/>
                                      </p:to>
                                    </p:set>
                                    <p:anim calcmode="lin" valueType="num">
                                      <p:cBhvr additive="base">
                                        <p:cTn id="205" dur="500" fill="hold"/>
                                        <p:tgtEl>
                                          <p:spTgt spid="93228"/>
                                        </p:tgtEl>
                                        <p:attrNameLst>
                                          <p:attrName>ppt_x</p:attrName>
                                        </p:attrNameLst>
                                      </p:cBhvr>
                                      <p:tavLst>
                                        <p:tav tm="0">
                                          <p:val>
                                            <p:strVal val="0-#ppt_w/2"/>
                                          </p:val>
                                        </p:tav>
                                        <p:tav tm="100000">
                                          <p:val>
                                            <p:strVal val="#ppt_x"/>
                                          </p:val>
                                        </p:tav>
                                      </p:tavLst>
                                    </p:anim>
                                    <p:anim calcmode="lin" valueType="num">
                                      <p:cBhvr additive="base">
                                        <p:cTn id="206" dur="500" fill="hold"/>
                                        <p:tgtEl>
                                          <p:spTgt spid="93228"/>
                                        </p:tgtEl>
                                        <p:attrNameLst>
                                          <p:attrName>ppt_y</p:attrName>
                                        </p:attrNameLst>
                                      </p:cBhvr>
                                      <p:tavLst>
                                        <p:tav tm="0">
                                          <p:val>
                                            <p:strVal val="#ppt_y"/>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8" fill="hold" grpId="0" nodeType="clickEffect">
                                  <p:stCondLst>
                                    <p:cond delay="0"/>
                                  </p:stCondLst>
                                  <p:childTnLst>
                                    <p:set>
                                      <p:cBhvr>
                                        <p:cTn id="210" dur="1" fill="hold">
                                          <p:stCondLst>
                                            <p:cond delay="0"/>
                                          </p:stCondLst>
                                        </p:cTn>
                                        <p:tgtEl>
                                          <p:spTgt spid="93202"/>
                                        </p:tgtEl>
                                        <p:attrNameLst>
                                          <p:attrName>style.visibility</p:attrName>
                                        </p:attrNameLst>
                                      </p:cBhvr>
                                      <p:to>
                                        <p:strVal val="visible"/>
                                      </p:to>
                                    </p:set>
                                    <p:anim calcmode="lin" valueType="num">
                                      <p:cBhvr additive="base">
                                        <p:cTn id="211" dur="500" fill="hold"/>
                                        <p:tgtEl>
                                          <p:spTgt spid="93202"/>
                                        </p:tgtEl>
                                        <p:attrNameLst>
                                          <p:attrName>ppt_x</p:attrName>
                                        </p:attrNameLst>
                                      </p:cBhvr>
                                      <p:tavLst>
                                        <p:tav tm="0">
                                          <p:val>
                                            <p:strVal val="0-#ppt_w/2"/>
                                          </p:val>
                                        </p:tav>
                                        <p:tav tm="100000">
                                          <p:val>
                                            <p:strVal val="#ppt_x"/>
                                          </p:val>
                                        </p:tav>
                                      </p:tavLst>
                                    </p:anim>
                                    <p:anim calcmode="lin" valueType="num">
                                      <p:cBhvr additive="base">
                                        <p:cTn id="212" dur="500" fill="hold"/>
                                        <p:tgtEl>
                                          <p:spTgt spid="93202"/>
                                        </p:tgtEl>
                                        <p:attrNameLst>
                                          <p:attrName>ppt_y</p:attrName>
                                        </p:attrNameLst>
                                      </p:cBhvr>
                                      <p:tavLst>
                                        <p:tav tm="0">
                                          <p:val>
                                            <p:strVal val="#ppt_y"/>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8" fill="hold" grpId="0" nodeType="clickEffect">
                                  <p:stCondLst>
                                    <p:cond delay="0"/>
                                  </p:stCondLst>
                                  <p:childTnLst>
                                    <p:set>
                                      <p:cBhvr>
                                        <p:cTn id="216" dur="1" fill="hold">
                                          <p:stCondLst>
                                            <p:cond delay="0"/>
                                          </p:stCondLst>
                                        </p:cTn>
                                        <p:tgtEl>
                                          <p:spTgt spid="93227"/>
                                        </p:tgtEl>
                                        <p:attrNameLst>
                                          <p:attrName>style.visibility</p:attrName>
                                        </p:attrNameLst>
                                      </p:cBhvr>
                                      <p:to>
                                        <p:strVal val="visible"/>
                                      </p:to>
                                    </p:set>
                                    <p:anim calcmode="lin" valueType="num">
                                      <p:cBhvr additive="base">
                                        <p:cTn id="217" dur="500" fill="hold"/>
                                        <p:tgtEl>
                                          <p:spTgt spid="93227"/>
                                        </p:tgtEl>
                                        <p:attrNameLst>
                                          <p:attrName>ppt_x</p:attrName>
                                        </p:attrNameLst>
                                      </p:cBhvr>
                                      <p:tavLst>
                                        <p:tav tm="0">
                                          <p:val>
                                            <p:strVal val="0-#ppt_w/2"/>
                                          </p:val>
                                        </p:tav>
                                        <p:tav tm="100000">
                                          <p:val>
                                            <p:strVal val="#ppt_x"/>
                                          </p:val>
                                        </p:tav>
                                      </p:tavLst>
                                    </p:anim>
                                    <p:anim calcmode="lin" valueType="num">
                                      <p:cBhvr additive="base">
                                        <p:cTn id="218" dur="500" fill="hold"/>
                                        <p:tgtEl>
                                          <p:spTgt spid="93227"/>
                                        </p:tgtEl>
                                        <p:attrNameLst>
                                          <p:attrName>ppt_y</p:attrName>
                                        </p:attrNameLst>
                                      </p:cBhvr>
                                      <p:tavLst>
                                        <p:tav tm="0">
                                          <p:val>
                                            <p:strVal val="#ppt_y"/>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12" presetClass="entr" presetSubtype="8" fill="hold" grpId="0" nodeType="clickEffect">
                                  <p:stCondLst>
                                    <p:cond delay="0"/>
                                  </p:stCondLst>
                                  <p:childTnLst>
                                    <p:set>
                                      <p:cBhvr>
                                        <p:cTn id="222" dur="1" fill="hold">
                                          <p:stCondLst>
                                            <p:cond delay="0"/>
                                          </p:stCondLst>
                                        </p:cTn>
                                        <p:tgtEl>
                                          <p:spTgt spid="93240"/>
                                        </p:tgtEl>
                                        <p:attrNameLst>
                                          <p:attrName>style.visibility</p:attrName>
                                        </p:attrNameLst>
                                      </p:cBhvr>
                                      <p:to>
                                        <p:strVal val="visible"/>
                                      </p:to>
                                    </p:set>
                                    <p:animEffect transition="in" filter="slide(fromLeft)">
                                      <p:cBhvr>
                                        <p:cTn id="223" dur="500"/>
                                        <p:tgtEl>
                                          <p:spTgt spid="93240"/>
                                        </p:tgtEl>
                                      </p:cBhvr>
                                    </p:animEffect>
                                  </p:childTnLst>
                                </p:cTn>
                              </p:par>
                            </p:childTnLst>
                          </p:cTn>
                        </p:par>
                      </p:childTnLst>
                    </p:cTn>
                  </p:par>
                  <p:par>
                    <p:cTn id="224" fill="hold">
                      <p:stCondLst>
                        <p:cond delay="indefinite"/>
                      </p:stCondLst>
                      <p:childTnLst>
                        <p:par>
                          <p:cTn id="225" fill="hold">
                            <p:stCondLst>
                              <p:cond delay="0"/>
                            </p:stCondLst>
                            <p:childTnLst>
                              <p:par>
                                <p:cTn id="226" presetID="12" presetClass="entr" presetSubtype="8" fill="hold" grpId="0" nodeType="clickEffect">
                                  <p:stCondLst>
                                    <p:cond delay="0"/>
                                  </p:stCondLst>
                                  <p:childTnLst>
                                    <p:set>
                                      <p:cBhvr>
                                        <p:cTn id="227" dur="1" fill="hold">
                                          <p:stCondLst>
                                            <p:cond delay="0"/>
                                          </p:stCondLst>
                                        </p:cTn>
                                        <p:tgtEl>
                                          <p:spTgt spid="93189"/>
                                        </p:tgtEl>
                                        <p:attrNameLst>
                                          <p:attrName>style.visibility</p:attrName>
                                        </p:attrNameLst>
                                      </p:cBhvr>
                                      <p:to>
                                        <p:strVal val="visible"/>
                                      </p:to>
                                    </p:set>
                                    <p:animEffect transition="in" filter="slide(fromLeft)">
                                      <p:cBhvr>
                                        <p:cTn id="228" dur="500"/>
                                        <p:tgtEl>
                                          <p:spTgt spid="93189"/>
                                        </p:tgtEl>
                                      </p:cBhvr>
                                    </p:animEffect>
                                  </p:childTnLst>
                                </p:cTn>
                              </p:par>
                            </p:childTnLst>
                          </p:cTn>
                        </p:par>
                      </p:childTnLst>
                    </p:cTn>
                  </p:par>
                  <p:par>
                    <p:cTn id="229" fill="hold">
                      <p:stCondLst>
                        <p:cond delay="indefinite"/>
                      </p:stCondLst>
                      <p:childTnLst>
                        <p:par>
                          <p:cTn id="230" fill="hold">
                            <p:stCondLst>
                              <p:cond delay="0"/>
                            </p:stCondLst>
                            <p:childTnLst>
                              <p:par>
                                <p:cTn id="231" presetID="12" presetClass="entr" presetSubtype="4" fill="hold" grpId="0" nodeType="clickEffect">
                                  <p:stCondLst>
                                    <p:cond delay="0"/>
                                  </p:stCondLst>
                                  <p:childTnLst>
                                    <p:set>
                                      <p:cBhvr>
                                        <p:cTn id="232" dur="1" fill="hold">
                                          <p:stCondLst>
                                            <p:cond delay="0"/>
                                          </p:stCondLst>
                                        </p:cTn>
                                        <p:tgtEl>
                                          <p:spTgt spid="93206"/>
                                        </p:tgtEl>
                                        <p:attrNameLst>
                                          <p:attrName>style.visibility</p:attrName>
                                        </p:attrNameLst>
                                      </p:cBhvr>
                                      <p:to>
                                        <p:strVal val="visible"/>
                                      </p:to>
                                    </p:set>
                                    <p:animEffect transition="in" filter="slide(fromBottom)">
                                      <p:cBhvr>
                                        <p:cTn id="233" dur="500"/>
                                        <p:tgtEl>
                                          <p:spTgt spid="93206"/>
                                        </p:tgtEl>
                                      </p:cBhvr>
                                    </p:animEffect>
                                  </p:childTnLst>
                                </p:cTn>
                              </p:par>
                            </p:childTnLst>
                          </p:cTn>
                        </p:par>
                      </p:childTnLst>
                    </p:cTn>
                  </p:par>
                  <p:par>
                    <p:cTn id="234" fill="hold">
                      <p:stCondLst>
                        <p:cond delay="indefinite"/>
                      </p:stCondLst>
                      <p:childTnLst>
                        <p:par>
                          <p:cTn id="235" fill="hold">
                            <p:stCondLst>
                              <p:cond delay="0"/>
                            </p:stCondLst>
                            <p:childTnLst>
                              <p:par>
                                <p:cTn id="236" presetID="2" presetClass="entr" presetSubtype="8" fill="hold" grpId="0" nodeType="clickEffect">
                                  <p:stCondLst>
                                    <p:cond delay="0"/>
                                  </p:stCondLst>
                                  <p:childTnLst>
                                    <p:set>
                                      <p:cBhvr>
                                        <p:cTn id="237" dur="1" fill="hold">
                                          <p:stCondLst>
                                            <p:cond delay="0"/>
                                          </p:stCondLst>
                                        </p:cTn>
                                        <p:tgtEl>
                                          <p:spTgt spid="93204"/>
                                        </p:tgtEl>
                                        <p:attrNameLst>
                                          <p:attrName>style.visibility</p:attrName>
                                        </p:attrNameLst>
                                      </p:cBhvr>
                                      <p:to>
                                        <p:strVal val="visible"/>
                                      </p:to>
                                    </p:set>
                                    <p:anim calcmode="lin" valueType="num">
                                      <p:cBhvr additive="base">
                                        <p:cTn id="238" dur="500" fill="hold"/>
                                        <p:tgtEl>
                                          <p:spTgt spid="93204"/>
                                        </p:tgtEl>
                                        <p:attrNameLst>
                                          <p:attrName>ppt_x</p:attrName>
                                        </p:attrNameLst>
                                      </p:cBhvr>
                                      <p:tavLst>
                                        <p:tav tm="0">
                                          <p:val>
                                            <p:strVal val="0-#ppt_w/2"/>
                                          </p:val>
                                        </p:tav>
                                        <p:tav tm="100000">
                                          <p:val>
                                            <p:strVal val="#ppt_x"/>
                                          </p:val>
                                        </p:tav>
                                      </p:tavLst>
                                    </p:anim>
                                    <p:anim calcmode="lin" valueType="num">
                                      <p:cBhvr additive="base">
                                        <p:cTn id="239" dur="500" fill="hold"/>
                                        <p:tgtEl>
                                          <p:spTgt spid="93204"/>
                                        </p:tgtEl>
                                        <p:attrNameLst>
                                          <p:attrName>ppt_y</p:attrName>
                                        </p:attrNameLst>
                                      </p:cBhvr>
                                      <p:tavLst>
                                        <p:tav tm="0">
                                          <p:val>
                                            <p:strVal val="#ppt_y"/>
                                          </p:val>
                                        </p:tav>
                                        <p:tav tm="100000">
                                          <p:val>
                                            <p:strVal val="#ppt_y"/>
                                          </p:val>
                                        </p:tav>
                                      </p:tavLst>
                                    </p:anim>
                                  </p:childTnLst>
                                </p:cTn>
                              </p:par>
                            </p:childTnLst>
                          </p:cTn>
                        </p:par>
                      </p:childTnLst>
                    </p:cTn>
                  </p:par>
                  <p:par>
                    <p:cTn id="240" fill="hold">
                      <p:stCondLst>
                        <p:cond delay="indefinite"/>
                      </p:stCondLst>
                      <p:childTnLst>
                        <p:par>
                          <p:cTn id="241" fill="hold">
                            <p:stCondLst>
                              <p:cond delay="0"/>
                            </p:stCondLst>
                            <p:childTnLst>
                              <p:par>
                                <p:cTn id="242" presetID="12" presetClass="entr" presetSubtype="8" fill="hold" grpId="0" nodeType="clickEffect">
                                  <p:stCondLst>
                                    <p:cond delay="0"/>
                                  </p:stCondLst>
                                  <p:childTnLst>
                                    <p:set>
                                      <p:cBhvr>
                                        <p:cTn id="243" dur="1" fill="hold">
                                          <p:stCondLst>
                                            <p:cond delay="0"/>
                                          </p:stCondLst>
                                        </p:cTn>
                                        <p:tgtEl>
                                          <p:spTgt spid="93188"/>
                                        </p:tgtEl>
                                        <p:attrNameLst>
                                          <p:attrName>style.visibility</p:attrName>
                                        </p:attrNameLst>
                                      </p:cBhvr>
                                      <p:to>
                                        <p:strVal val="visible"/>
                                      </p:to>
                                    </p:set>
                                    <p:animEffect transition="in" filter="slide(fromLeft)">
                                      <p:cBhvr>
                                        <p:cTn id="244" dur="500"/>
                                        <p:tgtEl>
                                          <p:spTgt spid="93188"/>
                                        </p:tgtEl>
                                      </p:cBhvr>
                                    </p:animEffect>
                                  </p:childTnLst>
                                </p:cTn>
                              </p:par>
                            </p:childTnLst>
                          </p:cTn>
                        </p:par>
                      </p:childTnLst>
                    </p:cTn>
                  </p:par>
                  <p:par>
                    <p:cTn id="245" fill="hold">
                      <p:stCondLst>
                        <p:cond delay="indefinite"/>
                      </p:stCondLst>
                      <p:childTnLst>
                        <p:par>
                          <p:cTn id="246" fill="hold">
                            <p:stCondLst>
                              <p:cond delay="0"/>
                            </p:stCondLst>
                            <p:childTnLst>
                              <p:par>
                                <p:cTn id="247" presetID="12" presetClass="entr" presetSubtype="4" fill="hold" grpId="0" nodeType="clickEffect">
                                  <p:stCondLst>
                                    <p:cond delay="0"/>
                                  </p:stCondLst>
                                  <p:childTnLst>
                                    <p:set>
                                      <p:cBhvr>
                                        <p:cTn id="248" dur="1" fill="hold">
                                          <p:stCondLst>
                                            <p:cond delay="0"/>
                                          </p:stCondLst>
                                        </p:cTn>
                                        <p:tgtEl>
                                          <p:spTgt spid="93207"/>
                                        </p:tgtEl>
                                        <p:attrNameLst>
                                          <p:attrName>style.visibility</p:attrName>
                                        </p:attrNameLst>
                                      </p:cBhvr>
                                      <p:to>
                                        <p:strVal val="visible"/>
                                      </p:to>
                                    </p:set>
                                    <p:animEffect transition="in" filter="slide(fromBottom)">
                                      <p:cBhvr>
                                        <p:cTn id="249" dur="500"/>
                                        <p:tgtEl>
                                          <p:spTgt spid="93207"/>
                                        </p:tgtEl>
                                      </p:cBhvr>
                                    </p:animEffect>
                                  </p:childTnLst>
                                </p:cTn>
                              </p:par>
                            </p:childTnLst>
                          </p:cTn>
                        </p:par>
                      </p:childTnLst>
                    </p:cTn>
                  </p:par>
                  <p:par>
                    <p:cTn id="250" fill="hold">
                      <p:stCondLst>
                        <p:cond delay="indefinite"/>
                      </p:stCondLst>
                      <p:childTnLst>
                        <p:par>
                          <p:cTn id="251" fill="hold">
                            <p:stCondLst>
                              <p:cond delay="0"/>
                            </p:stCondLst>
                            <p:childTnLst>
                              <p:par>
                                <p:cTn id="252" presetID="2" presetClass="entr" presetSubtype="8" fill="hold" grpId="0" nodeType="clickEffect">
                                  <p:stCondLst>
                                    <p:cond delay="0"/>
                                  </p:stCondLst>
                                  <p:childTnLst>
                                    <p:set>
                                      <p:cBhvr>
                                        <p:cTn id="253" dur="1" fill="hold">
                                          <p:stCondLst>
                                            <p:cond delay="0"/>
                                          </p:stCondLst>
                                        </p:cTn>
                                        <p:tgtEl>
                                          <p:spTgt spid="93205"/>
                                        </p:tgtEl>
                                        <p:attrNameLst>
                                          <p:attrName>style.visibility</p:attrName>
                                        </p:attrNameLst>
                                      </p:cBhvr>
                                      <p:to>
                                        <p:strVal val="visible"/>
                                      </p:to>
                                    </p:set>
                                    <p:anim calcmode="lin" valueType="num">
                                      <p:cBhvr additive="base">
                                        <p:cTn id="254" dur="500" fill="hold"/>
                                        <p:tgtEl>
                                          <p:spTgt spid="93205"/>
                                        </p:tgtEl>
                                        <p:attrNameLst>
                                          <p:attrName>ppt_x</p:attrName>
                                        </p:attrNameLst>
                                      </p:cBhvr>
                                      <p:tavLst>
                                        <p:tav tm="0">
                                          <p:val>
                                            <p:strVal val="0-#ppt_w/2"/>
                                          </p:val>
                                        </p:tav>
                                        <p:tav tm="100000">
                                          <p:val>
                                            <p:strVal val="#ppt_x"/>
                                          </p:val>
                                        </p:tav>
                                      </p:tavLst>
                                    </p:anim>
                                    <p:anim calcmode="lin" valueType="num">
                                      <p:cBhvr additive="base">
                                        <p:cTn id="255" dur="500" fill="hold"/>
                                        <p:tgtEl>
                                          <p:spTgt spid="93205"/>
                                        </p:tgtEl>
                                        <p:attrNameLst>
                                          <p:attrName>ppt_y</p:attrName>
                                        </p:attrNameLst>
                                      </p:cBhvr>
                                      <p:tavLst>
                                        <p:tav tm="0">
                                          <p:val>
                                            <p:strVal val="#ppt_y"/>
                                          </p:val>
                                        </p:tav>
                                        <p:tav tm="100000">
                                          <p:val>
                                            <p:strVal val="#ppt_y"/>
                                          </p:val>
                                        </p:tav>
                                      </p:tavLst>
                                    </p:anim>
                                  </p:childTnLst>
                                </p:cTn>
                              </p:par>
                            </p:childTnLst>
                          </p:cTn>
                        </p:par>
                      </p:childTnLst>
                    </p:cTn>
                  </p:par>
                  <p:par>
                    <p:cTn id="256" fill="hold">
                      <p:stCondLst>
                        <p:cond delay="indefinite"/>
                      </p:stCondLst>
                      <p:childTnLst>
                        <p:par>
                          <p:cTn id="257" fill="hold">
                            <p:stCondLst>
                              <p:cond delay="0"/>
                            </p:stCondLst>
                            <p:childTnLst>
                              <p:par>
                                <p:cTn id="258" presetID="12" presetClass="entr" presetSubtype="8" fill="hold" grpId="0" nodeType="clickEffect">
                                  <p:stCondLst>
                                    <p:cond delay="0"/>
                                  </p:stCondLst>
                                  <p:childTnLst>
                                    <p:set>
                                      <p:cBhvr>
                                        <p:cTn id="259" dur="1" fill="hold">
                                          <p:stCondLst>
                                            <p:cond delay="0"/>
                                          </p:stCondLst>
                                        </p:cTn>
                                        <p:tgtEl>
                                          <p:spTgt spid="93187"/>
                                        </p:tgtEl>
                                        <p:attrNameLst>
                                          <p:attrName>style.visibility</p:attrName>
                                        </p:attrNameLst>
                                      </p:cBhvr>
                                      <p:to>
                                        <p:strVal val="visible"/>
                                      </p:to>
                                    </p:set>
                                    <p:animEffect transition="in" filter="slide(fromLeft)">
                                      <p:cBhvr>
                                        <p:cTn id="260" dur="500"/>
                                        <p:tgtEl>
                                          <p:spTgt spid="93187"/>
                                        </p:tgtEl>
                                      </p:cBhvr>
                                    </p:animEffect>
                                  </p:childTnLst>
                                </p:cTn>
                              </p:par>
                            </p:childTnLst>
                          </p:cTn>
                        </p:par>
                      </p:childTnLst>
                    </p:cTn>
                  </p:par>
                  <p:par>
                    <p:cTn id="261" fill="hold">
                      <p:stCondLst>
                        <p:cond delay="indefinite"/>
                      </p:stCondLst>
                      <p:childTnLst>
                        <p:par>
                          <p:cTn id="262" fill="hold">
                            <p:stCondLst>
                              <p:cond delay="0"/>
                            </p:stCondLst>
                            <p:childTnLst>
                              <p:par>
                                <p:cTn id="263" presetID="12" presetClass="entr" presetSubtype="4" fill="hold" grpId="0" nodeType="clickEffect">
                                  <p:stCondLst>
                                    <p:cond delay="0"/>
                                  </p:stCondLst>
                                  <p:childTnLst>
                                    <p:set>
                                      <p:cBhvr>
                                        <p:cTn id="264" dur="1" fill="hold">
                                          <p:stCondLst>
                                            <p:cond delay="0"/>
                                          </p:stCondLst>
                                        </p:cTn>
                                        <p:tgtEl>
                                          <p:spTgt spid="93208"/>
                                        </p:tgtEl>
                                        <p:attrNameLst>
                                          <p:attrName>style.visibility</p:attrName>
                                        </p:attrNameLst>
                                      </p:cBhvr>
                                      <p:to>
                                        <p:strVal val="visible"/>
                                      </p:to>
                                    </p:set>
                                    <p:animEffect transition="in" filter="slide(fromBottom)">
                                      <p:cBhvr>
                                        <p:cTn id="265" dur="500"/>
                                        <p:tgtEl>
                                          <p:spTgt spid="93208"/>
                                        </p:tgtEl>
                                      </p:cBhvr>
                                    </p:animEffect>
                                  </p:childTnLst>
                                </p:cTn>
                              </p:par>
                            </p:childTnLst>
                          </p:cTn>
                        </p:par>
                      </p:childTnLst>
                    </p:cTn>
                  </p:par>
                  <p:par>
                    <p:cTn id="266" fill="hold">
                      <p:stCondLst>
                        <p:cond delay="indefinite"/>
                      </p:stCondLst>
                      <p:childTnLst>
                        <p:par>
                          <p:cTn id="267" fill="hold">
                            <p:stCondLst>
                              <p:cond delay="0"/>
                            </p:stCondLst>
                            <p:childTnLst>
                              <p:par>
                                <p:cTn id="268" presetID="12" presetClass="entr" presetSubtype="8" fill="hold" grpId="0" nodeType="clickEffect">
                                  <p:stCondLst>
                                    <p:cond delay="0"/>
                                  </p:stCondLst>
                                  <p:childTnLst>
                                    <p:set>
                                      <p:cBhvr>
                                        <p:cTn id="269" dur="1" fill="hold">
                                          <p:stCondLst>
                                            <p:cond delay="0"/>
                                          </p:stCondLst>
                                        </p:cTn>
                                        <p:tgtEl>
                                          <p:spTgt spid="93186"/>
                                        </p:tgtEl>
                                        <p:attrNameLst>
                                          <p:attrName>style.visibility</p:attrName>
                                        </p:attrNameLst>
                                      </p:cBhvr>
                                      <p:to>
                                        <p:strVal val="visible"/>
                                      </p:to>
                                    </p:set>
                                    <p:animEffect transition="in" filter="slide(fromLeft)">
                                      <p:cBhvr>
                                        <p:cTn id="270" dur="500"/>
                                        <p:tgtEl>
                                          <p:spTgt spid="93186"/>
                                        </p:tgtEl>
                                      </p:cBhvr>
                                    </p:animEffect>
                                  </p:childTnLst>
                                </p:cTn>
                              </p:par>
                            </p:childTnLst>
                          </p:cTn>
                        </p:par>
                      </p:childTnLst>
                    </p:cTn>
                  </p:par>
                  <p:par>
                    <p:cTn id="271" fill="hold">
                      <p:stCondLst>
                        <p:cond delay="indefinite"/>
                      </p:stCondLst>
                      <p:childTnLst>
                        <p:par>
                          <p:cTn id="272" fill="hold">
                            <p:stCondLst>
                              <p:cond delay="0"/>
                            </p:stCondLst>
                            <p:childTnLst>
                              <p:par>
                                <p:cTn id="273" presetID="12" presetClass="entr" presetSubtype="4" fill="hold" grpId="0" nodeType="clickEffect">
                                  <p:stCondLst>
                                    <p:cond delay="0"/>
                                  </p:stCondLst>
                                  <p:childTnLst>
                                    <p:set>
                                      <p:cBhvr>
                                        <p:cTn id="274" dur="1" fill="hold">
                                          <p:stCondLst>
                                            <p:cond delay="0"/>
                                          </p:stCondLst>
                                        </p:cTn>
                                        <p:tgtEl>
                                          <p:spTgt spid="93209"/>
                                        </p:tgtEl>
                                        <p:attrNameLst>
                                          <p:attrName>style.visibility</p:attrName>
                                        </p:attrNameLst>
                                      </p:cBhvr>
                                      <p:to>
                                        <p:strVal val="visible"/>
                                      </p:to>
                                    </p:set>
                                    <p:animEffect transition="in" filter="slide(fromBottom)">
                                      <p:cBhvr>
                                        <p:cTn id="275" dur="500"/>
                                        <p:tgtEl>
                                          <p:spTgt spid="93209"/>
                                        </p:tgtEl>
                                      </p:cBhvr>
                                    </p:animEffect>
                                  </p:childTnLst>
                                </p:cTn>
                              </p:par>
                            </p:childTnLst>
                          </p:cTn>
                        </p:par>
                      </p:childTnLst>
                    </p:cTn>
                  </p:par>
                  <p:par>
                    <p:cTn id="276" fill="hold">
                      <p:stCondLst>
                        <p:cond delay="indefinite"/>
                      </p:stCondLst>
                      <p:childTnLst>
                        <p:par>
                          <p:cTn id="277" fill="hold">
                            <p:stCondLst>
                              <p:cond delay="0"/>
                            </p:stCondLst>
                            <p:childTnLst>
                              <p:par>
                                <p:cTn id="278" presetID="2" presetClass="entr" presetSubtype="8" fill="hold" grpId="0" nodeType="clickEffect">
                                  <p:stCondLst>
                                    <p:cond delay="0"/>
                                  </p:stCondLst>
                                  <p:childTnLst>
                                    <p:set>
                                      <p:cBhvr>
                                        <p:cTn id="279" dur="1" fill="hold">
                                          <p:stCondLst>
                                            <p:cond delay="0"/>
                                          </p:stCondLst>
                                        </p:cTn>
                                        <p:tgtEl>
                                          <p:spTgt spid="93232"/>
                                        </p:tgtEl>
                                        <p:attrNameLst>
                                          <p:attrName>style.visibility</p:attrName>
                                        </p:attrNameLst>
                                      </p:cBhvr>
                                      <p:to>
                                        <p:strVal val="visible"/>
                                      </p:to>
                                    </p:set>
                                    <p:anim calcmode="lin" valueType="num">
                                      <p:cBhvr additive="base">
                                        <p:cTn id="280" dur="500" fill="hold"/>
                                        <p:tgtEl>
                                          <p:spTgt spid="93232"/>
                                        </p:tgtEl>
                                        <p:attrNameLst>
                                          <p:attrName>ppt_x</p:attrName>
                                        </p:attrNameLst>
                                      </p:cBhvr>
                                      <p:tavLst>
                                        <p:tav tm="0">
                                          <p:val>
                                            <p:strVal val="0-#ppt_w/2"/>
                                          </p:val>
                                        </p:tav>
                                        <p:tav tm="100000">
                                          <p:val>
                                            <p:strVal val="#ppt_x"/>
                                          </p:val>
                                        </p:tav>
                                      </p:tavLst>
                                    </p:anim>
                                    <p:anim calcmode="lin" valueType="num">
                                      <p:cBhvr additive="base">
                                        <p:cTn id="281" dur="500" fill="hold"/>
                                        <p:tgtEl>
                                          <p:spTgt spid="93232"/>
                                        </p:tgtEl>
                                        <p:attrNameLst>
                                          <p:attrName>ppt_y</p:attrName>
                                        </p:attrNameLst>
                                      </p:cBhvr>
                                      <p:tavLst>
                                        <p:tav tm="0">
                                          <p:val>
                                            <p:strVal val="#ppt_y"/>
                                          </p:val>
                                        </p:tav>
                                        <p:tav tm="100000">
                                          <p:val>
                                            <p:strVal val="#ppt_y"/>
                                          </p:val>
                                        </p:tav>
                                      </p:tavLst>
                                    </p:anim>
                                  </p:childTnLst>
                                </p:cTn>
                              </p:par>
                            </p:childTnLst>
                          </p:cTn>
                        </p:par>
                      </p:childTnLst>
                    </p:cTn>
                  </p:par>
                  <p:par>
                    <p:cTn id="282" fill="hold">
                      <p:stCondLst>
                        <p:cond delay="indefinite"/>
                      </p:stCondLst>
                      <p:childTnLst>
                        <p:par>
                          <p:cTn id="283" fill="hold">
                            <p:stCondLst>
                              <p:cond delay="0"/>
                            </p:stCondLst>
                            <p:childTnLst>
                              <p:par>
                                <p:cTn id="284" presetID="2" presetClass="entr" presetSubtype="8" fill="hold" nodeType="clickEffect">
                                  <p:stCondLst>
                                    <p:cond delay="0"/>
                                  </p:stCondLst>
                                  <p:childTnLst>
                                    <p:set>
                                      <p:cBhvr>
                                        <p:cTn id="285" dur="1" fill="hold">
                                          <p:stCondLst>
                                            <p:cond delay="0"/>
                                          </p:stCondLst>
                                        </p:cTn>
                                        <p:tgtEl>
                                          <p:spTgt spid="2"/>
                                        </p:tgtEl>
                                        <p:attrNameLst>
                                          <p:attrName>style.visibility</p:attrName>
                                        </p:attrNameLst>
                                      </p:cBhvr>
                                      <p:to>
                                        <p:strVal val="visible"/>
                                      </p:to>
                                    </p:set>
                                    <p:anim calcmode="lin" valueType="num">
                                      <p:cBhvr additive="base">
                                        <p:cTn id="286" dur="500" fill="hold"/>
                                        <p:tgtEl>
                                          <p:spTgt spid="2"/>
                                        </p:tgtEl>
                                        <p:attrNameLst>
                                          <p:attrName>ppt_x</p:attrName>
                                        </p:attrNameLst>
                                      </p:cBhvr>
                                      <p:tavLst>
                                        <p:tav tm="0">
                                          <p:val>
                                            <p:strVal val="0-#ppt_w/2"/>
                                          </p:val>
                                        </p:tav>
                                        <p:tav tm="100000">
                                          <p:val>
                                            <p:strVal val="#ppt_x"/>
                                          </p:val>
                                        </p:tav>
                                      </p:tavLst>
                                    </p:anim>
                                    <p:anim calcmode="lin" valueType="num">
                                      <p:cBhvr additive="base">
                                        <p:cTn id="28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88" fill="hold">
                      <p:stCondLst>
                        <p:cond delay="indefinite"/>
                      </p:stCondLst>
                      <p:childTnLst>
                        <p:par>
                          <p:cTn id="289" fill="hold">
                            <p:stCondLst>
                              <p:cond delay="0"/>
                            </p:stCondLst>
                            <p:childTnLst>
                              <p:par>
                                <p:cTn id="290" presetID="2" presetClass="entr" presetSubtype="8" fill="hold" grpId="0" nodeType="clickEffect">
                                  <p:stCondLst>
                                    <p:cond delay="0"/>
                                  </p:stCondLst>
                                  <p:childTnLst>
                                    <p:set>
                                      <p:cBhvr>
                                        <p:cTn id="291" dur="1" fill="hold">
                                          <p:stCondLst>
                                            <p:cond delay="0"/>
                                          </p:stCondLst>
                                        </p:cTn>
                                        <p:tgtEl>
                                          <p:spTgt spid="93236"/>
                                        </p:tgtEl>
                                        <p:attrNameLst>
                                          <p:attrName>style.visibility</p:attrName>
                                        </p:attrNameLst>
                                      </p:cBhvr>
                                      <p:to>
                                        <p:strVal val="visible"/>
                                      </p:to>
                                    </p:set>
                                    <p:anim calcmode="lin" valueType="num">
                                      <p:cBhvr additive="base">
                                        <p:cTn id="292" dur="500" fill="hold"/>
                                        <p:tgtEl>
                                          <p:spTgt spid="93236"/>
                                        </p:tgtEl>
                                        <p:attrNameLst>
                                          <p:attrName>ppt_x</p:attrName>
                                        </p:attrNameLst>
                                      </p:cBhvr>
                                      <p:tavLst>
                                        <p:tav tm="0">
                                          <p:val>
                                            <p:strVal val="0-#ppt_w/2"/>
                                          </p:val>
                                        </p:tav>
                                        <p:tav tm="100000">
                                          <p:val>
                                            <p:strVal val="#ppt_x"/>
                                          </p:val>
                                        </p:tav>
                                      </p:tavLst>
                                    </p:anim>
                                    <p:anim calcmode="lin" valueType="num">
                                      <p:cBhvr additive="base">
                                        <p:cTn id="293" dur="500" fill="hold"/>
                                        <p:tgtEl>
                                          <p:spTgt spid="932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nimBg="1"/>
      <p:bldP spid="93187" grpId="0" animBg="1"/>
      <p:bldP spid="93188" grpId="0" animBg="1"/>
      <p:bldP spid="93189" grpId="0" animBg="1"/>
      <p:bldP spid="93190" grpId="0" animBg="1"/>
      <p:bldP spid="93192" grpId="0" animBg="1"/>
      <p:bldP spid="93193" grpId="0" animBg="1"/>
      <p:bldP spid="93194" grpId="0" animBg="1"/>
      <p:bldP spid="93195" grpId="0" animBg="1"/>
      <p:bldP spid="93196" grpId="0" animBg="1"/>
      <p:bldP spid="93197" grpId="0" animBg="1"/>
      <p:bldP spid="93198" grpId="0" animBg="1"/>
      <p:bldP spid="93199" grpId="0" animBg="1"/>
      <p:bldP spid="93200" grpId="0" animBg="1"/>
      <p:bldP spid="93201" grpId="0" animBg="1"/>
      <p:bldP spid="93202" grpId="0" animBg="1"/>
      <p:bldP spid="93203" grpId="0" animBg="1"/>
      <p:bldP spid="93204" grpId="0" animBg="1"/>
      <p:bldP spid="93205" grpId="0" animBg="1"/>
      <p:bldP spid="93206" grpId="0" animBg="1"/>
      <p:bldP spid="93207" grpId="0" animBg="1"/>
      <p:bldP spid="93208" grpId="0" animBg="1"/>
      <p:bldP spid="93209" grpId="0" animBg="1"/>
      <p:bldP spid="93210" grpId="0" animBg="1"/>
      <p:bldP spid="93211" grpId="0" autoUpdateAnimBg="0"/>
      <p:bldP spid="93212" grpId="0" autoUpdateAnimBg="0"/>
      <p:bldP spid="93213" grpId="0" animBg="1"/>
      <p:bldP spid="93214" grpId="0" autoUpdateAnimBg="0"/>
      <p:bldP spid="93215" grpId="0" autoUpdateAnimBg="0"/>
      <p:bldP spid="93216" grpId="0" autoUpdateAnimBg="0"/>
      <p:bldP spid="93217" grpId="0" animBg="1"/>
      <p:bldP spid="93218" grpId="0" autoUpdateAnimBg="0"/>
      <p:bldP spid="93219" grpId="0" autoUpdateAnimBg="0"/>
      <p:bldP spid="93220" grpId="0" animBg="1"/>
      <p:bldP spid="93221" grpId="0" autoUpdateAnimBg="0"/>
      <p:bldP spid="93222" grpId="0" autoUpdateAnimBg="0"/>
      <p:bldP spid="93223" grpId="0" animBg="1"/>
      <p:bldP spid="93224" grpId="0" autoUpdateAnimBg="0"/>
      <p:bldP spid="93225" grpId="0" animBg="1"/>
      <p:bldP spid="93226" grpId="0" autoUpdateAnimBg="0"/>
      <p:bldP spid="93227" grpId="0" autoUpdateAnimBg="0"/>
      <p:bldP spid="93228" grpId="0" autoUpdateAnimBg="0"/>
      <p:bldP spid="93229" grpId="0" animBg="1"/>
      <p:bldP spid="93230" grpId="0" animBg="1"/>
      <p:bldP spid="93231" grpId="0" animBg="1"/>
      <p:bldP spid="93232" grpId="0" animBg="1"/>
      <p:bldP spid="93236" grpId="0" animBg="1"/>
      <p:bldP spid="93237" grpId="0" animBg="1"/>
      <p:bldP spid="93238" grpId="0" animBg="1"/>
      <p:bldP spid="93239" grpId="0" animBg="1"/>
      <p:bldP spid="9324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8" name="Rectangle 3"/>
          <p:cNvSpPr>
            <a:spLocks noChangeArrowheads="1"/>
          </p:cNvSpPr>
          <p:nvPr/>
        </p:nvSpPr>
        <p:spPr bwMode="auto">
          <a:xfrm>
            <a:off x="457200" y="581025"/>
            <a:ext cx="8305800" cy="5943600"/>
          </a:xfrm>
          <a:prstGeom prst="rect">
            <a:avLst/>
          </a:prstGeom>
          <a:noFill/>
          <a:ln w="9525">
            <a:solidFill>
              <a:schemeClr val="tx1"/>
            </a:solidFill>
            <a:miter lim="800000"/>
            <a:headEnd/>
            <a:tailEnd/>
          </a:ln>
        </p:spPr>
        <p:txBody>
          <a:bodyPr wrap="none" anchor="ctr"/>
          <a:lstStyle/>
          <a:p>
            <a:endParaRPr lang="en-US" sz="2000">
              <a:latin typeface="Calibri" pitchFamily="34" charset="0"/>
            </a:endParaRPr>
          </a:p>
        </p:txBody>
      </p:sp>
      <p:sp>
        <p:nvSpPr>
          <p:cNvPr id="19549" name="Line 4"/>
          <p:cNvSpPr>
            <a:spLocks noChangeShapeType="1"/>
          </p:cNvSpPr>
          <p:nvPr/>
        </p:nvSpPr>
        <p:spPr bwMode="auto">
          <a:xfrm>
            <a:off x="457200" y="1190625"/>
            <a:ext cx="8305800" cy="0"/>
          </a:xfrm>
          <a:prstGeom prst="line">
            <a:avLst/>
          </a:prstGeom>
          <a:noFill/>
          <a:ln w="9525">
            <a:solidFill>
              <a:schemeClr val="tx1"/>
            </a:solidFill>
            <a:round/>
            <a:headEnd/>
            <a:tailEnd/>
          </a:ln>
        </p:spPr>
        <p:txBody>
          <a:bodyPr wrap="none" anchor="ctr"/>
          <a:lstStyle/>
          <a:p>
            <a:endParaRPr lang="en-US"/>
          </a:p>
        </p:txBody>
      </p:sp>
      <p:sp>
        <p:nvSpPr>
          <p:cNvPr id="19550" name="Line 5"/>
          <p:cNvSpPr>
            <a:spLocks noChangeShapeType="1"/>
          </p:cNvSpPr>
          <p:nvPr/>
        </p:nvSpPr>
        <p:spPr bwMode="auto">
          <a:xfrm>
            <a:off x="1295400" y="581025"/>
            <a:ext cx="0" cy="5943600"/>
          </a:xfrm>
          <a:prstGeom prst="line">
            <a:avLst/>
          </a:prstGeom>
          <a:noFill/>
          <a:ln w="9525">
            <a:solidFill>
              <a:schemeClr val="tx1"/>
            </a:solidFill>
            <a:round/>
            <a:headEnd/>
            <a:tailEnd/>
          </a:ln>
        </p:spPr>
        <p:txBody>
          <a:bodyPr wrap="none" anchor="ctr"/>
          <a:lstStyle/>
          <a:p>
            <a:endParaRPr lang="en-US"/>
          </a:p>
        </p:txBody>
      </p:sp>
      <p:sp>
        <p:nvSpPr>
          <p:cNvPr id="19551" name="Line 6"/>
          <p:cNvSpPr>
            <a:spLocks noChangeShapeType="1"/>
          </p:cNvSpPr>
          <p:nvPr/>
        </p:nvSpPr>
        <p:spPr bwMode="auto">
          <a:xfrm>
            <a:off x="2209800" y="581025"/>
            <a:ext cx="0" cy="5943600"/>
          </a:xfrm>
          <a:prstGeom prst="line">
            <a:avLst/>
          </a:prstGeom>
          <a:noFill/>
          <a:ln w="9525">
            <a:solidFill>
              <a:schemeClr val="tx1"/>
            </a:solidFill>
            <a:round/>
            <a:headEnd/>
            <a:tailEnd/>
          </a:ln>
        </p:spPr>
        <p:txBody>
          <a:bodyPr wrap="none" anchor="ctr"/>
          <a:lstStyle/>
          <a:p>
            <a:endParaRPr lang="en-US"/>
          </a:p>
        </p:txBody>
      </p:sp>
      <p:sp>
        <p:nvSpPr>
          <p:cNvPr id="19552" name="Line 7"/>
          <p:cNvSpPr>
            <a:spLocks noChangeShapeType="1"/>
          </p:cNvSpPr>
          <p:nvPr/>
        </p:nvSpPr>
        <p:spPr bwMode="auto">
          <a:xfrm>
            <a:off x="3124200" y="581025"/>
            <a:ext cx="0" cy="5943600"/>
          </a:xfrm>
          <a:prstGeom prst="line">
            <a:avLst/>
          </a:prstGeom>
          <a:noFill/>
          <a:ln w="9525">
            <a:solidFill>
              <a:schemeClr val="tx1"/>
            </a:solidFill>
            <a:round/>
            <a:headEnd/>
            <a:tailEnd/>
          </a:ln>
        </p:spPr>
        <p:txBody>
          <a:bodyPr wrap="none" anchor="ctr"/>
          <a:lstStyle/>
          <a:p>
            <a:endParaRPr lang="en-US"/>
          </a:p>
        </p:txBody>
      </p:sp>
      <p:sp>
        <p:nvSpPr>
          <p:cNvPr id="19553" name="Line 8"/>
          <p:cNvSpPr>
            <a:spLocks noChangeShapeType="1"/>
          </p:cNvSpPr>
          <p:nvPr/>
        </p:nvSpPr>
        <p:spPr bwMode="auto">
          <a:xfrm>
            <a:off x="4038600" y="581025"/>
            <a:ext cx="0" cy="5943600"/>
          </a:xfrm>
          <a:prstGeom prst="line">
            <a:avLst/>
          </a:prstGeom>
          <a:noFill/>
          <a:ln w="9525">
            <a:solidFill>
              <a:schemeClr val="tx1"/>
            </a:solidFill>
            <a:round/>
            <a:headEnd/>
            <a:tailEnd/>
          </a:ln>
        </p:spPr>
        <p:txBody>
          <a:bodyPr wrap="none" anchor="ctr"/>
          <a:lstStyle/>
          <a:p>
            <a:endParaRPr lang="en-US"/>
          </a:p>
        </p:txBody>
      </p:sp>
      <p:sp>
        <p:nvSpPr>
          <p:cNvPr id="19554" name="Line 9"/>
          <p:cNvSpPr>
            <a:spLocks noChangeShapeType="1"/>
          </p:cNvSpPr>
          <p:nvPr/>
        </p:nvSpPr>
        <p:spPr bwMode="auto">
          <a:xfrm>
            <a:off x="5029200" y="592384"/>
            <a:ext cx="0" cy="5943600"/>
          </a:xfrm>
          <a:prstGeom prst="line">
            <a:avLst/>
          </a:prstGeom>
          <a:noFill/>
          <a:ln w="9525">
            <a:solidFill>
              <a:schemeClr val="tx1"/>
            </a:solidFill>
            <a:round/>
            <a:headEnd/>
            <a:tailEnd/>
          </a:ln>
        </p:spPr>
        <p:txBody>
          <a:bodyPr wrap="none" anchor="ctr"/>
          <a:lstStyle/>
          <a:p>
            <a:endParaRPr lang="en-US"/>
          </a:p>
        </p:txBody>
      </p:sp>
      <p:sp>
        <p:nvSpPr>
          <p:cNvPr id="19555" name="Line 10"/>
          <p:cNvSpPr>
            <a:spLocks noChangeShapeType="1"/>
          </p:cNvSpPr>
          <p:nvPr/>
        </p:nvSpPr>
        <p:spPr bwMode="auto">
          <a:xfrm>
            <a:off x="6096000" y="581025"/>
            <a:ext cx="0" cy="5943600"/>
          </a:xfrm>
          <a:prstGeom prst="line">
            <a:avLst/>
          </a:prstGeom>
          <a:noFill/>
          <a:ln w="9525">
            <a:solidFill>
              <a:schemeClr val="tx1"/>
            </a:solidFill>
            <a:round/>
            <a:headEnd/>
            <a:tailEnd/>
          </a:ln>
        </p:spPr>
        <p:txBody>
          <a:bodyPr wrap="none" anchor="ctr"/>
          <a:lstStyle/>
          <a:p>
            <a:endParaRPr lang="en-US"/>
          </a:p>
        </p:txBody>
      </p:sp>
      <p:sp>
        <p:nvSpPr>
          <p:cNvPr id="19556" name="Line 11"/>
          <p:cNvSpPr>
            <a:spLocks noChangeShapeType="1"/>
          </p:cNvSpPr>
          <p:nvPr/>
        </p:nvSpPr>
        <p:spPr bwMode="auto">
          <a:xfrm>
            <a:off x="7315200" y="581025"/>
            <a:ext cx="0" cy="5943600"/>
          </a:xfrm>
          <a:prstGeom prst="line">
            <a:avLst/>
          </a:prstGeom>
          <a:noFill/>
          <a:ln w="9525">
            <a:solidFill>
              <a:schemeClr val="tx1"/>
            </a:solidFill>
            <a:round/>
            <a:headEnd/>
            <a:tailEnd/>
          </a:ln>
        </p:spPr>
        <p:txBody>
          <a:bodyPr wrap="none" anchor="ctr"/>
          <a:lstStyle/>
          <a:p>
            <a:endParaRPr lang="en-US"/>
          </a:p>
        </p:txBody>
      </p:sp>
      <p:sp>
        <p:nvSpPr>
          <p:cNvPr id="19558" name="Text Box 13"/>
          <p:cNvSpPr txBox="1">
            <a:spLocks noChangeArrowheads="1"/>
          </p:cNvSpPr>
          <p:nvPr/>
        </p:nvSpPr>
        <p:spPr bwMode="auto">
          <a:xfrm>
            <a:off x="457200" y="733425"/>
            <a:ext cx="8610600" cy="400110"/>
          </a:xfrm>
          <a:prstGeom prst="rect">
            <a:avLst/>
          </a:prstGeom>
          <a:noFill/>
          <a:ln w="9525">
            <a:noFill/>
            <a:miter lim="800000"/>
            <a:headEnd/>
            <a:tailEnd/>
          </a:ln>
        </p:spPr>
        <p:txBody>
          <a:bodyPr wrap="square">
            <a:spAutoFit/>
          </a:bodyPr>
          <a:lstStyle/>
          <a:p>
            <a:pPr>
              <a:spcBef>
                <a:spcPct val="50000"/>
              </a:spcBef>
            </a:pPr>
            <a:r>
              <a:rPr lang="en-US" sz="2000" u="none">
                <a:latin typeface="Calibri" pitchFamily="34" charset="0"/>
              </a:rPr>
              <a:t>Clock          N          Arr.           Serv.    Next </a:t>
            </a:r>
            <a:r>
              <a:rPr lang="en-US" sz="2000" u="none" err="1">
                <a:latin typeface="Calibri" pitchFamily="34" charset="0"/>
              </a:rPr>
              <a:t>Arr</a:t>
            </a:r>
            <a:r>
              <a:rPr lang="en-US" sz="2000" u="none">
                <a:latin typeface="Calibri" pitchFamily="34" charset="0"/>
              </a:rPr>
              <a:t>  Next Dep     Next E.      Time in system</a:t>
            </a:r>
            <a:endParaRPr lang="en-US" sz="2000" u="none" baseline="-25000">
              <a:latin typeface="Calibri" pitchFamily="34" charset="0"/>
            </a:endParaRPr>
          </a:p>
        </p:txBody>
      </p:sp>
      <p:sp>
        <p:nvSpPr>
          <p:cNvPr id="19559" name="Line 14"/>
          <p:cNvSpPr>
            <a:spLocks noChangeShapeType="1"/>
          </p:cNvSpPr>
          <p:nvPr/>
        </p:nvSpPr>
        <p:spPr bwMode="auto">
          <a:xfrm>
            <a:off x="457200" y="1647825"/>
            <a:ext cx="8305800" cy="0"/>
          </a:xfrm>
          <a:prstGeom prst="line">
            <a:avLst/>
          </a:prstGeom>
          <a:noFill/>
          <a:ln w="9525">
            <a:solidFill>
              <a:schemeClr val="tx1"/>
            </a:solidFill>
            <a:round/>
            <a:headEnd/>
            <a:tailEnd/>
          </a:ln>
        </p:spPr>
        <p:txBody>
          <a:bodyPr wrap="none" anchor="ctr"/>
          <a:lstStyle/>
          <a:p>
            <a:endParaRPr lang="en-US"/>
          </a:p>
        </p:txBody>
      </p:sp>
      <p:sp>
        <p:nvSpPr>
          <p:cNvPr id="19560" name="Line 15"/>
          <p:cNvSpPr>
            <a:spLocks noChangeShapeType="1"/>
          </p:cNvSpPr>
          <p:nvPr/>
        </p:nvSpPr>
        <p:spPr bwMode="auto">
          <a:xfrm>
            <a:off x="457200" y="2181225"/>
            <a:ext cx="8305800" cy="0"/>
          </a:xfrm>
          <a:prstGeom prst="line">
            <a:avLst/>
          </a:prstGeom>
          <a:noFill/>
          <a:ln w="9525">
            <a:solidFill>
              <a:schemeClr val="tx1"/>
            </a:solidFill>
            <a:round/>
            <a:headEnd/>
            <a:tailEnd/>
          </a:ln>
        </p:spPr>
        <p:txBody>
          <a:bodyPr wrap="none" anchor="ctr"/>
          <a:lstStyle/>
          <a:p>
            <a:endParaRPr lang="en-US"/>
          </a:p>
        </p:txBody>
      </p:sp>
      <p:sp>
        <p:nvSpPr>
          <p:cNvPr id="19561" name="Line 16"/>
          <p:cNvSpPr>
            <a:spLocks noChangeShapeType="1"/>
          </p:cNvSpPr>
          <p:nvPr/>
        </p:nvSpPr>
        <p:spPr bwMode="auto">
          <a:xfrm>
            <a:off x="457200" y="2714625"/>
            <a:ext cx="8305800" cy="0"/>
          </a:xfrm>
          <a:prstGeom prst="line">
            <a:avLst/>
          </a:prstGeom>
          <a:noFill/>
          <a:ln w="9525">
            <a:solidFill>
              <a:schemeClr val="tx1"/>
            </a:solidFill>
            <a:round/>
            <a:headEnd/>
            <a:tailEnd/>
          </a:ln>
        </p:spPr>
        <p:txBody>
          <a:bodyPr wrap="none" anchor="ctr"/>
          <a:lstStyle/>
          <a:p>
            <a:endParaRPr lang="en-US"/>
          </a:p>
        </p:txBody>
      </p:sp>
      <p:sp>
        <p:nvSpPr>
          <p:cNvPr id="19562" name="Line 17"/>
          <p:cNvSpPr>
            <a:spLocks noChangeShapeType="1"/>
          </p:cNvSpPr>
          <p:nvPr/>
        </p:nvSpPr>
        <p:spPr bwMode="auto">
          <a:xfrm>
            <a:off x="457200" y="3324225"/>
            <a:ext cx="8305800" cy="0"/>
          </a:xfrm>
          <a:prstGeom prst="line">
            <a:avLst/>
          </a:prstGeom>
          <a:noFill/>
          <a:ln w="9525">
            <a:solidFill>
              <a:schemeClr val="tx1"/>
            </a:solidFill>
            <a:round/>
            <a:headEnd/>
            <a:tailEnd/>
          </a:ln>
        </p:spPr>
        <p:txBody>
          <a:bodyPr wrap="none" anchor="ctr"/>
          <a:lstStyle/>
          <a:p>
            <a:endParaRPr lang="en-US"/>
          </a:p>
        </p:txBody>
      </p:sp>
      <p:sp>
        <p:nvSpPr>
          <p:cNvPr id="19563" name="Line 18"/>
          <p:cNvSpPr>
            <a:spLocks noChangeShapeType="1"/>
          </p:cNvSpPr>
          <p:nvPr/>
        </p:nvSpPr>
        <p:spPr bwMode="auto">
          <a:xfrm>
            <a:off x="457200" y="3857625"/>
            <a:ext cx="8305800" cy="0"/>
          </a:xfrm>
          <a:prstGeom prst="line">
            <a:avLst/>
          </a:prstGeom>
          <a:noFill/>
          <a:ln w="9525">
            <a:solidFill>
              <a:schemeClr val="tx1"/>
            </a:solidFill>
            <a:round/>
            <a:headEnd/>
            <a:tailEnd/>
          </a:ln>
        </p:spPr>
        <p:txBody>
          <a:bodyPr wrap="none" anchor="ctr"/>
          <a:lstStyle/>
          <a:p>
            <a:endParaRPr lang="en-US"/>
          </a:p>
        </p:txBody>
      </p:sp>
      <p:sp>
        <p:nvSpPr>
          <p:cNvPr id="19564" name="Line 19"/>
          <p:cNvSpPr>
            <a:spLocks noChangeShapeType="1"/>
          </p:cNvSpPr>
          <p:nvPr/>
        </p:nvSpPr>
        <p:spPr bwMode="auto">
          <a:xfrm>
            <a:off x="457200" y="4391025"/>
            <a:ext cx="8305800" cy="0"/>
          </a:xfrm>
          <a:prstGeom prst="line">
            <a:avLst/>
          </a:prstGeom>
          <a:noFill/>
          <a:ln w="9525">
            <a:solidFill>
              <a:schemeClr val="tx1"/>
            </a:solidFill>
            <a:round/>
            <a:headEnd/>
            <a:tailEnd/>
          </a:ln>
        </p:spPr>
        <p:txBody>
          <a:bodyPr wrap="none" anchor="ctr"/>
          <a:lstStyle/>
          <a:p>
            <a:endParaRPr lang="en-US"/>
          </a:p>
        </p:txBody>
      </p:sp>
      <p:sp>
        <p:nvSpPr>
          <p:cNvPr id="19565" name="Line 20"/>
          <p:cNvSpPr>
            <a:spLocks noChangeShapeType="1"/>
          </p:cNvSpPr>
          <p:nvPr/>
        </p:nvSpPr>
        <p:spPr bwMode="auto">
          <a:xfrm>
            <a:off x="457200" y="4924425"/>
            <a:ext cx="8305800" cy="0"/>
          </a:xfrm>
          <a:prstGeom prst="line">
            <a:avLst/>
          </a:prstGeom>
          <a:noFill/>
          <a:ln w="9525">
            <a:solidFill>
              <a:schemeClr val="tx1"/>
            </a:solidFill>
            <a:round/>
            <a:headEnd/>
            <a:tailEnd/>
          </a:ln>
        </p:spPr>
        <p:txBody>
          <a:bodyPr wrap="none" anchor="ctr"/>
          <a:lstStyle/>
          <a:p>
            <a:endParaRPr lang="en-US"/>
          </a:p>
        </p:txBody>
      </p:sp>
      <p:sp>
        <p:nvSpPr>
          <p:cNvPr id="19566" name="Line 21"/>
          <p:cNvSpPr>
            <a:spLocks noChangeShapeType="1"/>
          </p:cNvSpPr>
          <p:nvPr/>
        </p:nvSpPr>
        <p:spPr bwMode="auto">
          <a:xfrm>
            <a:off x="457200" y="5457825"/>
            <a:ext cx="8305800" cy="0"/>
          </a:xfrm>
          <a:prstGeom prst="line">
            <a:avLst/>
          </a:prstGeom>
          <a:noFill/>
          <a:ln w="9525">
            <a:solidFill>
              <a:schemeClr val="tx1"/>
            </a:solidFill>
            <a:round/>
            <a:headEnd/>
            <a:tailEnd/>
          </a:ln>
        </p:spPr>
        <p:txBody>
          <a:bodyPr wrap="none" anchor="ctr"/>
          <a:lstStyle/>
          <a:p>
            <a:endParaRPr lang="en-US"/>
          </a:p>
        </p:txBody>
      </p:sp>
      <p:sp>
        <p:nvSpPr>
          <p:cNvPr id="19567" name="Line 22"/>
          <p:cNvSpPr>
            <a:spLocks noChangeShapeType="1"/>
          </p:cNvSpPr>
          <p:nvPr/>
        </p:nvSpPr>
        <p:spPr bwMode="auto">
          <a:xfrm>
            <a:off x="457200" y="5991225"/>
            <a:ext cx="8305800" cy="0"/>
          </a:xfrm>
          <a:prstGeom prst="line">
            <a:avLst/>
          </a:prstGeom>
          <a:noFill/>
          <a:ln w="9525">
            <a:solidFill>
              <a:schemeClr val="tx1"/>
            </a:solidFill>
            <a:round/>
            <a:headEnd/>
            <a:tailEnd/>
          </a:ln>
        </p:spPr>
        <p:txBody>
          <a:bodyPr wrap="none" anchor="ctr"/>
          <a:lstStyle/>
          <a:p>
            <a:endParaRPr lang="en-US"/>
          </a:p>
        </p:txBody>
      </p:sp>
      <p:sp>
        <p:nvSpPr>
          <p:cNvPr id="95255" name="Text Box 23"/>
          <p:cNvSpPr txBox="1">
            <a:spLocks noChangeArrowheads="1"/>
          </p:cNvSpPr>
          <p:nvPr/>
        </p:nvSpPr>
        <p:spPr bwMode="auto">
          <a:xfrm>
            <a:off x="533400" y="125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0</a:t>
            </a:r>
          </a:p>
        </p:txBody>
      </p:sp>
      <p:sp>
        <p:nvSpPr>
          <p:cNvPr id="95256" name="Text Box 24"/>
          <p:cNvSpPr txBox="1">
            <a:spLocks noChangeArrowheads="1"/>
          </p:cNvSpPr>
          <p:nvPr/>
        </p:nvSpPr>
        <p:spPr bwMode="auto">
          <a:xfrm>
            <a:off x="1586982" y="125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0</a:t>
            </a:r>
          </a:p>
        </p:txBody>
      </p:sp>
      <p:sp>
        <p:nvSpPr>
          <p:cNvPr id="95258" name="Text Box 26"/>
          <p:cNvSpPr txBox="1">
            <a:spLocks noChangeArrowheads="1"/>
          </p:cNvSpPr>
          <p:nvPr/>
        </p:nvSpPr>
        <p:spPr bwMode="auto">
          <a:xfrm>
            <a:off x="2425182" y="125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80</a:t>
            </a:r>
          </a:p>
        </p:txBody>
      </p:sp>
      <p:sp>
        <p:nvSpPr>
          <p:cNvPr id="95260" name="Text Box 28"/>
          <p:cNvSpPr txBox="1">
            <a:spLocks noChangeArrowheads="1"/>
          </p:cNvSpPr>
          <p:nvPr/>
        </p:nvSpPr>
        <p:spPr bwMode="auto">
          <a:xfrm>
            <a:off x="3352799" y="125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261" name="Text Box 29"/>
          <p:cNvSpPr txBox="1">
            <a:spLocks noChangeArrowheads="1"/>
          </p:cNvSpPr>
          <p:nvPr/>
        </p:nvSpPr>
        <p:spPr bwMode="auto">
          <a:xfrm>
            <a:off x="4253982" y="125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80</a:t>
            </a:r>
          </a:p>
        </p:txBody>
      </p:sp>
      <p:sp>
        <p:nvSpPr>
          <p:cNvPr id="95262" name="Text Box 30"/>
          <p:cNvSpPr txBox="1">
            <a:spLocks noChangeArrowheads="1"/>
          </p:cNvSpPr>
          <p:nvPr/>
        </p:nvSpPr>
        <p:spPr bwMode="auto">
          <a:xfrm>
            <a:off x="5244582" y="1257300"/>
            <a:ext cx="436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a:t>
            </a:r>
          </a:p>
        </p:txBody>
      </p:sp>
      <p:sp>
        <p:nvSpPr>
          <p:cNvPr id="95263" name="Text Box 31"/>
          <p:cNvSpPr txBox="1">
            <a:spLocks noChangeArrowheads="1"/>
          </p:cNvSpPr>
          <p:nvPr/>
        </p:nvSpPr>
        <p:spPr bwMode="auto">
          <a:xfrm>
            <a:off x="6311382" y="1257300"/>
            <a:ext cx="780469" cy="40011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80 A</a:t>
            </a:r>
          </a:p>
        </p:txBody>
      </p:sp>
      <p:sp>
        <p:nvSpPr>
          <p:cNvPr id="95264" name="Text Box 32"/>
          <p:cNvSpPr txBox="1">
            <a:spLocks noChangeArrowheads="1"/>
          </p:cNvSpPr>
          <p:nvPr/>
        </p:nvSpPr>
        <p:spPr bwMode="auto">
          <a:xfrm>
            <a:off x="533400" y="17907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80</a:t>
            </a:r>
          </a:p>
        </p:txBody>
      </p:sp>
      <p:sp>
        <p:nvSpPr>
          <p:cNvPr id="95265" name="Text Box 33"/>
          <p:cNvSpPr txBox="1">
            <a:spLocks noChangeArrowheads="1"/>
          </p:cNvSpPr>
          <p:nvPr/>
        </p:nvSpPr>
        <p:spPr bwMode="auto">
          <a:xfrm>
            <a:off x="1586982" y="17907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a:t>
            </a:r>
          </a:p>
        </p:txBody>
      </p:sp>
      <p:sp>
        <p:nvSpPr>
          <p:cNvPr id="95267" name="Text Box 35"/>
          <p:cNvSpPr txBox="1">
            <a:spLocks noChangeArrowheads="1"/>
          </p:cNvSpPr>
          <p:nvPr/>
        </p:nvSpPr>
        <p:spPr bwMode="auto">
          <a:xfrm>
            <a:off x="2425182" y="17907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10</a:t>
            </a:r>
          </a:p>
        </p:txBody>
      </p:sp>
      <p:sp>
        <p:nvSpPr>
          <p:cNvPr id="95269" name="Text Box 37"/>
          <p:cNvSpPr txBox="1">
            <a:spLocks noChangeArrowheads="1"/>
          </p:cNvSpPr>
          <p:nvPr/>
        </p:nvSpPr>
        <p:spPr bwMode="auto">
          <a:xfrm>
            <a:off x="3352799" y="17907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27</a:t>
            </a:r>
          </a:p>
        </p:txBody>
      </p:sp>
      <p:sp>
        <p:nvSpPr>
          <p:cNvPr id="95270" name="Text Box 38"/>
          <p:cNvSpPr txBox="1">
            <a:spLocks noChangeArrowheads="1"/>
          </p:cNvSpPr>
          <p:nvPr/>
        </p:nvSpPr>
        <p:spPr bwMode="auto">
          <a:xfrm>
            <a:off x="4253982" y="17907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90</a:t>
            </a:r>
          </a:p>
        </p:txBody>
      </p:sp>
      <p:sp>
        <p:nvSpPr>
          <p:cNvPr id="95271" name="Text Box 39"/>
          <p:cNvSpPr txBox="1">
            <a:spLocks noChangeArrowheads="1"/>
          </p:cNvSpPr>
          <p:nvPr/>
        </p:nvSpPr>
        <p:spPr bwMode="auto">
          <a:xfrm>
            <a:off x="5244582" y="1790700"/>
            <a:ext cx="685797"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107</a:t>
            </a:r>
          </a:p>
        </p:txBody>
      </p:sp>
      <p:sp>
        <p:nvSpPr>
          <p:cNvPr id="95272" name="Text Box 40"/>
          <p:cNvSpPr txBox="1">
            <a:spLocks noChangeArrowheads="1"/>
          </p:cNvSpPr>
          <p:nvPr/>
        </p:nvSpPr>
        <p:spPr bwMode="auto">
          <a:xfrm>
            <a:off x="6311383" y="1752600"/>
            <a:ext cx="851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90 A</a:t>
            </a:r>
          </a:p>
        </p:txBody>
      </p:sp>
      <p:sp>
        <p:nvSpPr>
          <p:cNvPr id="95273" name="Text Box 41"/>
          <p:cNvSpPr txBox="1">
            <a:spLocks noChangeArrowheads="1"/>
          </p:cNvSpPr>
          <p:nvPr/>
        </p:nvSpPr>
        <p:spPr bwMode="auto">
          <a:xfrm>
            <a:off x="533400" y="2324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90</a:t>
            </a:r>
          </a:p>
        </p:txBody>
      </p:sp>
      <p:sp>
        <p:nvSpPr>
          <p:cNvPr id="95274" name="Text Box 42"/>
          <p:cNvSpPr txBox="1">
            <a:spLocks noChangeArrowheads="1"/>
          </p:cNvSpPr>
          <p:nvPr/>
        </p:nvSpPr>
        <p:spPr bwMode="auto">
          <a:xfrm>
            <a:off x="1586982" y="2324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a:t>
            </a:r>
          </a:p>
        </p:txBody>
      </p:sp>
      <p:sp>
        <p:nvSpPr>
          <p:cNvPr id="95276" name="Text Box 44"/>
          <p:cNvSpPr txBox="1">
            <a:spLocks noChangeArrowheads="1"/>
          </p:cNvSpPr>
          <p:nvPr/>
        </p:nvSpPr>
        <p:spPr bwMode="auto">
          <a:xfrm>
            <a:off x="2425182" y="2324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37</a:t>
            </a:r>
          </a:p>
        </p:txBody>
      </p:sp>
      <p:sp>
        <p:nvSpPr>
          <p:cNvPr id="95278" name="Text Box 46"/>
          <p:cNvSpPr txBox="1">
            <a:spLocks noChangeArrowheads="1"/>
          </p:cNvSpPr>
          <p:nvPr/>
        </p:nvSpPr>
        <p:spPr bwMode="auto">
          <a:xfrm>
            <a:off x="3352799" y="2324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279" name="Text Box 47"/>
          <p:cNvSpPr txBox="1">
            <a:spLocks noChangeArrowheads="1"/>
          </p:cNvSpPr>
          <p:nvPr/>
        </p:nvSpPr>
        <p:spPr bwMode="auto">
          <a:xfrm>
            <a:off x="4253982" y="2324100"/>
            <a:ext cx="9906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127</a:t>
            </a:r>
          </a:p>
        </p:txBody>
      </p:sp>
      <p:sp>
        <p:nvSpPr>
          <p:cNvPr id="95280" name="Text Box 48"/>
          <p:cNvSpPr txBox="1">
            <a:spLocks noChangeArrowheads="1"/>
          </p:cNvSpPr>
          <p:nvPr/>
        </p:nvSpPr>
        <p:spPr bwMode="auto">
          <a:xfrm>
            <a:off x="5244582" y="2324100"/>
            <a:ext cx="62345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107</a:t>
            </a:r>
          </a:p>
        </p:txBody>
      </p:sp>
      <p:sp>
        <p:nvSpPr>
          <p:cNvPr id="95281" name="Text Box 49"/>
          <p:cNvSpPr txBox="1">
            <a:spLocks noChangeArrowheads="1"/>
          </p:cNvSpPr>
          <p:nvPr/>
        </p:nvSpPr>
        <p:spPr bwMode="auto">
          <a:xfrm>
            <a:off x="6311383" y="2286000"/>
            <a:ext cx="78592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107 D</a:t>
            </a:r>
          </a:p>
        </p:txBody>
      </p:sp>
      <p:sp>
        <p:nvSpPr>
          <p:cNvPr id="95282" name="Text Box 50"/>
          <p:cNvSpPr txBox="1">
            <a:spLocks noChangeArrowheads="1"/>
          </p:cNvSpPr>
          <p:nvPr/>
        </p:nvSpPr>
        <p:spPr bwMode="auto">
          <a:xfrm>
            <a:off x="533400" y="2857500"/>
            <a:ext cx="6858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107</a:t>
            </a:r>
          </a:p>
        </p:txBody>
      </p:sp>
      <p:sp>
        <p:nvSpPr>
          <p:cNvPr id="95283" name="Text Box 51"/>
          <p:cNvSpPr txBox="1">
            <a:spLocks noChangeArrowheads="1"/>
          </p:cNvSpPr>
          <p:nvPr/>
        </p:nvSpPr>
        <p:spPr bwMode="auto">
          <a:xfrm>
            <a:off x="1586982" y="28575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a:t>
            </a:r>
          </a:p>
        </p:txBody>
      </p:sp>
      <p:sp>
        <p:nvSpPr>
          <p:cNvPr id="95285" name="Text Box 53"/>
          <p:cNvSpPr txBox="1">
            <a:spLocks noChangeArrowheads="1"/>
          </p:cNvSpPr>
          <p:nvPr/>
        </p:nvSpPr>
        <p:spPr bwMode="auto">
          <a:xfrm>
            <a:off x="2425182" y="28575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287" name="Text Box 55"/>
          <p:cNvSpPr txBox="1">
            <a:spLocks noChangeArrowheads="1"/>
          </p:cNvSpPr>
          <p:nvPr/>
        </p:nvSpPr>
        <p:spPr bwMode="auto">
          <a:xfrm>
            <a:off x="3352799" y="28575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5</a:t>
            </a:r>
          </a:p>
        </p:txBody>
      </p:sp>
      <p:sp>
        <p:nvSpPr>
          <p:cNvPr id="95288" name="Text Box 56"/>
          <p:cNvSpPr txBox="1">
            <a:spLocks noChangeArrowheads="1"/>
          </p:cNvSpPr>
          <p:nvPr/>
        </p:nvSpPr>
        <p:spPr bwMode="auto">
          <a:xfrm>
            <a:off x="4253982" y="2857500"/>
            <a:ext cx="7620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127</a:t>
            </a:r>
          </a:p>
        </p:txBody>
      </p:sp>
      <p:sp>
        <p:nvSpPr>
          <p:cNvPr id="95289" name="Text Box 57"/>
          <p:cNvSpPr txBox="1">
            <a:spLocks noChangeArrowheads="1"/>
          </p:cNvSpPr>
          <p:nvPr/>
        </p:nvSpPr>
        <p:spPr bwMode="auto">
          <a:xfrm>
            <a:off x="5244582" y="2857500"/>
            <a:ext cx="62345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112</a:t>
            </a:r>
          </a:p>
        </p:txBody>
      </p:sp>
      <p:sp>
        <p:nvSpPr>
          <p:cNvPr id="95290" name="Text Box 58"/>
          <p:cNvSpPr txBox="1">
            <a:spLocks noChangeArrowheads="1"/>
          </p:cNvSpPr>
          <p:nvPr/>
        </p:nvSpPr>
        <p:spPr bwMode="auto">
          <a:xfrm>
            <a:off x="6311383" y="2819400"/>
            <a:ext cx="851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112 D</a:t>
            </a:r>
          </a:p>
        </p:txBody>
      </p:sp>
      <p:sp>
        <p:nvSpPr>
          <p:cNvPr id="95291" name="Text Box 59"/>
          <p:cNvSpPr txBox="1">
            <a:spLocks noChangeArrowheads="1"/>
          </p:cNvSpPr>
          <p:nvPr/>
        </p:nvSpPr>
        <p:spPr bwMode="auto">
          <a:xfrm>
            <a:off x="533400" y="3467100"/>
            <a:ext cx="6858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112</a:t>
            </a:r>
          </a:p>
        </p:txBody>
      </p:sp>
      <p:sp>
        <p:nvSpPr>
          <p:cNvPr id="95292" name="Text Box 60"/>
          <p:cNvSpPr txBox="1">
            <a:spLocks noChangeArrowheads="1"/>
          </p:cNvSpPr>
          <p:nvPr/>
        </p:nvSpPr>
        <p:spPr bwMode="auto">
          <a:xfrm>
            <a:off x="1586982" y="3467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0</a:t>
            </a:r>
          </a:p>
        </p:txBody>
      </p:sp>
      <p:sp>
        <p:nvSpPr>
          <p:cNvPr id="95294" name="Text Box 62"/>
          <p:cNvSpPr txBox="1">
            <a:spLocks noChangeArrowheads="1"/>
          </p:cNvSpPr>
          <p:nvPr/>
        </p:nvSpPr>
        <p:spPr bwMode="auto">
          <a:xfrm>
            <a:off x="2425182" y="3467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296" name="Text Box 64"/>
          <p:cNvSpPr txBox="1">
            <a:spLocks noChangeArrowheads="1"/>
          </p:cNvSpPr>
          <p:nvPr/>
        </p:nvSpPr>
        <p:spPr bwMode="auto">
          <a:xfrm>
            <a:off x="3352799" y="34671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297" name="Text Box 65"/>
          <p:cNvSpPr txBox="1">
            <a:spLocks noChangeArrowheads="1"/>
          </p:cNvSpPr>
          <p:nvPr/>
        </p:nvSpPr>
        <p:spPr bwMode="auto">
          <a:xfrm>
            <a:off x="4253982" y="3467100"/>
            <a:ext cx="914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127</a:t>
            </a:r>
          </a:p>
        </p:txBody>
      </p:sp>
      <p:sp>
        <p:nvSpPr>
          <p:cNvPr id="95298" name="Text Box 66"/>
          <p:cNvSpPr txBox="1">
            <a:spLocks noChangeArrowheads="1"/>
          </p:cNvSpPr>
          <p:nvPr/>
        </p:nvSpPr>
        <p:spPr bwMode="auto">
          <a:xfrm>
            <a:off x="5244582" y="3467100"/>
            <a:ext cx="436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a:t>
            </a:r>
          </a:p>
        </p:txBody>
      </p:sp>
      <p:sp>
        <p:nvSpPr>
          <p:cNvPr id="95299" name="Text Box 67"/>
          <p:cNvSpPr txBox="1">
            <a:spLocks noChangeArrowheads="1"/>
          </p:cNvSpPr>
          <p:nvPr/>
        </p:nvSpPr>
        <p:spPr bwMode="auto">
          <a:xfrm>
            <a:off x="6311383" y="3429000"/>
            <a:ext cx="78592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127 A</a:t>
            </a:r>
          </a:p>
        </p:txBody>
      </p:sp>
      <p:sp>
        <p:nvSpPr>
          <p:cNvPr id="95300" name="Text Box 68"/>
          <p:cNvSpPr txBox="1">
            <a:spLocks noChangeArrowheads="1"/>
          </p:cNvSpPr>
          <p:nvPr/>
        </p:nvSpPr>
        <p:spPr bwMode="auto">
          <a:xfrm>
            <a:off x="533400" y="4000500"/>
            <a:ext cx="6858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127</a:t>
            </a:r>
          </a:p>
        </p:txBody>
      </p:sp>
      <p:sp>
        <p:nvSpPr>
          <p:cNvPr id="95301" name="Text Box 69"/>
          <p:cNvSpPr txBox="1">
            <a:spLocks noChangeArrowheads="1"/>
          </p:cNvSpPr>
          <p:nvPr/>
        </p:nvSpPr>
        <p:spPr bwMode="auto">
          <a:xfrm>
            <a:off x="1586982" y="40005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a:t>
            </a:r>
          </a:p>
        </p:txBody>
      </p:sp>
      <p:sp>
        <p:nvSpPr>
          <p:cNvPr id="95303" name="Text Box 71"/>
          <p:cNvSpPr txBox="1">
            <a:spLocks noChangeArrowheads="1"/>
          </p:cNvSpPr>
          <p:nvPr/>
        </p:nvSpPr>
        <p:spPr bwMode="auto">
          <a:xfrm>
            <a:off x="2425182" y="40005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21</a:t>
            </a:r>
          </a:p>
        </p:txBody>
      </p:sp>
      <p:sp>
        <p:nvSpPr>
          <p:cNvPr id="95305" name="Text Box 73"/>
          <p:cNvSpPr txBox="1">
            <a:spLocks noChangeArrowheads="1"/>
          </p:cNvSpPr>
          <p:nvPr/>
        </p:nvSpPr>
        <p:spPr bwMode="auto">
          <a:xfrm>
            <a:off x="3352799" y="40005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92</a:t>
            </a:r>
          </a:p>
        </p:txBody>
      </p:sp>
      <p:sp>
        <p:nvSpPr>
          <p:cNvPr id="95306" name="Text Box 74"/>
          <p:cNvSpPr txBox="1">
            <a:spLocks noChangeArrowheads="1"/>
          </p:cNvSpPr>
          <p:nvPr/>
        </p:nvSpPr>
        <p:spPr bwMode="auto">
          <a:xfrm>
            <a:off x="4253982" y="4000500"/>
            <a:ext cx="8382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148</a:t>
            </a:r>
          </a:p>
        </p:txBody>
      </p:sp>
      <p:sp>
        <p:nvSpPr>
          <p:cNvPr id="95307" name="Text Box 75"/>
          <p:cNvSpPr txBox="1">
            <a:spLocks noChangeArrowheads="1"/>
          </p:cNvSpPr>
          <p:nvPr/>
        </p:nvSpPr>
        <p:spPr bwMode="auto">
          <a:xfrm>
            <a:off x="5244582" y="4000500"/>
            <a:ext cx="62345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219</a:t>
            </a:r>
          </a:p>
        </p:txBody>
      </p:sp>
      <p:sp>
        <p:nvSpPr>
          <p:cNvPr id="95308" name="Text Box 76"/>
          <p:cNvSpPr txBox="1">
            <a:spLocks noChangeArrowheads="1"/>
          </p:cNvSpPr>
          <p:nvPr/>
        </p:nvSpPr>
        <p:spPr bwMode="auto">
          <a:xfrm>
            <a:off x="6311383" y="3962400"/>
            <a:ext cx="78592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148 A</a:t>
            </a:r>
          </a:p>
        </p:txBody>
      </p:sp>
      <p:sp>
        <p:nvSpPr>
          <p:cNvPr id="95309" name="Text Box 77"/>
          <p:cNvSpPr txBox="1">
            <a:spLocks noChangeArrowheads="1"/>
          </p:cNvSpPr>
          <p:nvPr/>
        </p:nvSpPr>
        <p:spPr bwMode="auto">
          <a:xfrm>
            <a:off x="533400" y="4533900"/>
            <a:ext cx="6858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148</a:t>
            </a:r>
          </a:p>
        </p:txBody>
      </p:sp>
      <p:sp>
        <p:nvSpPr>
          <p:cNvPr id="95310" name="Text Box 78"/>
          <p:cNvSpPr txBox="1">
            <a:spLocks noChangeArrowheads="1"/>
          </p:cNvSpPr>
          <p:nvPr/>
        </p:nvSpPr>
        <p:spPr bwMode="auto">
          <a:xfrm>
            <a:off x="1586982" y="45339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a:t>
            </a:r>
          </a:p>
        </p:txBody>
      </p:sp>
      <p:sp>
        <p:nvSpPr>
          <p:cNvPr id="95312" name="Text Box 80"/>
          <p:cNvSpPr txBox="1">
            <a:spLocks noChangeArrowheads="1"/>
          </p:cNvSpPr>
          <p:nvPr/>
        </p:nvSpPr>
        <p:spPr bwMode="auto">
          <a:xfrm>
            <a:off x="2425182" y="45339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35</a:t>
            </a:r>
          </a:p>
        </p:txBody>
      </p:sp>
      <p:sp>
        <p:nvSpPr>
          <p:cNvPr id="95314" name="Text Box 82"/>
          <p:cNvSpPr txBox="1">
            <a:spLocks noChangeArrowheads="1"/>
          </p:cNvSpPr>
          <p:nvPr/>
        </p:nvSpPr>
        <p:spPr bwMode="auto">
          <a:xfrm>
            <a:off x="3352799" y="45339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315" name="Text Box 83"/>
          <p:cNvSpPr txBox="1">
            <a:spLocks noChangeArrowheads="1"/>
          </p:cNvSpPr>
          <p:nvPr/>
        </p:nvSpPr>
        <p:spPr bwMode="auto">
          <a:xfrm>
            <a:off x="4253982" y="4533900"/>
            <a:ext cx="7620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183</a:t>
            </a:r>
          </a:p>
        </p:txBody>
      </p:sp>
      <p:sp>
        <p:nvSpPr>
          <p:cNvPr id="95316" name="Text Box 84"/>
          <p:cNvSpPr txBox="1">
            <a:spLocks noChangeArrowheads="1"/>
          </p:cNvSpPr>
          <p:nvPr/>
        </p:nvSpPr>
        <p:spPr bwMode="auto">
          <a:xfrm>
            <a:off x="5244582" y="4533900"/>
            <a:ext cx="62345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219</a:t>
            </a:r>
          </a:p>
        </p:txBody>
      </p:sp>
      <p:sp>
        <p:nvSpPr>
          <p:cNvPr id="95317" name="Text Box 85"/>
          <p:cNvSpPr txBox="1">
            <a:spLocks noChangeArrowheads="1"/>
          </p:cNvSpPr>
          <p:nvPr/>
        </p:nvSpPr>
        <p:spPr bwMode="auto">
          <a:xfrm>
            <a:off x="6311383" y="4495800"/>
            <a:ext cx="851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183 A</a:t>
            </a:r>
          </a:p>
        </p:txBody>
      </p:sp>
      <p:sp>
        <p:nvSpPr>
          <p:cNvPr id="95318" name="Text Box 86"/>
          <p:cNvSpPr txBox="1">
            <a:spLocks noChangeArrowheads="1"/>
          </p:cNvSpPr>
          <p:nvPr/>
        </p:nvSpPr>
        <p:spPr bwMode="auto">
          <a:xfrm>
            <a:off x="533400" y="5067300"/>
            <a:ext cx="6858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183</a:t>
            </a:r>
          </a:p>
        </p:txBody>
      </p:sp>
      <p:sp>
        <p:nvSpPr>
          <p:cNvPr id="95319" name="Text Box 87"/>
          <p:cNvSpPr txBox="1">
            <a:spLocks noChangeArrowheads="1"/>
          </p:cNvSpPr>
          <p:nvPr/>
        </p:nvSpPr>
        <p:spPr bwMode="auto">
          <a:xfrm>
            <a:off x="1586982" y="506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3</a:t>
            </a:r>
          </a:p>
        </p:txBody>
      </p:sp>
      <p:sp>
        <p:nvSpPr>
          <p:cNvPr id="95321" name="Text Box 89"/>
          <p:cNvSpPr txBox="1">
            <a:spLocks noChangeArrowheads="1"/>
          </p:cNvSpPr>
          <p:nvPr/>
        </p:nvSpPr>
        <p:spPr bwMode="auto">
          <a:xfrm>
            <a:off x="2425182" y="506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5</a:t>
            </a:r>
          </a:p>
        </p:txBody>
      </p:sp>
      <p:sp>
        <p:nvSpPr>
          <p:cNvPr id="95323" name="Text Box 91"/>
          <p:cNvSpPr txBox="1">
            <a:spLocks noChangeArrowheads="1"/>
          </p:cNvSpPr>
          <p:nvPr/>
        </p:nvSpPr>
        <p:spPr bwMode="auto">
          <a:xfrm>
            <a:off x="3352799" y="50673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324" name="Text Box 92"/>
          <p:cNvSpPr txBox="1">
            <a:spLocks noChangeArrowheads="1"/>
          </p:cNvSpPr>
          <p:nvPr/>
        </p:nvSpPr>
        <p:spPr bwMode="auto">
          <a:xfrm>
            <a:off x="4253982" y="5067300"/>
            <a:ext cx="7620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188</a:t>
            </a:r>
          </a:p>
        </p:txBody>
      </p:sp>
      <p:sp>
        <p:nvSpPr>
          <p:cNvPr id="95325" name="Text Box 93"/>
          <p:cNvSpPr txBox="1">
            <a:spLocks noChangeArrowheads="1"/>
          </p:cNvSpPr>
          <p:nvPr/>
        </p:nvSpPr>
        <p:spPr bwMode="auto">
          <a:xfrm>
            <a:off x="5244582" y="5067300"/>
            <a:ext cx="623452"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219</a:t>
            </a:r>
          </a:p>
        </p:txBody>
      </p:sp>
      <p:sp>
        <p:nvSpPr>
          <p:cNvPr id="95326" name="Text Box 94"/>
          <p:cNvSpPr txBox="1">
            <a:spLocks noChangeArrowheads="1"/>
          </p:cNvSpPr>
          <p:nvPr/>
        </p:nvSpPr>
        <p:spPr bwMode="auto">
          <a:xfrm>
            <a:off x="6311383" y="5029200"/>
            <a:ext cx="851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188 A</a:t>
            </a:r>
          </a:p>
        </p:txBody>
      </p:sp>
      <p:sp>
        <p:nvSpPr>
          <p:cNvPr id="95327" name="Text Box 95"/>
          <p:cNvSpPr txBox="1">
            <a:spLocks noChangeArrowheads="1"/>
          </p:cNvSpPr>
          <p:nvPr/>
        </p:nvSpPr>
        <p:spPr bwMode="auto">
          <a:xfrm>
            <a:off x="533400" y="5562600"/>
            <a:ext cx="7620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188</a:t>
            </a:r>
          </a:p>
        </p:txBody>
      </p:sp>
      <p:sp>
        <p:nvSpPr>
          <p:cNvPr id="95328" name="Text Box 96"/>
          <p:cNvSpPr txBox="1">
            <a:spLocks noChangeArrowheads="1"/>
          </p:cNvSpPr>
          <p:nvPr/>
        </p:nvSpPr>
        <p:spPr bwMode="auto">
          <a:xfrm>
            <a:off x="1586982" y="55626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4</a:t>
            </a:r>
          </a:p>
        </p:txBody>
      </p:sp>
      <p:sp>
        <p:nvSpPr>
          <p:cNvPr id="95330" name="Text Box 98"/>
          <p:cNvSpPr txBox="1">
            <a:spLocks noChangeArrowheads="1"/>
          </p:cNvSpPr>
          <p:nvPr/>
        </p:nvSpPr>
        <p:spPr bwMode="auto">
          <a:xfrm>
            <a:off x="2425182" y="55626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36</a:t>
            </a:r>
          </a:p>
        </p:txBody>
      </p:sp>
      <p:sp>
        <p:nvSpPr>
          <p:cNvPr id="95332" name="Text Box 100"/>
          <p:cNvSpPr txBox="1">
            <a:spLocks noChangeArrowheads="1"/>
          </p:cNvSpPr>
          <p:nvPr/>
        </p:nvSpPr>
        <p:spPr bwMode="auto">
          <a:xfrm>
            <a:off x="3352799" y="55626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95333" name="Text Box 101"/>
          <p:cNvSpPr txBox="1">
            <a:spLocks noChangeArrowheads="1"/>
          </p:cNvSpPr>
          <p:nvPr/>
        </p:nvSpPr>
        <p:spPr bwMode="auto">
          <a:xfrm>
            <a:off x="4267200" y="5562600"/>
            <a:ext cx="7620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224</a:t>
            </a:r>
          </a:p>
        </p:txBody>
      </p:sp>
      <p:sp>
        <p:nvSpPr>
          <p:cNvPr id="95334" name="Text Box 102"/>
          <p:cNvSpPr txBox="1">
            <a:spLocks noChangeArrowheads="1"/>
          </p:cNvSpPr>
          <p:nvPr/>
        </p:nvSpPr>
        <p:spPr bwMode="auto">
          <a:xfrm>
            <a:off x="5244582" y="5562600"/>
            <a:ext cx="685797"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219</a:t>
            </a:r>
          </a:p>
        </p:txBody>
      </p:sp>
      <p:sp>
        <p:nvSpPr>
          <p:cNvPr id="95335" name="Text Box 103"/>
          <p:cNvSpPr txBox="1">
            <a:spLocks noChangeArrowheads="1"/>
          </p:cNvSpPr>
          <p:nvPr/>
        </p:nvSpPr>
        <p:spPr bwMode="auto">
          <a:xfrm>
            <a:off x="6311383" y="5562600"/>
            <a:ext cx="851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219 D</a:t>
            </a:r>
          </a:p>
        </p:txBody>
      </p:sp>
      <p:sp>
        <p:nvSpPr>
          <p:cNvPr id="95336" name="Text Box 104"/>
          <p:cNvSpPr txBox="1">
            <a:spLocks noChangeArrowheads="1"/>
          </p:cNvSpPr>
          <p:nvPr/>
        </p:nvSpPr>
        <p:spPr bwMode="auto">
          <a:xfrm>
            <a:off x="533400" y="6096000"/>
            <a:ext cx="6096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219</a:t>
            </a:r>
          </a:p>
        </p:txBody>
      </p:sp>
      <p:sp>
        <p:nvSpPr>
          <p:cNvPr id="95337" name="Text Box 105"/>
          <p:cNvSpPr txBox="1">
            <a:spLocks noChangeArrowheads="1"/>
          </p:cNvSpPr>
          <p:nvPr/>
        </p:nvSpPr>
        <p:spPr bwMode="auto">
          <a:xfrm>
            <a:off x="1586982" y="60960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3</a:t>
            </a:r>
          </a:p>
        </p:txBody>
      </p:sp>
      <p:sp>
        <p:nvSpPr>
          <p:cNvPr id="95339" name="Text Box 107"/>
          <p:cNvSpPr txBox="1">
            <a:spLocks noChangeArrowheads="1"/>
          </p:cNvSpPr>
          <p:nvPr/>
        </p:nvSpPr>
        <p:spPr bwMode="auto">
          <a:xfrm>
            <a:off x="2425182" y="60960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a:t>
            </a:r>
          </a:p>
        </p:txBody>
      </p:sp>
      <p:sp>
        <p:nvSpPr>
          <p:cNvPr id="19544" name="Text Box 108"/>
          <p:cNvSpPr txBox="1">
            <a:spLocks noChangeArrowheads="1"/>
          </p:cNvSpPr>
          <p:nvPr/>
        </p:nvSpPr>
        <p:spPr bwMode="auto">
          <a:xfrm>
            <a:off x="609600" y="141041"/>
            <a:ext cx="8077200" cy="400050"/>
          </a:xfrm>
          <a:prstGeom prst="rect">
            <a:avLst/>
          </a:prstGeom>
          <a:noFill/>
          <a:ln w="9525">
            <a:noFill/>
            <a:miter lim="800000"/>
            <a:headEnd/>
            <a:tailEnd/>
          </a:ln>
        </p:spPr>
        <p:txBody>
          <a:bodyPr>
            <a:spAutoFit/>
          </a:bodyPr>
          <a:lstStyle/>
          <a:p>
            <a:pPr>
              <a:spcBef>
                <a:spcPct val="50000"/>
              </a:spcBef>
            </a:pPr>
            <a:r>
              <a:rPr lang="en-US" sz="2000" u="none">
                <a:solidFill>
                  <a:srgbClr val="FF0000"/>
                </a:solidFill>
                <a:latin typeface="Calibri" pitchFamily="34" charset="0"/>
              </a:rPr>
              <a:t>M/M/1 Queue, </a:t>
            </a:r>
            <a:r>
              <a:rPr lang="en-US" sz="2000" u="none">
                <a:solidFill>
                  <a:srgbClr val="FF0000"/>
                </a:solidFill>
                <a:latin typeface="Calibri" pitchFamily="34" charset="0"/>
                <a:sym typeface="Symbol" pitchFamily="18" charset="2"/>
              </a:rPr>
              <a:t> = 0.03,   = 0.05</a:t>
            </a:r>
            <a:endParaRPr lang="en-US" sz="2000" u="none">
              <a:solidFill>
                <a:srgbClr val="FF0000"/>
              </a:solidFill>
              <a:latin typeface="Calibri" pitchFamily="34" charset="0"/>
            </a:endParaRPr>
          </a:p>
        </p:txBody>
      </p:sp>
      <p:sp>
        <p:nvSpPr>
          <p:cNvPr id="113" name="Text Box 73"/>
          <p:cNvSpPr txBox="1">
            <a:spLocks noChangeArrowheads="1"/>
          </p:cNvSpPr>
          <p:nvPr/>
        </p:nvSpPr>
        <p:spPr bwMode="auto">
          <a:xfrm>
            <a:off x="3339582" y="6096000"/>
            <a:ext cx="5334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32</a:t>
            </a:r>
          </a:p>
        </p:txBody>
      </p:sp>
      <p:sp>
        <p:nvSpPr>
          <p:cNvPr id="114" name="Text Box 101"/>
          <p:cNvSpPr txBox="1">
            <a:spLocks noChangeArrowheads="1"/>
          </p:cNvSpPr>
          <p:nvPr/>
        </p:nvSpPr>
        <p:spPr bwMode="auto">
          <a:xfrm>
            <a:off x="4253983" y="6124575"/>
            <a:ext cx="762000" cy="400050"/>
          </a:xfrm>
          <a:prstGeom prst="rect">
            <a:avLst/>
          </a:prstGeom>
          <a:noFill/>
          <a:ln w="9525">
            <a:noFill/>
            <a:miter lim="800000"/>
            <a:headEnd/>
            <a:tailEnd/>
          </a:ln>
        </p:spPr>
        <p:txBody>
          <a:bodyPr>
            <a:spAutoFit/>
          </a:bodyPr>
          <a:lstStyle/>
          <a:p>
            <a:pPr>
              <a:spcBef>
                <a:spcPct val="50000"/>
              </a:spcBef>
            </a:pPr>
            <a:r>
              <a:rPr lang="en-US" sz="2000" u="none">
                <a:solidFill>
                  <a:srgbClr val="0033CC"/>
                </a:solidFill>
                <a:latin typeface="Calibri" pitchFamily="34" charset="0"/>
              </a:rPr>
              <a:t>224</a:t>
            </a:r>
          </a:p>
        </p:txBody>
      </p:sp>
      <p:sp>
        <p:nvSpPr>
          <p:cNvPr id="115" name="Text Box 102"/>
          <p:cNvSpPr txBox="1">
            <a:spLocks noChangeArrowheads="1"/>
          </p:cNvSpPr>
          <p:nvPr/>
        </p:nvSpPr>
        <p:spPr bwMode="auto">
          <a:xfrm>
            <a:off x="5244583" y="6124575"/>
            <a:ext cx="685797"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251</a:t>
            </a:r>
          </a:p>
        </p:txBody>
      </p:sp>
      <p:sp>
        <p:nvSpPr>
          <p:cNvPr id="116" name="Text Box 103"/>
          <p:cNvSpPr txBox="1">
            <a:spLocks noChangeArrowheads="1"/>
          </p:cNvSpPr>
          <p:nvPr/>
        </p:nvSpPr>
        <p:spPr bwMode="auto">
          <a:xfrm>
            <a:off x="6311384" y="6124575"/>
            <a:ext cx="851416" cy="400050"/>
          </a:xfrm>
          <a:prstGeom prst="rect">
            <a:avLst/>
          </a:prstGeom>
          <a:noFill/>
          <a:ln w="9525">
            <a:noFill/>
            <a:miter lim="800000"/>
            <a:headEnd/>
            <a:tailEnd/>
          </a:ln>
        </p:spPr>
        <p:txBody>
          <a:bodyPr wrap="square">
            <a:spAutoFit/>
          </a:bodyPr>
          <a:lstStyle/>
          <a:p>
            <a:pPr>
              <a:spcBef>
                <a:spcPct val="50000"/>
              </a:spcBef>
            </a:pPr>
            <a:r>
              <a:rPr lang="en-US" sz="2000" u="none">
                <a:solidFill>
                  <a:srgbClr val="0033CC"/>
                </a:solidFill>
                <a:latin typeface="Calibri" pitchFamily="34" charset="0"/>
              </a:rPr>
              <a:t>224 A</a:t>
            </a:r>
          </a:p>
        </p:txBody>
      </p:sp>
      <p:sp>
        <p:nvSpPr>
          <p:cNvPr id="3" name="Text Box 58">
            <a:extLst>
              <a:ext uri="{FF2B5EF4-FFF2-40B4-BE49-F238E27FC236}">
                <a16:creationId xmlns:a16="http://schemas.microsoft.com/office/drawing/2014/main" id="{3B374BC5-9085-3249-DAD7-B0E6C4C29626}"/>
              </a:ext>
            </a:extLst>
          </p:cNvPr>
          <p:cNvSpPr txBox="1">
            <a:spLocks noChangeArrowheads="1"/>
          </p:cNvSpPr>
          <p:nvPr/>
        </p:nvSpPr>
        <p:spPr bwMode="auto">
          <a:xfrm>
            <a:off x="7600175" y="2842050"/>
            <a:ext cx="851416" cy="400050"/>
          </a:xfrm>
          <a:prstGeom prst="rect">
            <a:avLst/>
          </a:prstGeom>
          <a:noFill/>
          <a:ln w="9525">
            <a:noFill/>
            <a:miter lim="800000"/>
            <a:headEnd/>
            <a:tailEnd/>
          </a:ln>
        </p:spPr>
        <p:txBody>
          <a:bodyPr wrap="square">
            <a:spAutoFit/>
          </a:bodyPr>
          <a:lstStyle/>
          <a:p>
            <a:pPr algn="ctr">
              <a:spcBef>
                <a:spcPct val="50000"/>
              </a:spcBef>
            </a:pPr>
            <a:r>
              <a:rPr lang="en-US" sz="2000" u="none">
                <a:solidFill>
                  <a:srgbClr val="0033CC"/>
                </a:solidFill>
                <a:latin typeface="Calibri" pitchFamily="34" charset="0"/>
              </a:rPr>
              <a:t>27</a:t>
            </a:r>
          </a:p>
        </p:txBody>
      </p:sp>
      <p:sp>
        <p:nvSpPr>
          <p:cNvPr id="4" name="Text Box 58">
            <a:extLst>
              <a:ext uri="{FF2B5EF4-FFF2-40B4-BE49-F238E27FC236}">
                <a16:creationId xmlns:a16="http://schemas.microsoft.com/office/drawing/2014/main" id="{F4F2A2CD-01D0-F9E7-A99B-23F0291429FD}"/>
              </a:ext>
            </a:extLst>
          </p:cNvPr>
          <p:cNvSpPr txBox="1">
            <a:spLocks noChangeArrowheads="1"/>
          </p:cNvSpPr>
          <p:nvPr/>
        </p:nvSpPr>
        <p:spPr bwMode="auto">
          <a:xfrm>
            <a:off x="7606784" y="3394500"/>
            <a:ext cx="851416" cy="400050"/>
          </a:xfrm>
          <a:prstGeom prst="rect">
            <a:avLst/>
          </a:prstGeom>
          <a:noFill/>
          <a:ln w="9525">
            <a:noFill/>
            <a:miter lim="800000"/>
            <a:headEnd/>
            <a:tailEnd/>
          </a:ln>
        </p:spPr>
        <p:txBody>
          <a:bodyPr wrap="square">
            <a:spAutoFit/>
          </a:bodyPr>
          <a:lstStyle/>
          <a:p>
            <a:pPr algn="ctr">
              <a:spcBef>
                <a:spcPct val="50000"/>
              </a:spcBef>
            </a:pPr>
            <a:r>
              <a:rPr lang="en-US" sz="2000" u="none">
                <a:solidFill>
                  <a:srgbClr val="0033CC"/>
                </a:solidFill>
                <a:latin typeface="Calibri" pitchFamily="34" charset="0"/>
              </a:rPr>
              <a:t>22</a:t>
            </a:r>
          </a:p>
        </p:txBody>
      </p:sp>
      <p:sp>
        <p:nvSpPr>
          <p:cNvPr id="5" name="Text Box 58">
            <a:extLst>
              <a:ext uri="{FF2B5EF4-FFF2-40B4-BE49-F238E27FC236}">
                <a16:creationId xmlns:a16="http://schemas.microsoft.com/office/drawing/2014/main" id="{7CFE6D7A-2E43-2C1A-9E16-5F3580A7948D}"/>
              </a:ext>
            </a:extLst>
          </p:cNvPr>
          <p:cNvSpPr txBox="1">
            <a:spLocks noChangeArrowheads="1"/>
          </p:cNvSpPr>
          <p:nvPr/>
        </p:nvSpPr>
        <p:spPr bwMode="auto">
          <a:xfrm>
            <a:off x="7606784" y="6072642"/>
            <a:ext cx="851416" cy="400050"/>
          </a:xfrm>
          <a:prstGeom prst="rect">
            <a:avLst/>
          </a:prstGeom>
          <a:noFill/>
          <a:ln w="9525">
            <a:noFill/>
            <a:miter lim="800000"/>
            <a:headEnd/>
            <a:tailEnd/>
          </a:ln>
        </p:spPr>
        <p:txBody>
          <a:bodyPr wrap="square">
            <a:spAutoFit/>
          </a:bodyPr>
          <a:lstStyle/>
          <a:p>
            <a:pPr algn="ctr">
              <a:spcBef>
                <a:spcPct val="50000"/>
              </a:spcBef>
            </a:pPr>
            <a:r>
              <a:rPr lang="en-US" sz="2000" u="none">
                <a:solidFill>
                  <a:srgbClr val="0033CC"/>
                </a:solidFill>
                <a:latin typeface="Calibri" pitchFamily="34" charset="0"/>
              </a:rPr>
              <a:t>92</a:t>
            </a:r>
          </a:p>
        </p:txBody>
      </p:sp>
    </p:spTree>
    <p:extLst>
      <p:ext uri="{BB962C8B-B14F-4D97-AF65-F5344CB8AC3E}">
        <p14:creationId xmlns:p14="http://schemas.microsoft.com/office/powerpoint/2010/main" val="38266384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5255"/>
                                        </p:tgtEl>
                                        <p:attrNameLst>
                                          <p:attrName>style.visibility</p:attrName>
                                        </p:attrNameLst>
                                      </p:cBhvr>
                                      <p:to>
                                        <p:strVal val="visible"/>
                                      </p:to>
                                    </p:set>
                                    <p:animEffect transition="in" filter="slide(fromBottom)">
                                      <p:cBhvr>
                                        <p:cTn id="7" dur="500"/>
                                        <p:tgtEl>
                                          <p:spTgt spid="9525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5256"/>
                                        </p:tgtEl>
                                        <p:attrNameLst>
                                          <p:attrName>style.visibility</p:attrName>
                                        </p:attrNameLst>
                                      </p:cBhvr>
                                      <p:to>
                                        <p:strVal val="visible"/>
                                      </p:to>
                                    </p:set>
                                    <p:animEffect transition="in" filter="slide(fromBottom)">
                                      <p:cBhvr>
                                        <p:cTn id="12" dur="500"/>
                                        <p:tgtEl>
                                          <p:spTgt spid="9525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5258"/>
                                        </p:tgtEl>
                                        <p:attrNameLst>
                                          <p:attrName>style.visibility</p:attrName>
                                        </p:attrNameLst>
                                      </p:cBhvr>
                                      <p:to>
                                        <p:strVal val="visible"/>
                                      </p:to>
                                    </p:set>
                                    <p:animEffect transition="in" filter="slide(fromBottom)">
                                      <p:cBhvr>
                                        <p:cTn id="17" dur="500"/>
                                        <p:tgtEl>
                                          <p:spTgt spid="9525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5260"/>
                                        </p:tgtEl>
                                        <p:attrNameLst>
                                          <p:attrName>style.visibility</p:attrName>
                                        </p:attrNameLst>
                                      </p:cBhvr>
                                      <p:to>
                                        <p:strVal val="visible"/>
                                      </p:to>
                                    </p:set>
                                    <p:animEffect transition="in" filter="slide(fromBottom)">
                                      <p:cBhvr>
                                        <p:cTn id="22" dur="500"/>
                                        <p:tgtEl>
                                          <p:spTgt spid="9526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95261"/>
                                        </p:tgtEl>
                                        <p:attrNameLst>
                                          <p:attrName>style.visibility</p:attrName>
                                        </p:attrNameLst>
                                      </p:cBhvr>
                                      <p:to>
                                        <p:strVal val="visible"/>
                                      </p:to>
                                    </p:set>
                                    <p:animEffect transition="in" filter="slide(fromBottom)">
                                      <p:cBhvr>
                                        <p:cTn id="27" dur="500"/>
                                        <p:tgtEl>
                                          <p:spTgt spid="9526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95262"/>
                                        </p:tgtEl>
                                        <p:attrNameLst>
                                          <p:attrName>style.visibility</p:attrName>
                                        </p:attrNameLst>
                                      </p:cBhvr>
                                      <p:to>
                                        <p:strVal val="visible"/>
                                      </p:to>
                                    </p:set>
                                    <p:animEffect transition="in" filter="slide(fromBottom)">
                                      <p:cBhvr>
                                        <p:cTn id="32" dur="500"/>
                                        <p:tgtEl>
                                          <p:spTgt spid="9526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95263"/>
                                        </p:tgtEl>
                                        <p:attrNameLst>
                                          <p:attrName>style.visibility</p:attrName>
                                        </p:attrNameLst>
                                      </p:cBhvr>
                                      <p:to>
                                        <p:strVal val="visible"/>
                                      </p:to>
                                    </p:set>
                                    <p:animEffect transition="in" filter="slide(fromBottom)">
                                      <p:cBhvr>
                                        <p:cTn id="37" dur="500"/>
                                        <p:tgtEl>
                                          <p:spTgt spid="9526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95264"/>
                                        </p:tgtEl>
                                        <p:attrNameLst>
                                          <p:attrName>style.visibility</p:attrName>
                                        </p:attrNameLst>
                                      </p:cBhvr>
                                      <p:to>
                                        <p:strVal val="visible"/>
                                      </p:to>
                                    </p:set>
                                    <p:animEffect transition="in" filter="slide(fromBottom)">
                                      <p:cBhvr>
                                        <p:cTn id="42" dur="500"/>
                                        <p:tgtEl>
                                          <p:spTgt spid="9526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95265"/>
                                        </p:tgtEl>
                                        <p:attrNameLst>
                                          <p:attrName>style.visibility</p:attrName>
                                        </p:attrNameLst>
                                      </p:cBhvr>
                                      <p:to>
                                        <p:strVal val="visible"/>
                                      </p:to>
                                    </p:set>
                                    <p:animEffect transition="in" filter="slide(fromBottom)">
                                      <p:cBhvr>
                                        <p:cTn id="47" dur="500"/>
                                        <p:tgtEl>
                                          <p:spTgt spid="9526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95267"/>
                                        </p:tgtEl>
                                        <p:attrNameLst>
                                          <p:attrName>style.visibility</p:attrName>
                                        </p:attrNameLst>
                                      </p:cBhvr>
                                      <p:to>
                                        <p:strVal val="visible"/>
                                      </p:to>
                                    </p:set>
                                    <p:animEffect transition="in" filter="slide(fromBottom)">
                                      <p:cBhvr>
                                        <p:cTn id="52" dur="500"/>
                                        <p:tgtEl>
                                          <p:spTgt spid="95267"/>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95269"/>
                                        </p:tgtEl>
                                        <p:attrNameLst>
                                          <p:attrName>style.visibility</p:attrName>
                                        </p:attrNameLst>
                                      </p:cBhvr>
                                      <p:to>
                                        <p:strVal val="visible"/>
                                      </p:to>
                                    </p:set>
                                    <p:animEffect transition="in" filter="slide(fromBottom)">
                                      <p:cBhvr>
                                        <p:cTn id="57" dur="500"/>
                                        <p:tgtEl>
                                          <p:spTgt spid="95269"/>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95270"/>
                                        </p:tgtEl>
                                        <p:attrNameLst>
                                          <p:attrName>style.visibility</p:attrName>
                                        </p:attrNameLst>
                                      </p:cBhvr>
                                      <p:to>
                                        <p:strVal val="visible"/>
                                      </p:to>
                                    </p:set>
                                    <p:animEffect transition="in" filter="slide(fromBottom)">
                                      <p:cBhvr>
                                        <p:cTn id="62" dur="500"/>
                                        <p:tgtEl>
                                          <p:spTgt spid="95270"/>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95271"/>
                                        </p:tgtEl>
                                        <p:attrNameLst>
                                          <p:attrName>style.visibility</p:attrName>
                                        </p:attrNameLst>
                                      </p:cBhvr>
                                      <p:to>
                                        <p:strVal val="visible"/>
                                      </p:to>
                                    </p:set>
                                    <p:animEffect transition="in" filter="slide(fromBottom)">
                                      <p:cBhvr>
                                        <p:cTn id="67" dur="500"/>
                                        <p:tgtEl>
                                          <p:spTgt spid="95271"/>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95272"/>
                                        </p:tgtEl>
                                        <p:attrNameLst>
                                          <p:attrName>style.visibility</p:attrName>
                                        </p:attrNameLst>
                                      </p:cBhvr>
                                      <p:to>
                                        <p:strVal val="visible"/>
                                      </p:to>
                                    </p:set>
                                    <p:animEffect transition="in" filter="slide(fromBottom)">
                                      <p:cBhvr>
                                        <p:cTn id="72" dur="500"/>
                                        <p:tgtEl>
                                          <p:spTgt spid="95272"/>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95273"/>
                                        </p:tgtEl>
                                        <p:attrNameLst>
                                          <p:attrName>style.visibility</p:attrName>
                                        </p:attrNameLst>
                                      </p:cBhvr>
                                      <p:to>
                                        <p:strVal val="visible"/>
                                      </p:to>
                                    </p:set>
                                    <p:animEffect transition="in" filter="slide(fromBottom)">
                                      <p:cBhvr>
                                        <p:cTn id="77" dur="500"/>
                                        <p:tgtEl>
                                          <p:spTgt spid="95273"/>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95274"/>
                                        </p:tgtEl>
                                        <p:attrNameLst>
                                          <p:attrName>style.visibility</p:attrName>
                                        </p:attrNameLst>
                                      </p:cBhvr>
                                      <p:to>
                                        <p:strVal val="visible"/>
                                      </p:to>
                                    </p:set>
                                    <p:animEffect transition="in" filter="slide(fromBottom)">
                                      <p:cBhvr>
                                        <p:cTn id="82" dur="500"/>
                                        <p:tgtEl>
                                          <p:spTgt spid="95274"/>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95276"/>
                                        </p:tgtEl>
                                        <p:attrNameLst>
                                          <p:attrName>style.visibility</p:attrName>
                                        </p:attrNameLst>
                                      </p:cBhvr>
                                      <p:to>
                                        <p:strVal val="visible"/>
                                      </p:to>
                                    </p:set>
                                    <p:animEffect transition="in" filter="slide(fromBottom)">
                                      <p:cBhvr>
                                        <p:cTn id="87" dur="500"/>
                                        <p:tgtEl>
                                          <p:spTgt spid="95276"/>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95278"/>
                                        </p:tgtEl>
                                        <p:attrNameLst>
                                          <p:attrName>style.visibility</p:attrName>
                                        </p:attrNameLst>
                                      </p:cBhvr>
                                      <p:to>
                                        <p:strVal val="visible"/>
                                      </p:to>
                                    </p:set>
                                    <p:animEffect transition="in" filter="slide(fromBottom)">
                                      <p:cBhvr>
                                        <p:cTn id="92" dur="500"/>
                                        <p:tgtEl>
                                          <p:spTgt spid="95278"/>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95279"/>
                                        </p:tgtEl>
                                        <p:attrNameLst>
                                          <p:attrName>style.visibility</p:attrName>
                                        </p:attrNameLst>
                                      </p:cBhvr>
                                      <p:to>
                                        <p:strVal val="visible"/>
                                      </p:to>
                                    </p:set>
                                    <p:animEffect transition="in" filter="slide(fromBottom)">
                                      <p:cBhvr>
                                        <p:cTn id="97" dur="500"/>
                                        <p:tgtEl>
                                          <p:spTgt spid="95279"/>
                                        </p:tgtEl>
                                      </p:cBhvr>
                                    </p:animEffect>
                                  </p:childTnLst>
                                </p:cTn>
                              </p:par>
                            </p:childTnLst>
                          </p:cTn>
                        </p:par>
                      </p:childTnLst>
                    </p:cTn>
                  </p:par>
                  <p:par>
                    <p:cTn id="98" fill="hold">
                      <p:stCondLst>
                        <p:cond delay="indefinite"/>
                      </p:stCondLst>
                      <p:childTnLst>
                        <p:par>
                          <p:cTn id="99" fill="hold">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95280"/>
                                        </p:tgtEl>
                                        <p:attrNameLst>
                                          <p:attrName>style.visibility</p:attrName>
                                        </p:attrNameLst>
                                      </p:cBhvr>
                                      <p:to>
                                        <p:strVal val="visible"/>
                                      </p:to>
                                    </p:set>
                                    <p:animEffect transition="in" filter="slide(fromBottom)">
                                      <p:cBhvr>
                                        <p:cTn id="102" dur="500"/>
                                        <p:tgtEl>
                                          <p:spTgt spid="95280"/>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4" fill="hold" grpId="0" nodeType="clickEffect">
                                  <p:stCondLst>
                                    <p:cond delay="0"/>
                                  </p:stCondLst>
                                  <p:childTnLst>
                                    <p:set>
                                      <p:cBhvr>
                                        <p:cTn id="106" dur="1" fill="hold">
                                          <p:stCondLst>
                                            <p:cond delay="0"/>
                                          </p:stCondLst>
                                        </p:cTn>
                                        <p:tgtEl>
                                          <p:spTgt spid="95281"/>
                                        </p:tgtEl>
                                        <p:attrNameLst>
                                          <p:attrName>style.visibility</p:attrName>
                                        </p:attrNameLst>
                                      </p:cBhvr>
                                      <p:to>
                                        <p:strVal val="visible"/>
                                      </p:to>
                                    </p:set>
                                    <p:animEffect transition="in" filter="slide(fromBottom)">
                                      <p:cBhvr>
                                        <p:cTn id="107" dur="500"/>
                                        <p:tgtEl>
                                          <p:spTgt spid="95281"/>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grpId="0" nodeType="clickEffect">
                                  <p:stCondLst>
                                    <p:cond delay="0"/>
                                  </p:stCondLst>
                                  <p:childTnLst>
                                    <p:set>
                                      <p:cBhvr>
                                        <p:cTn id="111" dur="1" fill="hold">
                                          <p:stCondLst>
                                            <p:cond delay="0"/>
                                          </p:stCondLst>
                                        </p:cTn>
                                        <p:tgtEl>
                                          <p:spTgt spid="3"/>
                                        </p:tgtEl>
                                        <p:attrNameLst>
                                          <p:attrName>style.visibility</p:attrName>
                                        </p:attrNameLst>
                                      </p:cBhvr>
                                      <p:to>
                                        <p:strVal val="visible"/>
                                      </p:to>
                                    </p:set>
                                    <p:animEffect transition="in" filter="slide(fromBottom)">
                                      <p:cBhvr>
                                        <p:cTn id="112" dur="500"/>
                                        <p:tgtEl>
                                          <p:spTgt spid="3"/>
                                        </p:tgtEl>
                                      </p:cBhvr>
                                    </p:animEffect>
                                  </p:childTnLst>
                                </p:cTn>
                              </p:par>
                            </p:childTnLst>
                          </p:cTn>
                        </p:par>
                      </p:childTnLst>
                    </p:cTn>
                  </p:par>
                  <p:par>
                    <p:cTn id="113" fill="hold">
                      <p:stCondLst>
                        <p:cond delay="indefinite"/>
                      </p:stCondLst>
                      <p:childTnLst>
                        <p:par>
                          <p:cTn id="114" fill="hold">
                            <p:stCondLst>
                              <p:cond delay="0"/>
                            </p:stCondLst>
                            <p:childTnLst>
                              <p:par>
                                <p:cTn id="115" presetID="12" presetClass="entr" presetSubtype="4" fill="hold" grpId="0" nodeType="clickEffect">
                                  <p:stCondLst>
                                    <p:cond delay="0"/>
                                  </p:stCondLst>
                                  <p:childTnLst>
                                    <p:set>
                                      <p:cBhvr>
                                        <p:cTn id="116" dur="1" fill="hold">
                                          <p:stCondLst>
                                            <p:cond delay="0"/>
                                          </p:stCondLst>
                                        </p:cTn>
                                        <p:tgtEl>
                                          <p:spTgt spid="95282"/>
                                        </p:tgtEl>
                                        <p:attrNameLst>
                                          <p:attrName>style.visibility</p:attrName>
                                        </p:attrNameLst>
                                      </p:cBhvr>
                                      <p:to>
                                        <p:strVal val="visible"/>
                                      </p:to>
                                    </p:set>
                                    <p:animEffect transition="in" filter="slide(fromBottom)">
                                      <p:cBhvr>
                                        <p:cTn id="117" dur="500"/>
                                        <p:tgtEl>
                                          <p:spTgt spid="95282"/>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4" fill="hold" grpId="0" nodeType="clickEffect">
                                  <p:stCondLst>
                                    <p:cond delay="0"/>
                                  </p:stCondLst>
                                  <p:childTnLst>
                                    <p:set>
                                      <p:cBhvr>
                                        <p:cTn id="121" dur="1" fill="hold">
                                          <p:stCondLst>
                                            <p:cond delay="0"/>
                                          </p:stCondLst>
                                        </p:cTn>
                                        <p:tgtEl>
                                          <p:spTgt spid="95283"/>
                                        </p:tgtEl>
                                        <p:attrNameLst>
                                          <p:attrName>style.visibility</p:attrName>
                                        </p:attrNameLst>
                                      </p:cBhvr>
                                      <p:to>
                                        <p:strVal val="visible"/>
                                      </p:to>
                                    </p:set>
                                    <p:animEffect transition="in" filter="slide(fromBottom)">
                                      <p:cBhvr>
                                        <p:cTn id="122" dur="500"/>
                                        <p:tgtEl>
                                          <p:spTgt spid="95283"/>
                                        </p:tgtEl>
                                      </p:cBhvr>
                                    </p:animEffect>
                                  </p:childTnLst>
                                </p:cTn>
                              </p:par>
                            </p:childTnLst>
                          </p:cTn>
                        </p:par>
                      </p:childTnLst>
                    </p:cTn>
                  </p:par>
                  <p:par>
                    <p:cTn id="123" fill="hold">
                      <p:stCondLst>
                        <p:cond delay="indefinite"/>
                      </p:stCondLst>
                      <p:childTnLst>
                        <p:par>
                          <p:cTn id="124" fill="hold">
                            <p:stCondLst>
                              <p:cond delay="0"/>
                            </p:stCondLst>
                            <p:childTnLst>
                              <p:par>
                                <p:cTn id="125" presetID="12" presetClass="entr" presetSubtype="4" fill="hold" grpId="0" nodeType="clickEffect">
                                  <p:stCondLst>
                                    <p:cond delay="0"/>
                                  </p:stCondLst>
                                  <p:childTnLst>
                                    <p:set>
                                      <p:cBhvr>
                                        <p:cTn id="126" dur="1" fill="hold">
                                          <p:stCondLst>
                                            <p:cond delay="0"/>
                                          </p:stCondLst>
                                        </p:cTn>
                                        <p:tgtEl>
                                          <p:spTgt spid="95285"/>
                                        </p:tgtEl>
                                        <p:attrNameLst>
                                          <p:attrName>style.visibility</p:attrName>
                                        </p:attrNameLst>
                                      </p:cBhvr>
                                      <p:to>
                                        <p:strVal val="visible"/>
                                      </p:to>
                                    </p:set>
                                    <p:animEffect transition="in" filter="slide(fromBottom)">
                                      <p:cBhvr>
                                        <p:cTn id="127" dur="500"/>
                                        <p:tgtEl>
                                          <p:spTgt spid="95285"/>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95287"/>
                                        </p:tgtEl>
                                        <p:attrNameLst>
                                          <p:attrName>style.visibility</p:attrName>
                                        </p:attrNameLst>
                                      </p:cBhvr>
                                      <p:to>
                                        <p:strVal val="visible"/>
                                      </p:to>
                                    </p:set>
                                    <p:animEffect transition="in" filter="slide(fromBottom)">
                                      <p:cBhvr>
                                        <p:cTn id="132" dur="500"/>
                                        <p:tgtEl>
                                          <p:spTgt spid="95287"/>
                                        </p:tgtEl>
                                      </p:cBhvr>
                                    </p:animEffect>
                                  </p:childTnLst>
                                </p:cTn>
                              </p:par>
                            </p:childTnLst>
                          </p:cTn>
                        </p:par>
                      </p:childTnLst>
                    </p:cTn>
                  </p:par>
                  <p:par>
                    <p:cTn id="133" fill="hold">
                      <p:stCondLst>
                        <p:cond delay="indefinite"/>
                      </p:stCondLst>
                      <p:childTnLst>
                        <p:par>
                          <p:cTn id="134" fill="hold">
                            <p:stCondLst>
                              <p:cond delay="0"/>
                            </p:stCondLst>
                            <p:childTnLst>
                              <p:par>
                                <p:cTn id="135" presetID="12" presetClass="entr" presetSubtype="4" fill="hold" grpId="0" nodeType="clickEffect">
                                  <p:stCondLst>
                                    <p:cond delay="0"/>
                                  </p:stCondLst>
                                  <p:childTnLst>
                                    <p:set>
                                      <p:cBhvr>
                                        <p:cTn id="136" dur="1" fill="hold">
                                          <p:stCondLst>
                                            <p:cond delay="0"/>
                                          </p:stCondLst>
                                        </p:cTn>
                                        <p:tgtEl>
                                          <p:spTgt spid="95288"/>
                                        </p:tgtEl>
                                        <p:attrNameLst>
                                          <p:attrName>style.visibility</p:attrName>
                                        </p:attrNameLst>
                                      </p:cBhvr>
                                      <p:to>
                                        <p:strVal val="visible"/>
                                      </p:to>
                                    </p:set>
                                    <p:animEffect transition="in" filter="slide(fromBottom)">
                                      <p:cBhvr>
                                        <p:cTn id="137" dur="500"/>
                                        <p:tgtEl>
                                          <p:spTgt spid="95288"/>
                                        </p:tgtEl>
                                      </p:cBhvr>
                                    </p:animEffect>
                                  </p:childTnLst>
                                </p:cTn>
                              </p:par>
                            </p:childTnLst>
                          </p:cTn>
                        </p:par>
                      </p:childTnLst>
                    </p:cTn>
                  </p:par>
                  <p:par>
                    <p:cTn id="138" fill="hold">
                      <p:stCondLst>
                        <p:cond delay="indefinite"/>
                      </p:stCondLst>
                      <p:childTnLst>
                        <p:par>
                          <p:cTn id="139" fill="hold">
                            <p:stCondLst>
                              <p:cond delay="0"/>
                            </p:stCondLst>
                            <p:childTnLst>
                              <p:par>
                                <p:cTn id="140" presetID="12" presetClass="entr" presetSubtype="4" fill="hold" grpId="0" nodeType="clickEffect">
                                  <p:stCondLst>
                                    <p:cond delay="0"/>
                                  </p:stCondLst>
                                  <p:childTnLst>
                                    <p:set>
                                      <p:cBhvr>
                                        <p:cTn id="141" dur="1" fill="hold">
                                          <p:stCondLst>
                                            <p:cond delay="0"/>
                                          </p:stCondLst>
                                        </p:cTn>
                                        <p:tgtEl>
                                          <p:spTgt spid="95289"/>
                                        </p:tgtEl>
                                        <p:attrNameLst>
                                          <p:attrName>style.visibility</p:attrName>
                                        </p:attrNameLst>
                                      </p:cBhvr>
                                      <p:to>
                                        <p:strVal val="visible"/>
                                      </p:to>
                                    </p:set>
                                    <p:animEffect transition="in" filter="slide(fromBottom)">
                                      <p:cBhvr>
                                        <p:cTn id="142" dur="500"/>
                                        <p:tgtEl>
                                          <p:spTgt spid="95289"/>
                                        </p:tgtEl>
                                      </p:cBhvr>
                                    </p:animEffect>
                                  </p:childTnLst>
                                </p:cTn>
                              </p:par>
                            </p:childTnLst>
                          </p:cTn>
                        </p:par>
                      </p:childTnLst>
                    </p:cTn>
                  </p:par>
                  <p:par>
                    <p:cTn id="143" fill="hold">
                      <p:stCondLst>
                        <p:cond delay="indefinite"/>
                      </p:stCondLst>
                      <p:childTnLst>
                        <p:par>
                          <p:cTn id="144" fill="hold">
                            <p:stCondLst>
                              <p:cond delay="0"/>
                            </p:stCondLst>
                            <p:childTnLst>
                              <p:par>
                                <p:cTn id="145" presetID="12" presetClass="entr" presetSubtype="4" fill="hold" grpId="0" nodeType="clickEffect">
                                  <p:stCondLst>
                                    <p:cond delay="0"/>
                                  </p:stCondLst>
                                  <p:childTnLst>
                                    <p:set>
                                      <p:cBhvr>
                                        <p:cTn id="146" dur="1" fill="hold">
                                          <p:stCondLst>
                                            <p:cond delay="0"/>
                                          </p:stCondLst>
                                        </p:cTn>
                                        <p:tgtEl>
                                          <p:spTgt spid="95290"/>
                                        </p:tgtEl>
                                        <p:attrNameLst>
                                          <p:attrName>style.visibility</p:attrName>
                                        </p:attrNameLst>
                                      </p:cBhvr>
                                      <p:to>
                                        <p:strVal val="visible"/>
                                      </p:to>
                                    </p:set>
                                    <p:animEffect transition="in" filter="slide(fromBottom)">
                                      <p:cBhvr>
                                        <p:cTn id="147" dur="500"/>
                                        <p:tgtEl>
                                          <p:spTgt spid="95290"/>
                                        </p:tgtEl>
                                      </p:cBhvr>
                                    </p:animEffect>
                                  </p:childTnLst>
                                </p:cTn>
                              </p:par>
                            </p:childTnLst>
                          </p:cTn>
                        </p:par>
                      </p:childTnLst>
                    </p:cTn>
                  </p:par>
                  <p:par>
                    <p:cTn id="148" fill="hold">
                      <p:stCondLst>
                        <p:cond delay="indefinite"/>
                      </p:stCondLst>
                      <p:childTnLst>
                        <p:par>
                          <p:cTn id="149" fill="hold">
                            <p:stCondLst>
                              <p:cond delay="0"/>
                            </p:stCondLst>
                            <p:childTnLst>
                              <p:par>
                                <p:cTn id="150" presetID="12" presetClass="entr" presetSubtype="4" fill="hold" grpId="0" nodeType="clickEffect">
                                  <p:stCondLst>
                                    <p:cond delay="0"/>
                                  </p:stCondLst>
                                  <p:childTnLst>
                                    <p:set>
                                      <p:cBhvr>
                                        <p:cTn id="151" dur="1" fill="hold">
                                          <p:stCondLst>
                                            <p:cond delay="0"/>
                                          </p:stCondLst>
                                        </p:cTn>
                                        <p:tgtEl>
                                          <p:spTgt spid="4"/>
                                        </p:tgtEl>
                                        <p:attrNameLst>
                                          <p:attrName>style.visibility</p:attrName>
                                        </p:attrNameLst>
                                      </p:cBhvr>
                                      <p:to>
                                        <p:strVal val="visible"/>
                                      </p:to>
                                    </p:set>
                                    <p:animEffect transition="in" filter="slide(fromBottom)">
                                      <p:cBhvr>
                                        <p:cTn id="152" dur="500"/>
                                        <p:tgtEl>
                                          <p:spTgt spid="4"/>
                                        </p:tgtEl>
                                      </p:cBhvr>
                                    </p:animEffect>
                                  </p:childTnLst>
                                </p:cTn>
                              </p:par>
                            </p:childTnLst>
                          </p:cTn>
                        </p:par>
                      </p:childTnLst>
                    </p:cTn>
                  </p:par>
                  <p:par>
                    <p:cTn id="153" fill="hold">
                      <p:stCondLst>
                        <p:cond delay="indefinite"/>
                      </p:stCondLst>
                      <p:childTnLst>
                        <p:par>
                          <p:cTn id="154" fill="hold">
                            <p:stCondLst>
                              <p:cond delay="0"/>
                            </p:stCondLst>
                            <p:childTnLst>
                              <p:par>
                                <p:cTn id="155" presetID="12" presetClass="entr" presetSubtype="4" fill="hold" grpId="0" nodeType="clickEffect">
                                  <p:stCondLst>
                                    <p:cond delay="0"/>
                                  </p:stCondLst>
                                  <p:childTnLst>
                                    <p:set>
                                      <p:cBhvr>
                                        <p:cTn id="156" dur="1" fill="hold">
                                          <p:stCondLst>
                                            <p:cond delay="0"/>
                                          </p:stCondLst>
                                        </p:cTn>
                                        <p:tgtEl>
                                          <p:spTgt spid="95291"/>
                                        </p:tgtEl>
                                        <p:attrNameLst>
                                          <p:attrName>style.visibility</p:attrName>
                                        </p:attrNameLst>
                                      </p:cBhvr>
                                      <p:to>
                                        <p:strVal val="visible"/>
                                      </p:to>
                                    </p:set>
                                    <p:animEffect transition="in" filter="slide(fromBottom)">
                                      <p:cBhvr>
                                        <p:cTn id="157" dur="500"/>
                                        <p:tgtEl>
                                          <p:spTgt spid="95291"/>
                                        </p:tgtEl>
                                      </p:cBhvr>
                                    </p:animEffect>
                                  </p:childTnLst>
                                </p:cTn>
                              </p:par>
                            </p:childTnLst>
                          </p:cTn>
                        </p:par>
                      </p:childTnLst>
                    </p:cTn>
                  </p:par>
                  <p:par>
                    <p:cTn id="158" fill="hold">
                      <p:stCondLst>
                        <p:cond delay="indefinite"/>
                      </p:stCondLst>
                      <p:childTnLst>
                        <p:par>
                          <p:cTn id="159" fill="hold">
                            <p:stCondLst>
                              <p:cond delay="0"/>
                            </p:stCondLst>
                            <p:childTnLst>
                              <p:par>
                                <p:cTn id="160" presetID="12" presetClass="entr" presetSubtype="4" fill="hold" grpId="0" nodeType="clickEffect">
                                  <p:stCondLst>
                                    <p:cond delay="0"/>
                                  </p:stCondLst>
                                  <p:childTnLst>
                                    <p:set>
                                      <p:cBhvr>
                                        <p:cTn id="161" dur="1" fill="hold">
                                          <p:stCondLst>
                                            <p:cond delay="0"/>
                                          </p:stCondLst>
                                        </p:cTn>
                                        <p:tgtEl>
                                          <p:spTgt spid="95292"/>
                                        </p:tgtEl>
                                        <p:attrNameLst>
                                          <p:attrName>style.visibility</p:attrName>
                                        </p:attrNameLst>
                                      </p:cBhvr>
                                      <p:to>
                                        <p:strVal val="visible"/>
                                      </p:to>
                                    </p:set>
                                    <p:animEffect transition="in" filter="slide(fromBottom)">
                                      <p:cBhvr>
                                        <p:cTn id="162" dur="500"/>
                                        <p:tgtEl>
                                          <p:spTgt spid="95292"/>
                                        </p:tgtEl>
                                      </p:cBhvr>
                                    </p:animEffect>
                                  </p:childTnLst>
                                </p:cTn>
                              </p:par>
                            </p:childTnLst>
                          </p:cTn>
                        </p:par>
                      </p:childTnLst>
                    </p:cTn>
                  </p:par>
                  <p:par>
                    <p:cTn id="163" fill="hold">
                      <p:stCondLst>
                        <p:cond delay="indefinite"/>
                      </p:stCondLst>
                      <p:childTnLst>
                        <p:par>
                          <p:cTn id="164" fill="hold">
                            <p:stCondLst>
                              <p:cond delay="0"/>
                            </p:stCondLst>
                            <p:childTnLst>
                              <p:par>
                                <p:cTn id="165" presetID="12" presetClass="entr" presetSubtype="4" fill="hold" grpId="0" nodeType="clickEffect">
                                  <p:stCondLst>
                                    <p:cond delay="0"/>
                                  </p:stCondLst>
                                  <p:childTnLst>
                                    <p:set>
                                      <p:cBhvr>
                                        <p:cTn id="166" dur="1" fill="hold">
                                          <p:stCondLst>
                                            <p:cond delay="0"/>
                                          </p:stCondLst>
                                        </p:cTn>
                                        <p:tgtEl>
                                          <p:spTgt spid="95294"/>
                                        </p:tgtEl>
                                        <p:attrNameLst>
                                          <p:attrName>style.visibility</p:attrName>
                                        </p:attrNameLst>
                                      </p:cBhvr>
                                      <p:to>
                                        <p:strVal val="visible"/>
                                      </p:to>
                                    </p:set>
                                    <p:animEffect transition="in" filter="slide(fromBottom)">
                                      <p:cBhvr>
                                        <p:cTn id="167" dur="500"/>
                                        <p:tgtEl>
                                          <p:spTgt spid="95294"/>
                                        </p:tgtEl>
                                      </p:cBhvr>
                                    </p:animEffect>
                                  </p:childTnLst>
                                </p:cTn>
                              </p:par>
                            </p:childTnLst>
                          </p:cTn>
                        </p:par>
                      </p:childTnLst>
                    </p:cTn>
                  </p:par>
                  <p:par>
                    <p:cTn id="168" fill="hold">
                      <p:stCondLst>
                        <p:cond delay="indefinite"/>
                      </p:stCondLst>
                      <p:childTnLst>
                        <p:par>
                          <p:cTn id="169" fill="hold">
                            <p:stCondLst>
                              <p:cond delay="0"/>
                            </p:stCondLst>
                            <p:childTnLst>
                              <p:par>
                                <p:cTn id="170" presetID="12" presetClass="entr" presetSubtype="4" fill="hold" grpId="0" nodeType="clickEffect">
                                  <p:stCondLst>
                                    <p:cond delay="0"/>
                                  </p:stCondLst>
                                  <p:childTnLst>
                                    <p:set>
                                      <p:cBhvr>
                                        <p:cTn id="171" dur="1" fill="hold">
                                          <p:stCondLst>
                                            <p:cond delay="0"/>
                                          </p:stCondLst>
                                        </p:cTn>
                                        <p:tgtEl>
                                          <p:spTgt spid="95296"/>
                                        </p:tgtEl>
                                        <p:attrNameLst>
                                          <p:attrName>style.visibility</p:attrName>
                                        </p:attrNameLst>
                                      </p:cBhvr>
                                      <p:to>
                                        <p:strVal val="visible"/>
                                      </p:to>
                                    </p:set>
                                    <p:animEffect transition="in" filter="slide(fromBottom)">
                                      <p:cBhvr>
                                        <p:cTn id="172" dur="500"/>
                                        <p:tgtEl>
                                          <p:spTgt spid="95296"/>
                                        </p:tgtEl>
                                      </p:cBhvr>
                                    </p:animEffect>
                                  </p:childTnLst>
                                </p:cTn>
                              </p:par>
                            </p:childTnLst>
                          </p:cTn>
                        </p:par>
                      </p:childTnLst>
                    </p:cTn>
                  </p:par>
                  <p:par>
                    <p:cTn id="173" fill="hold">
                      <p:stCondLst>
                        <p:cond delay="indefinite"/>
                      </p:stCondLst>
                      <p:childTnLst>
                        <p:par>
                          <p:cTn id="174" fill="hold">
                            <p:stCondLst>
                              <p:cond delay="0"/>
                            </p:stCondLst>
                            <p:childTnLst>
                              <p:par>
                                <p:cTn id="175" presetID="12" presetClass="entr" presetSubtype="4" fill="hold" grpId="0" nodeType="clickEffect">
                                  <p:stCondLst>
                                    <p:cond delay="0"/>
                                  </p:stCondLst>
                                  <p:childTnLst>
                                    <p:set>
                                      <p:cBhvr>
                                        <p:cTn id="176" dur="1" fill="hold">
                                          <p:stCondLst>
                                            <p:cond delay="0"/>
                                          </p:stCondLst>
                                        </p:cTn>
                                        <p:tgtEl>
                                          <p:spTgt spid="95297"/>
                                        </p:tgtEl>
                                        <p:attrNameLst>
                                          <p:attrName>style.visibility</p:attrName>
                                        </p:attrNameLst>
                                      </p:cBhvr>
                                      <p:to>
                                        <p:strVal val="visible"/>
                                      </p:to>
                                    </p:set>
                                    <p:animEffect transition="in" filter="slide(fromBottom)">
                                      <p:cBhvr>
                                        <p:cTn id="177" dur="500"/>
                                        <p:tgtEl>
                                          <p:spTgt spid="95297"/>
                                        </p:tgtEl>
                                      </p:cBhvr>
                                    </p:animEffect>
                                  </p:childTnLst>
                                </p:cTn>
                              </p:par>
                            </p:childTnLst>
                          </p:cTn>
                        </p:par>
                      </p:childTnLst>
                    </p:cTn>
                  </p:par>
                  <p:par>
                    <p:cTn id="178" fill="hold">
                      <p:stCondLst>
                        <p:cond delay="indefinite"/>
                      </p:stCondLst>
                      <p:childTnLst>
                        <p:par>
                          <p:cTn id="179" fill="hold">
                            <p:stCondLst>
                              <p:cond delay="0"/>
                            </p:stCondLst>
                            <p:childTnLst>
                              <p:par>
                                <p:cTn id="180" presetID="12" presetClass="entr" presetSubtype="4" fill="hold" grpId="0" nodeType="clickEffect">
                                  <p:stCondLst>
                                    <p:cond delay="0"/>
                                  </p:stCondLst>
                                  <p:childTnLst>
                                    <p:set>
                                      <p:cBhvr>
                                        <p:cTn id="181" dur="1" fill="hold">
                                          <p:stCondLst>
                                            <p:cond delay="0"/>
                                          </p:stCondLst>
                                        </p:cTn>
                                        <p:tgtEl>
                                          <p:spTgt spid="95298"/>
                                        </p:tgtEl>
                                        <p:attrNameLst>
                                          <p:attrName>style.visibility</p:attrName>
                                        </p:attrNameLst>
                                      </p:cBhvr>
                                      <p:to>
                                        <p:strVal val="visible"/>
                                      </p:to>
                                    </p:set>
                                    <p:animEffect transition="in" filter="slide(fromBottom)">
                                      <p:cBhvr>
                                        <p:cTn id="182" dur="500"/>
                                        <p:tgtEl>
                                          <p:spTgt spid="95298"/>
                                        </p:tgtEl>
                                      </p:cBhvr>
                                    </p:animEffect>
                                  </p:childTnLst>
                                </p:cTn>
                              </p:par>
                            </p:childTnLst>
                          </p:cTn>
                        </p:par>
                      </p:childTnLst>
                    </p:cTn>
                  </p:par>
                  <p:par>
                    <p:cTn id="183" fill="hold">
                      <p:stCondLst>
                        <p:cond delay="indefinite"/>
                      </p:stCondLst>
                      <p:childTnLst>
                        <p:par>
                          <p:cTn id="184" fill="hold">
                            <p:stCondLst>
                              <p:cond delay="0"/>
                            </p:stCondLst>
                            <p:childTnLst>
                              <p:par>
                                <p:cTn id="185" presetID="12" presetClass="entr" presetSubtype="4" fill="hold" grpId="0" nodeType="clickEffect">
                                  <p:stCondLst>
                                    <p:cond delay="0"/>
                                  </p:stCondLst>
                                  <p:childTnLst>
                                    <p:set>
                                      <p:cBhvr>
                                        <p:cTn id="186" dur="1" fill="hold">
                                          <p:stCondLst>
                                            <p:cond delay="0"/>
                                          </p:stCondLst>
                                        </p:cTn>
                                        <p:tgtEl>
                                          <p:spTgt spid="95299"/>
                                        </p:tgtEl>
                                        <p:attrNameLst>
                                          <p:attrName>style.visibility</p:attrName>
                                        </p:attrNameLst>
                                      </p:cBhvr>
                                      <p:to>
                                        <p:strVal val="visible"/>
                                      </p:to>
                                    </p:set>
                                    <p:animEffect transition="in" filter="slide(fromBottom)">
                                      <p:cBhvr>
                                        <p:cTn id="187" dur="500"/>
                                        <p:tgtEl>
                                          <p:spTgt spid="95299"/>
                                        </p:tgtEl>
                                      </p:cBhvr>
                                    </p:animEffect>
                                  </p:childTnLst>
                                </p:cTn>
                              </p:par>
                            </p:childTnLst>
                          </p:cTn>
                        </p:par>
                      </p:childTnLst>
                    </p:cTn>
                  </p:par>
                  <p:par>
                    <p:cTn id="188" fill="hold">
                      <p:stCondLst>
                        <p:cond delay="indefinite"/>
                      </p:stCondLst>
                      <p:childTnLst>
                        <p:par>
                          <p:cTn id="189" fill="hold">
                            <p:stCondLst>
                              <p:cond delay="0"/>
                            </p:stCondLst>
                            <p:childTnLst>
                              <p:par>
                                <p:cTn id="190" presetID="12" presetClass="entr" presetSubtype="4" fill="hold" grpId="0" nodeType="clickEffect">
                                  <p:stCondLst>
                                    <p:cond delay="0"/>
                                  </p:stCondLst>
                                  <p:childTnLst>
                                    <p:set>
                                      <p:cBhvr>
                                        <p:cTn id="191" dur="1" fill="hold">
                                          <p:stCondLst>
                                            <p:cond delay="0"/>
                                          </p:stCondLst>
                                        </p:cTn>
                                        <p:tgtEl>
                                          <p:spTgt spid="95300"/>
                                        </p:tgtEl>
                                        <p:attrNameLst>
                                          <p:attrName>style.visibility</p:attrName>
                                        </p:attrNameLst>
                                      </p:cBhvr>
                                      <p:to>
                                        <p:strVal val="visible"/>
                                      </p:to>
                                    </p:set>
                                    <p:animEffect transition="in" filter="slide(fromBottom)">
                                      <p:cBhvr>
                                        <p:cTn id="192" dur="500"/>
                                        <p:tgtEl>
                                          <p:spTgt spid="95300"/>
                                        </p:tgtEl>
                                      </p:cBhvr>
                                    </p:animEffect>
                                  </p:childTnLst>
                                </p:cTn>
                              </p:par>
                            </p:childTnLst>
                          </p:cTn>
                        </p:par>
                      </p:childTnLst>
                    </p:cTn>
                  </p:par>
                  <p:par>
                    <p:cTn id="193" fill="hold">
                      <p:stCondLst>
                        <p:cond delay="indefinite"/>
                      </p:stCondLst>
                      <p:childTnLst>
                        <p:par>
                          <p:cTn id="194" fill="hold">
                            <p:stCondLst>
                              <p:cond delay="0"/>
                            </p:stCondLst>
                            <p:childTnLst>
                              <p:par>
                                <p:cTn id="195" presetID="12" presetClass="entr" presetSubtype="4" fill="hold" grpId="0" nodeType="clickEffect">
                                  <p:stCondLst>
                                    <p:cond delay="0"/>
                                  </p:stCondLst>
                                  <p:childTnLst>
                                    <p:set>
                                      <p:cBhvr>
                                        <p:cTn id="196" dur="1" fill="hold">
                                          <p:stCondLst>
                                            <p:cond delay="0"/>
                                          </p:stCondLst>
                                        </p:cTn>
                                        <p:tgtEl>
                                          <p:spTgt spid="95301"/>
                                        </p:tgtEl>
                                        <p:attrNameLst>
                                          <p:attrName>style.visibility</p:attrName>
                                        </p:attrNameLst>
                                      </p:cBhvr>
                                      <p:to>
                                        <p:strVal val="visible"/>
                                      </p:to>
                                    </p:set>
                                    <p:animEffect transition="in" filter="slide(fromBottom)">
                                      <p:cBhvr>
                                        <p:cTn id="197" dur="500"/>
                                        <p:tgtEl>
                                          <p:spTgt spid="95301"/>
                                        </p:tgtEl>
                                      </p:cBhvr>
                                    </p:animEffect>
                                  </p:childTnLst>
                                </p:cTn>
                              </p:par>
                            </p:childTnLst>
                          </p:cTn>
                        </p:par>
                      </p:childTnLst>
                    </p:cTn>
                  </p:par>
                  <p:par>
                    <p:cTn id="198" fill="hold">
                      <p:stCondLst>
                        <p:cond delay="indefinite"/>
                      </p:stCondLst>
                      <p:childTnLst>
                        <p:par>
                          <p:cTn id="199" fill="hold">
                            <p:stCondLst>
                              <p:cond delay="0"/>
                            </p:stCondLst>
                            <p:childTnLst>
                              <p:par>
                                <p:cTn id="200" presetID="12" presetClass="entr" presetSubtype="4" fill="hold" grpId="0" nodeType="clickEffect">
                                  <p:stCondLst>
                                    <p:cond delay="0"/>
                                  </p:stCondLst>
                                  <p:childTnLst>
                                    <p:set>
                                      <p:cBhvr>
                                        <p:cTn id="201" dur="1" fill="hold">
                                          <p:stCondLst>
                                            <p:cond delay="0"/>
                                          </p:stCondLst>
                                        </p:cTn>
                                        <p:tgtEl>
                                          <p:spTgt spid="95303"/>
                                        </p:tgtEl>
                                        <p:attrNameLst>
                                          <p:attrName>style.visibility</p:attrName>
                                        </p:attrNameLst>
                                      </p:cBhvr>
                                      <p:to>
                                        <p:strVal val="visible"/>
                                      </p:to>
                                    </p:set>
                                    <p:animEffect transition="in" filter="slide(fromBottom)">
                                      <p:cBhvr>
                                        <p:cTn id="202" dur="500"/>
                                        <p:tgtEl>
                                          <p:spTgt spid="95303"/>
                                        </p:tgtEl>
                                      </p:cBhvr>
                                    </p:animEffect>
                                  </p:childTnLst>
                                </p:cTn>
                              </p:par>
                            </p:childTnLst>
                          </p:cTn>
                        </p:par>
                      </p:childTnLst>
                    </p:cTn>
                  </p:par>
                  <p:par>
                    <p:cTn id="203" fill="hold">
                      <p:stCondLst>
                        <p:cond delay="indefinite"/>
                      </p:stCondLst>
                      <p:childTnLst>
                        <p:par>
                          <p:cTn id="204" fill="hold">
                            <p:stCondLst>
                              <p:cond delay="0"/>
                            </p:stCondLst>
                            <p:childTnLst>
                              <p:par>
                                <p:cTn id="205" presetID="12" presetClass="entr" presetSubtype="4" fill="hold" grpId="0" nodeType="clickEffect">
                                  <p:stCondLst>
                                    <p:cond delay="0"/>
                                  </p:stCondLst>
                                  <p:childTnLst>
                                    <p:set>
                                      <p:cBhvr>
                                        <p:cTn id="206" dur="1" fill="hold">
                                          <p:stCondLst>
                                            <p:cond delay="0"/>
                                          </p:stCondLst>
                                        </p:cTn>
                                        <p:tgtEl>
                                          <p:spTgt spid="95305"/>
                                        </p:tgtEl>
                                        <p:attrNameLst>
                                          <p:attrName>style.visibility</p:attrName>
                                        </p:attrNameLst>
                                      </p:cBhvr>
                                      <p:to>
                                        <p:strVal val="visible"/>
                                      </p:to>
                                    </p:set>
                                    <p:animEffect transition="in" filter="slide(fromBottom)">
                                      <p:cBhvr>
                                        <p:cTn id="207" dur="500"/>
                                        <p:tgtEl>
                                          <p:spTgt spid="95305"/>
                                        </p:tgtEl>
                                      </p:cBhvr>
                                    </p:animEffect>
                                  </p:childTnLst>
                                </p:cTn>
                              </p:par>
                            </p:childTnLst>
                          </p:cTn>
                        </p:par>
                      </p:childTnLst>
                    </p:cTn>
                  </p:par>
                  <p:par>
                    <p:cTn id="208" fill="hold">
                      <p:stCondLst>
                        <p:cond delay="indefinite"/>
                      </p:stCondLst>
                      <p:childTnLst>
                        <p:par>
                          <p:cTn id="209" fill="hold">
                            <p:stCondLst>
                              <p:cond delay="0"/>
                            </p:stCondLst>
                            <p:childTnLst>
                              <p:par>
                                <p:cTn id="210" presetID="12" presetClass="entr" presetSubtype="4" fill="hold" grpId="0" nodeType="clickEffect">
                                  <p:stCondLst>
                                    <p:cond delay="0"/>
                                  </p:stCondLst>
                                  <p:childTnLst>
                                    <p:set>
                                      <p:cBhvr>
                                        <p:cTn id="211" dur="1" fill="hold">
                                          <p:stCondLst>
                                            <p:cond delay="0"/>
                                          </p:stCondLst>
                                        </p:cTn>
                                        <p:tgtEl>
                                          <p:spTgt spid="95306"/>
                                        </p:tgtEl>
                                        <p:attrNameLst>
                                          <p:attrName>style.visibility</p:attrName>
                                        </p:attrNameLst>
                                      </p:cBhvr>
                                      <p:to>
                                        <p:strVal val="visible"/>
                                      </p:to>
                                    </p:set>
                                    <p:animEffect transition="in" filter="slide(fromBottom)">
                                      <p:cBhvr>
                                        <p:cTn id="212" dur="500"/>
                                        <p:tgtEl>
                                          <p:spTgt spid="95306"/>
                                        </p:tgtEl>
                                      </p:cBhvr>
                                    </p:animEffect>
                                  </p:childTnLst>
                                </p:cTn>
                              </p:par>
                            </p:childTnLst>
                          </p:cTn>
                        </p:par>
                      </p:childTnLst>
                    </p:cTn>
                  </p:par>
                  <p:par>
                    <p:cTn id="213" fill="hold">
                      <p:stCondLst>
                        <p:cond delay="indefinite"/>
                      </p:stCondLst>
                      <p:childTnLst>
                        <p:par>
                          <p:cTn id="214" fill="hold">
                            <p:stCondLst>
                              <p:cond delay="0"/>
                            </p:stCondLst>
                            <p:childTnLst>
                              <p:par>
                                <p:cTn id="215" presetID="12" presetClass="entr" presetSubtype="4" fill="hold" grpId="0" nodeType="clickEffect">
                                  <p:stCondLst>
                                    <p:cond delay="0"/>
                                  </p:stCondLst>
                                  <p:childTnLst>
                                    <p:set>
                                      <p:cBhvr>
                                        <p:cTn id="216" dur="1" fill="hold">
                                          <p:stCondLst>
                                            <p:cond delay="0"/>
                                          </p:stCondLst>
                                        </p:cTn>
                                        <p:tgtEl>
                                          <p:spTgt spid="95307"/>
                                        </p:tgtEl>
                                        <p:attrNameLst>
                                          <p:attrName>style.visibility</p:attrName>
                                        </p:attrNameLst>
                                      </p:cBhvr>
                                      <p:to>
                                        <p:strVal val="visible"/>
                                      </p:to>
                                    </p:set>
                                    <p:animEffect transition="in" filter="slide(fromBottom)">
                                      <p:cBhvr>
                                        <p:cTn id="217" dur="500"/>
                                        <p:tgtEl>
                                          <p:spTgt spid="95307"/>
                                        </p:tgtEl>
                                      </p:cBhvr>
                                    </p:animEffect>
                                  </p:childTnLst>
                                </p:cTn>
                              </p:par>
                            </p:childTnLst>
                          </p:cTn>
                        </p:par>
                      </p:childTnLst>
                    </p:cTn>
                  </p:par>
                  <p:par>
                    <p:cTn id="218" fill="hold">
                      <p:stCondLst>
                        <p:cond delay="indefinite"/>
                      </p:stCondLst>
                      <p:childTnLst>
                        <p:par>
                          <p:cTn id="219" fill="hold">
                            <p:stCondLst>
                              <p:cond delay="0"/>
                            </p:stCondLst>
                            <p:childTnLst>
                              <p:par>
                                <p:cTn id="220" presetID="12" presetClass="entr" presetSubtype="4" fill="hold" grpId="0" nodeType="clickEffect">
                                  <p:stCondLst>
                                    <p:cond delay="0"/>
                                  </p:stCondLst>
                                  <p:childTnLst>
                                    <p:set>
                                      <p:cBhvr>
                                        <p:cTn id="221" dur="1" fill="hold">
                                          <p:stCondLst>
                                            <p:cond delay="0"/>
                                          </p:stCondLst>
                                        </p:cTn>
                                        <p:tgtEl>
                                          <p:spTgt spid="95308"/>
                                        </p:tgtEl>
                                        <p:attrNameLst>
                                          <p:attrName>style.visibility</p:attrName>
                                        </p:attrNameLst>
                                      </p:cBhvr>
                                      <p:to>
                                        <p:strVal val="visible"/>
                                      </p:to>
                                    </p:set>
                                    <p:animEffect transition="in" filter="slide(fromBottom)">
                                      <p:cBhvr>
                                        <p:cTn id="222" dur="500"/>
                                        <p:tgtEl>
                                          <p:spTgt spid="95308"/>
                                        </p:tgtEl>
                                      </p:cBhvr>
                                    </p:animEffect>
                                  </p:childTnLst>
                                </p:cTn>
                              </p:par>
                            </p:childTnLst>
                          </p:cTn>
                        </p:par>
                      </p:childTnLst>
                    </p:cTn>
                  </p:par>
                  <p:par>
                    <p:cTn id="223" fill="hold">
                      <p:stCondLst>
                        <p:cond delay="indefinite"/>
                      </p:stCondLst>
                      <p:childTnLst>
                        <p:par>
                          <p:cTn id="224" fill="hold">
                            <p:stCondLst>
                              <p:cond delay="0"/>
                            </p:stCondLst>
                            <p:childTnLst>
                              <p:par>
                                <p:cTn id="225" presetID="12" presetClass="entr" presetSubtype="4" fill="hold" grpId="0" nodeType="clickEffect">
                                  <p:stCondLst>
                                    <p:cond delay="0"/>
                                  </p:stCondLst>
                                  <p:childTnLst>
                                    <p:set>
                                      <p:cBhvr>
                                        <p:cTn id="226" dur="1" fill="hold">
                                          <p:stCondLst>
                                            <p:cond delay="0"/>
                                          </p:stCondLst>
                                        </p:cTn>
                                        <p:tgtEl>
                                          <p:spTgt spid="95309"/>
                                        </p:tgtEl>
                                        <p:attrNameLst>
                                          <p:attrName>style.visibility</p:attrName>
                                        </p:attrNameLst>
                                      </p:cBhvr>
                                      <p:to>
                                        <p:strVal val="visible"/>
                                      </p:to>
                                    </p:set>
                                    <p:animEffect transition="in" filter="slide(fromBottom)">
                                      <p:cBhvr>
                                        <p:cTn id="227" dur="500"/>
                                        <p:tgtEl>
                                          <p:spTgt spid="95309"/>
                                        </p:tgtEl>
                                      </p:cBhvr>
                                    </p:animEffect>
                                  </p:childTnLst>
                                </p:cTn>
                              </p:par>
                            </p:childTnLst>
                          </p:cTn>
                        </p:par>
                      </p:childTnLst>
                    </p:cTn>
                  </p:par>
                  <p:par>
                    <p:cTn id="228" fill="hold">
                      <p:stCondLst>
                        <p:cond delay="indefinite"/>
                      </p:stCondLst>
                      <p:childTnLst>
                        <p:par>
                          <p:cTn id="229" fill="hold">
                            <p:stCondLst>
                              <p:cond delay="0"/>
                            </p:stCondLst>
                            <p:childTnLst>
                              <p:par>
                                <p:cTn id="230" presetID="12" presetClass="entr" presetSubtype="4" fill="hold" grpId="0" nodeType="clickEffect">
                                  <p:stCondLst>
                                    <p:cond delay="0"/>
                                  </p:stCondLst>
                                  <p:childTnLst>
                                    <p:set>
                                      <p:cBhvr>
                                        <p:cTn id="231" dur="1" fill="hold">
                                          <p:stCondLst>
                                            <p:cond delay="0"/>
                                          </p:stCondLst>
                                        </p:cTn>
                                        <p:tgtEl>
                                          <p:spTgt spid="95310"/>
                                        </p:tgtEl>
                                        <p:attrNameLst>
                                          <p:attrName>style.visibility</p:attrName>
                                        </p:attrNameLst>
                                      </p:cBhvr>
                                      <p:to>
                                        <p:strVal val="visible"/>
                                      </p:to>
                                    </p:set>
                                    <p:animEffect transition="in" filter="slide(fromBottom)">
                                      <p:cBhvr>
                                        <p:cTn id="232" dur="500"/>
                                        <p:tgtEl>
                                          <p:spTgt spid="95310"/>
                                        </p:tgtEl>
                                      </p:cBhvr>
                                    </p:animEffect>
                                  </p:childTnLst>
                                </p:cTn>
                              </p:par>
                            </p:childTnLst>
                          </p:cTn>
                        </p:par>
                      </p:childTnLst>
                    </p:cTn>
                  </p:par>
                  <p:par>
                    <p:cTn id="233" fill="hold">
                      <p:stCondLst>
                        <p:cond delay="indefinite"/>
                      </p:stCondLst>
                      <p:childTnLst>
                        <p:par>
                          <p:cTn id="234" fill="hold">
                            <p:stCondLst>
                              <p:cond delay="0"/>
                            </p:stCondLst>
                            <p:childTnLst>
                              <p:par>
                                <p:cTn id="235" presetID="12" presetClass="entr" presetSubtype="4" fill="hold" grpId="0" nodeType="clickEffect">
                                  <p:stCondLst>
                                    <p:cond delay="0"/>
                                  </p:stCondLst>
                                  <p:childTnLst>
                                    <p:set>
                                      <p:cBhvr>
                                        <p:cTn id="236" dur="1" fill="hold">
                                          <p:stCondLst>
                                            <p:cond delay="0"/>
                                          </p:stCondLst>
                                        </p:cTn>
                                        <p:tgtEl>
                                          <p:spTgt spid="95312"/>
                                        </p:tgtEl>
                                        <p:attrNameLst>
                                          <p:attrName>style.visibility</p:attrName>
                                        </p:attrNameLst>
                                      </p:cBhvr>
                                      <p:to>
                                        <p:strVal val="visible"/>
                                      </p:to>
                                    </p:set>
                                    <p:animEffect transition="in" filter="slide(fromBottom)">
                                      <p:cBhvr>
                                        <p:cTn id="237" dur="500"/>
                                        <p:tgtEl>
                                          <p:spTgt spid="95312"/>
                                        </p:tgtEl>
                                      </p:cBhvr>
                                    </p:animEffect>
                                  </p:childTnLst>
                                </p:cTn>
                              </p:par>
                            </p:childTnLst>
                          </p:cTn>
                        </p:par>
                      </p:childTnLst>
                    </p:cTn>
                  </p:par>
                  <p:par>
                    <p:cTn id="238" fill="hold">
                      <p:stCondLst>
                        <p:cond delay="indefinite"/>
                      </p:stCondLst>
                      <p:childTnLst>
                        <p:par>
                          <p:cTn id="239" fill="hold">
                            <p:stCondLst>
                              <p:cond delay="0"/>
                            </p:stCondLst>
                            <p:childTnLst>
                              <p:par>
                                <p:cTn id="240" presetID="12" presetClass="entr" presetSubtype="4" fill="hold" grpId="0" nodeType="clickEffect">
                                  <p:stCondLst>
                                    <p:cond delay="0"/>
                                  </p:stCondLst>
                                  <p:childTnLst>
                                    <p:set>
                                      <p:cBhvr>
                                        <p:cTn id="241" dur="1" fill="hold">
                                          <p:stCondLst>
                                            <p:cond delay="0"/>
                                          </p:stCondLst>
                                        </p:cTn>
                                        <p:tgtEl>
                                          <p:spTgt spid="95314"/>
                                        </p:tgtEl>
                                        <p:attrNameLst>
                                          <p:attrName>style.visibility</p:attrName>
                                        </p:attrNameLst>
                                      </p:cBhvr>
                                      <p:to>
                                        <p:strVal val="visible"/>
                                      </p:to>
                                    </p:set>
                                    <p:animEffect transition="in" filter="slide(fromBottom)">
                                      <p:cBhvr>
                                        <p:cTn id="242" dur="500"/>
                                        <p:tgtEl>
                                          <p:spTgt spid="95314"/>
                                        </p:tgtEl>
                                      </p:cBhvr>
                                    </p:animEffect>
                                  </p:childTnLst>
                                </p:cTn>
                              </p:par>
                            </p:childTnLst>
                          </p:cTn>
                        </p:par>
                      </p:childTnLst>
                    </p:cTn>
                  </p:par>
                  <p:par>
                    <p:cTn id="243" fill="hold">
                      <p:stCondLst>
                        <p:cond delay="indefinite"/>
                      </p:stCondLst>
                      <p:childTnLst>
                        <p:par>
                          <p:cTn id="244" fill="hold">
                            <p:stCondLst>
                              <p:cond delay="0"/>
                            </p:stCondLst>
                            <p:childTnLst>
                              <p:par>
                                <p:cTn id="245" presetID="12" presetClass="entr" presetSubtype="4" fill="hold" grpId="0" nodeType="clickEffect">
                                  <p:stCondLst>
                                    <p:cond delay="0"/>
                                  </p:stCondLst>
                                  <p:childTnLst>
                                    <p:set>
                                      <p:cBhvr>
                                        <p:cTn id="246" dur="1" fill="hold">
                                          <p:stCondLst>
                                            <p:cond delay="0"/>
                                          </p:stCondLst>
                                        </p:cTn>
                                        <p:tgtEl>
                                          <p:spTgt spid="95315"/>
                                        </p:tgtEl>
                                        <p:attrNameLst>
                                          <p:attrName>style.visibility</p:attrName>
                                        </p:attrNameLst>
                                      </p:cBhvr>
                                      <p:to>
                                        <p:strVal val="visible"/>
                                      </p:to>
                                    </p:set>
                                    <p:animEffect transition="in" filter="slide(fromBottom)">
                                      <p:cBhvr>
                                        <p:cTn id="247" dur="500"/>
                                        <p:tgtEl>
                                          <p:spTgt spid="95315"/>
                                        </p:tgtEl>
                                      </p:cBhvr>
                                    </p:animEffect>
                                  </p:childTnLst>
                                </p:cTn>
                              </p:par>
                            </p:childTnLst>
                          </p:cTn>
                        </p:par>
                      </p:childTnLst>
                    </p:cTn>
                  </p:par>
                  <p:par>
                    <p:cTn id="248" fill="hold">
                      <p:stCondLst>
                        <p:cond delay="indefinite"/>
                      </p:stCondLst>
                      <p:childTnLst>
                        <p:par>
                          <p:cTn id="249" fill="hold">
                            <p:stCondLst>
                              <p:cond delay="0"/>
                            </p:stCondLst>
                            <p:childTnLst>
                              <p:par>
                                <p:cTn id="250" presetID="12" presetClass="entr" presetSubtype="4" fill="hold" grpId="0" nodeType="clickEffect">
                                  <p:stCondLst>
                                    <p:cond delay="0"/>
                                  </p:stCondLst>
                                  <p:childTnLst>
                                    <p:set>
                                      <p:cBhvr>
                                        <p:cTn id="251" dur="1" fill="hold">
                                          <p:stCondLst>
                                            <p:cond delay="0"/>
                                          </p:stCondLst>
                                        </p:cTn>
                                        <p:tgtEl>
                                          <p:spTgt spid="95316"/>
                                        </p:tgtEl>
                                        <p:attrNameLst>
                                          <p:attrName>style.visibility</p:attrName>
                                        </p:attrNameLst>
                                      </p:cBhvr>
                                      <p:to>
                                        <p:strVal val="visible"/>
                                      </p:to>
                                    </p:set>
                                    <p:animEffect transition="in" filter="slide(fromBottom)">
                                      <p:cBhvr>
                                        <p:cTn id="252" dur="500"/>
                                        <p:tgtEl>
                                          <p:spTgt spid="95316"/>
                                        </p:tgtEl>
                                      </p:cBhvr>
                                    </p:animEffect>
                                  </p:childTnLst>
                                </p:cTn>
                              </p:par>
                            </p:childTnLst>
                          </p:cTn>
                        </p:par>
                      </p:childTnLst>
                    </p:cTn>
                  </p:par>
                  <p:par>
                    <p:cTn id="253" fill="hold">
                      <p:stCondLst>
                        <p:cond delay="indefinite"/>
                      </p:stCondLst>
                      <p:childTnLst>
                        <p:par>
                          <p:cTn id="254" fill="hold">
                            <p:stCondLst>
                              <p:cond delay="0"/>
                            </p:stCondLst>
                            <p:childTnLst>
                              <p:par>
                                <p:cTn id="255" presetID="12" presetClass="entr" presetSubtype="4" fill="hold" grpId="0" nodeType="clickEffect">
                                  <p:stCondLst>
                                    <p:cond delay="0"/>
                                  </p:stCondLst>
                                  <p:childTnLst>
                                    <p:set>
                                      <p:cBhvr>
                                        <p:cTn id="256" dur="1" fill="hold">
                                          <p:stCondLst>
                                            <p:cond delay="0"/>
                                          </p:stCondLst>
                                        </p:cTn>
                                        <p:tgtEl>
                                          <p:spTgt spid="95317"/>
                                        </p:tgtEl>
                                        <p:attrNameLst>
                                          <p:attrName>style.visibility</p:attrName>
                                        </p:attrNameLst>
                                      </p:cBhvr>
                                      <p:to>
                                        <p:strVal val="visible"/>
                                      </p:to>
                                    </p:set>
                                    <p:animEffect transition="in" filter="slide(fromBottom)">
                                      <p:cBhvr>
                                        <p:cTn id="257" dur="500"/>
                                        <p:tgtEl>
                                          <p:spTgt spid="95317"/>
                                        </p:tgtEl>
                                      </p:cBhvr>
                                    </p:animEffect>
                                  </p:childTnLst>
                                </p:cTn>
                              </p:par>
                            </p:childTnLst>
                          </p:cTn>
                        </p:par>
                      </p:childTnLst>
                    </p:cTn>
                  </p:par>
                  <p:par>
                    <p:cTn id="258" fill="hold">
                      <p:stCondLst>
                        <p:cond delay="indefinite"/>
                      </p:stCondLst>
                      <p:childTnLst>
                        <p:par>
                          <p:cTn id="259" fill="hold">
                            <p:stCondLst>
                              <p:cond delay="0"/>
                            </p:stCondLst>
                            <p:childTnLst>
                              <p:par>
                                <p:cTn id="260" presetID="12" presetClass="entr" presetSubtype="4" fill="hold" grpId="0" nodeType="clickEffect">
                                  <p:stCondLst>
                                    <p:cond delay="0"/>
                                  </p:stCondLst>
                                  <p:childTnLst>
                                    <p:set>
                                      <p:cBhvr>
                                        <p:cTn id="261" dur="1" fill="hold">
                                          <p:stCondLst>
                                            <p:cond delay="0"/>
                                          </p:stCondLst>
                                        </p:cTn>
                                        <p:tgtEl>
                                          <p:spTgt spid="95318"/>
                                        </p:tgtEl>
                                        <p:attrNameLst>
                                          <p:attrName>style.visibility</p:attrName>
                                        </p:attrNameLst>
                                      </p:cBhvr>
                                      <p:to>
                                        <p:strVal val="visible"/>
                                      </p:to>
                                    </p:set>
                                    <p:animEffect transition="in" filter="slide(fromBottom)">
                                      <p:cBhvr>
                                        <p:cTn id="262" dur="500"/>
                                        <p:tgtEl>
                                          <p:spTgt spid="95318"/>
                                        </p:tgtEl>
                                      </p:cBhvr>
                                    </p:animEffect>
                                  </p:childTnLst>
                                </p:cTn>
                              </p:par>
                            </p:childTnLst>
                          </p:cTn>
                        </p:par>
                      </p:childTnLst>
                    </p:cTn>
                  </p:par>
                  <p:par>
                    <p:cTn id="263" fill="hold">
                      <p:stCondLst>
                        <p:cond delay="indefinite"/>
                      </p:stCondLst>
                      <p:childTnLst>
                        <p:par>
                          <p:cTn id="264" fill="hold">
                            <p:stCondLst>
                              <p:cond delay="0"/>
                            </p:stCondLst>
                            <p:childTnLst>
                              <p:par>
                                <p:cTn id="265" presetID="12" presetClass="entr" presetSubtype="4" fill="hold" grpId="0" nodeType="clickEffect">
                                  <p:stCondLst>
                                    <p:cond delay="0"/>
                                  </p:stCondLst>
                                  <p:childTnLst>
                                    <p:set>
                                      <p:cBhvr>
                                        <p:cTn id="266" dur="1" fill="hold">
                                          <p:stCondLst>
                                            <p:cond delay="0"/>
                                          </p:stCondLst>
                                        </p:cTn>
                                        <p:tgtEl>
                                          <p:spTgt spid="95319"/>
                                        </p:tgtEl>
                                        <p:attrNameLst>
                                          <p:attrName>style.visibility</p:attrName>
                                        </p:attrNameLst>
                                      </p:cBhvr>
                                      <p:to>
                                        <p:strVal val="visible"/>
                                      </p:to>
                                    </p:set>
                                    <p:animEffect transition="in" filter="slide(fromBottom)">
                                      <p:cBhvr>
                                        <p:cTn id="267" dur="500"/>
                                        <p:tgtEl>
                                          <p:spTgt spid="95319"/>
                                        </p:tgtEl>
                                      </p:cBhvr>
                                    </p:animEffect>
                                  </p:childTnLst>
                                </p:cTn>
                              </p:par>
                            </p:childTnLst>
                          </p:cTn>
                        </p:par>
                      </p:childTnLst>
                    </p:cTn>
                  </p:par>
                  <p:par>
                    <p:cTn id="268" fill="hold">
                      <p:stCondLst>
                        <p:cond delay="indefinite"/>
                      </p:stCondLst>
                      <p:childTnLst>
                        <p:par>
                          <p:cTn id="269" fill="hold">
                            <p:stCondLst>
                              <p:cond delay="0"/>
                            </p:stCondLst>
                            <p:childTnLst>
                              <p:par>
                                <p:cTn id="270" presetID="12" presetClass="entr" presetSubtype="4" fill="hold" grpId="0" nodeType="clickEffect">
                                  <p:stCondLst>
                                    <p:cond delay="0"/>
                                  </p:stCondLst>
                                  <p:childTnLst>
                                    <p:set>
                                      <p:cBhvr>
                                        <p:cTn id="271" dur="1" fill="hold">
                                          <p:stCondLst>
                                            <p:cond delay="0"/>
                                          </p:stCondLst>
                                        </p:cTn>
                                        <p:tgtEl>
                                          <p:spTgt spid="95321"/>
                                        </p:tgtEl>
                                        <p:attrNameLst>
                                          <p:attrName>style.visibility</p:attrName>
                                        </p:attrNameLst>
                                      </p:cBhvr>
                                      <p:to>
                                        <p:strVal val="visible"/>
                                      </p:to>
                                    </p:set>
                                    <p:animEffect transition="in" filter="slide(fromBottom)">
                                      <p:cBhvr>
                                        <p:cTn id="272" dur="500"/>
                                        <p:tgtEl>
                                          <p:spTgt spid="95321"/>
                                        </p:tgtEl>
                                      </p:cBhvr>
                                    </p:animEffect>
                                  </p:childTnLst>
                                </p:cTn>
                              </p:par>
                            </p:childTnLst>
                          </p:cTn>
                        </p:par>
                      </p:childTnLst>
                    </p:cTn>
                  </p:par>
                  <p:par>
                    <p:cTn id="273" fill="hold">
                      <p:stCondLst>
                        <p:cond delay="indefinite"/>
                      </p:stCondLst>
                      <p:childTnLst>
                        <p:par>
                          <p:cTn id="274" fill="hold">
                            <p:stCondLst>
                              <p:cond delay="0"/>
                            </p:stCondLst>
                            <p:childTnLst>
                              <p:par>
                                <p:cTn id="275" presetID="12" presetClass="entr" presetSubtype="4" fill="hold" grpId="0" nodeType="clickEffect">
                                  <p:stCondLst>
                                    <p:cond delay="0"/>
                                  </p:stCondLst>
                                  <p:childTnLst>
                                    <p:set>
                                      <p:cBhvr>
                                        <p:cTn id="276" dur="1" fill="hold">
                                          <p:stCondLst>
                                            <p:cond delay="0"/>
                                          </p:stCondLst>
                                        </p:cTn>
                                        <p:tgtEl>
                                          <p:spTgt spid="95323"/>
                                        </p:tgtEl>
                                        <p:attrNameLst>
                                          <p:attrName>style.visibility</p:attrName>
                                        </p:attrNameLst>
                                      </p:cBhvr>
                                      <p:to>
                                        <p:strVal val="visible"/>
                                      </p:to>
                                    </p:set>
                                    <p:animEffect transition="in" filter="slide(fromBottom)">
                                      <p:cBhvr>
                                        <p:cTn id="277" dur="500"/>
                                        <p:tgtEl>
                                          <p:spTgt spid="95323"/>
                                        </p:tgtEl>
                                      </p:cBhvr>
                                    </p:animEffect>
                                  </p:childTnLst>
                                </p:cTn>
                              </p:par>
                            </p:childTnLst>
                          </p:cTn>
                        </p:par>
                      </p:childTnLst>
                    </p:cTn>
                  </p:par>
                  <p:par>
                    <p:cTn id="278" fill="hold">
                      <p:stCondLst>
                        <p:cond delay="indefinite"/>
                      </p:stCondLst>
                      <p:childTnLst>
                        <p:par>
                          <p:cTn id="279" fill="hold">
                            <p:stCondLst>
                              <p:cond delay="0"/>
                            </p:stCondLst>
                            <p:childTnLst>
                              <p:par>
                                <p:cTn id="280" presetID="12" presetClass="entr" presetSubtype="4" fill="hold" grpId="0" nodeType="clickEffect">
                                  <p:stCondLst>
                                    <p:cond delay="0"/>
                                  </p:stCondLst>
                                  <p:childTnLst>
                                    <p:set>
                                      <p:cBhvr>
                                        <p:cTn id="281" dur="1" fill="hold">
                                          <p:stCondLst>
                                            <p:cond delay="0"/>
                                          </p:stCondLst>
                                        </p:cTn>
                                        <p:tgtEl>
                                          <p:spTgt spid="95324"/>
                                        </p:tgtEl>
                                        <p:attrNameLst>
                                          <p:attrName>style.visibility</p:attrName>
                                        </p:attrNameLst>
                                      </p:cBhvr>
                                      <p:to>
                                        <p:strVal val="visible"/>
                                      </p:to>
                                    </p:set>
                                    <p:animEffect transition="in" filter="slide(fromBottom)">
                                      <p:cBhvr>
                                        <p:cTn id="282" dur="500"/>
                                        <p:tgtEl>
                                          <p:spTgt spid="95324"/>
                                        </p:tgtEl>
                                      </p:cBhvr>
                                    </p:animEffect>
                                  </p:childTnLst>
                                </p:cTn>
                              </p:par>
                            </p:childTnLst>
                          </p:cTn>
                        </p:par>
                      </p:childTnLst>
                    </p:cTn>
                  </p:par>
                  <p:par>
                    <p:cTn id="283" fill="hold">
                      <p:stCondLst>
                        <p:cond delay="indefinite"/>
                      </p:stCondLst>
                      <p:childTnLst>
                        <p:par>
                          <p:cTn id="284" fill="hold">
                            <p:stCondLst>
                              <p:cond delay="0"/>
                            </p:stCondLst>
                            <p:childTnLst>
                              <p:par>
                                <p:cTn id="285" presetID="12" presetClass="entr" presetSubtype="4" fill="hold" grpId="0" nodeType="clickEffect">
                                  <p:stCondLst>
                                    <p:cond delay="0"/>
                                  </p:stCondLst>
                                  <p:childTnLst>
                                    <p:set>
                                      <p:cBhvr>
                                        <p:cTn id="286" dur="1" fill="hold">
                                          <p:stCondLst>
                                            <p:cond delay="0"/>
                                          </p:stCondLst>
                                        </p:cTn>
                                        <p:tgtEl>
                                          <p:spTgt spid="95325"/>
                                        </p:tgtEl>
                                        <p:attrNameLst>
                                          <p:attrName>style.visibility</p:attrName>
                                        </p:attrNameLst>
                                      </p:cBhvr>
                                      <p:to>
                                        <p:strVal val="visible"/>
                                      </p:to>
                                    </p:set>
                                    <p:animEffect transition="in" filter="slide(fromBottom)">
                                      <p:cBhvr>
                                        <p:cTn id="287" dur="500"/>
                                        <p:tgtEl>
                                          <p:spTgt spid="95325"/>
                                        </p:tgtEl>
                                      </p:cBhvr>
                                    </p:animEffect>
                                  </p:childTnLst>
                                </p:cTn>
                              </p:par>
                            </p:childTnLst>
                          </p:cTn>
                        </p:par>
                      </p:childTnLst>
                    </p:cTn>
                  </p:par>
                  <p:par>
                    <p:cTn id="288" fill="hold">
                      <p:stCondLst>
                        <p:cond delay="indefinite"/>
                      </p:stCondLst>
                      <p:childTnLst>
                        <p:par>
                          <p:cTn id="289" fill="hold">
                            <p:stCondLst>
                              <p:cond delay="0"/>
                            </p:stCondLst>
                            <p:childTnLst>
                              <p:par>
                                <p:cTn id="290" presetID="12" presetClass="entr" presetSubtype="4" fill="hold" grpId="0" nodeType="clickEffect">
                                  <p:stCondLst>
                                    <p:cond delay="0"/>
                                  </p:stCondLst>
                                  <p:childTnLst>
                                    <p:set>
                                      <p:cBhvr>
                                        <p:cTn id="291" dur="1" fill="hold">
                                          <p:stCondLst>
                                            <p:cond delay="0"/>
                                          </p:stCondLst>
                                        </p:cTn>
                                        <p:tgtEl>
                                          <p:spTgt spid="95326"/>
                                        </p:tgtEl>
                                        <p:attrNameLst>
                                          <p:attrName>style.visibility</p:attrName>
                                        </p:attrNameLst>
                                      </p:cBhvr>
                                      <p:to>
                                        <p:strVal val="visible"/>
                                      </p:to>
                                    </p:set>
                                    <p:animEffect transition="in" filter="slide(fromBottom)">
                                      <p:cBhvr>
                                        <p:cTn id="292" dur="500"/>
                                        <p:tgtEl>
                                          <p:spTgt spid="95326"/>
                                        </p:tgtEl>
                                      </p:cBhvr>
                                    </p:animEffect>
                                  </p:childTnLst>
                                </p:cTn>
                              </p:par>
                            </p:childTnLst>
                          </p:cTn>
                        </p:par>
                      </p:childTnLst>
                    </p:cTn>
                  </p:par>
                  <p:par>
                    <p:cTn id="293" fill="hold">
                      <p:stCondLst>
                        <p:cond delay="indefinite"/>
                      </p:stCondLst>
                      <p:childTnLst>
                        <p:par>
                          <p:cTn id="294" fill="hold">
                            <p:stCondLst>
                              <p:cond delay="0"/>
                            </p:stCondLst>
                            <p:childTnLst>
                              <p:par>
                                <p:cTn id="295" presetID="12" presetClass="entr" presetSubtype="4" fill="hold" grpId="0" nodeType="clickEffect">
                                  <p:stCondLst>
                                    <p:cond delay="0"/>
                                  </p:stCondLst>
                                  <p:childTnLst>
                                    <p:set>
                                      <p:cBhvr>
                                        <p:cTn id="296" dur="1" fill="hold">
                                          <p:stCondLst>
                                            <p:cond delay="0"/>
                                          </p:stCondLst>
                                        </p:cTn>
                                        <p:tgtEl>
                                          <p:spTgt spid="95327"/>
                                        </p:tgtEl>
                                        <p:attrNameLst>
                                          <p:attrName>style.visibility</p:attrName>
                                        </p:attrNameLst>
                                      </p:cBhvr>
                                      <p:to>
                                        <p:strVal val="visible"/>
                                      </p:to>
                                    </p:set>
                                    <p:animEffect transition="in" filter="slide(fromBottom)">
                                      <p:cBhvr>
                                        <p:cTn id="297" dur="500"/>
                                        <p:tgtEl>
                                          <p:spTgt spid="95327"/>
                                        </p:tgtEl>
                                      </p:cBhvr>
                                    </p:animEffect>
                                  </p:childTnLst>
                                </p:cTn>
                              </p:par>
                            </p:childTnLst>
                          </p:cTn>
                        </p:par>
                      </p:childTnLst>
                    </p:cTn>
                  </p:par>
                  <p:par>
                    <p:cTn id="298" fill="hold">
                      <p:stCondLst>
                        <p:cond delay="indefinite"/>
                      </p:stCondLst>
                      <p:childTnLst>
                        <p:par>
                          <p:cTn id="299" fill="hold">
                            <p:stCondLst>
                              <p:cond delay="0"/>
                            </p:stCondLst>
                            <p:childTnLst>
                              <p:par>
                                <p:cTn id="300" presetID="12" presetClass="entr" presetSubtype="4" fill="hold" grpId="0" nodeType="clickEffect">
                                  <p:stCondLst>
                                    <p:cond delay="0"/>
                                  </p:stCondLst>
                                  <p:childTnLst>
                                    <p:set>
                                      <p:cBhvr>
                                        <p:cTn id="301" dur="1" fill="hold">
                                          <p:stCondLst>
                                            <p:cond delay="0"/>
                                          </p:stCondLst>
                                        </p:cTn>
                                        <p:tgtEl>
                                          <p:spTgt spid="95328"/>
                                        </p:tgtEl>
                                        <p:attrNameLst>
                                          <p:attrName>style.visibility</p:attrName>
                                        </p:attrNameLst>
                                      </p:cBhvr>
                                      <p:to>
                                        <p:strVal val="visible"/>
                                      </p:to>
                                    </p:set>
                                    <p:animEffect transition="in" filter="slide(fromBottom)">
                                      <p:cBhvr>
                                        <p:cTn id="302" dur="500"/>
                                        <p:tgtEl>
                                          <p:spTgt spid="95328"/>
                                        </p:tgtEl>
                                      </p:cBhvr>
                                    </p:animEffect>
                                  </p:childTnLst>
                                </p:cTn>
                              </p:par>
                            </p:childTnLst>
                          </p:cTn>
                        </p:par>
                      </p:childTnLst>
                    </p:cTn>
                  </p:par>
                  <p:par>
                    <p:cTn id="303" fill="hold">
                      <p:stCondLst>
                        <p:cond delay="indefinite"/>
                      </p:stCondLst>
                      <p:childTnLst>
                        <p:par>
                          <p:cTn id="304" fill="hold">
                            <p:stCondLst>
                              <p:cond delay="0"/>
                            </p:stCondLst>
                            <p:childTnLst>
                              <p:par>
                                <p:cTn id="305" presetID="12" presetClass="entr" presetSubtype="4" fill="hold" grpId="0" nodeType="clickEffect">
                                  <p:stCondLst>
                                    <p:cond delay="0"/>
                                  </p:stCondLst>
                                  <p:childTnLst>
                                    <p:set>
                                      <p:cBhvr>
                                        <p:cTn id="306" dur="1" fill="hold">
                                          <p:stCondLst>
                                            <p:cond delay="0"/>
                                          </p:stCondLst>
                                        </p:cTn>
                                        <p:tgtEl>
                                          <p:spTgt spid="95330"/>
                                        </p:tgtEl>
                                        <p:attrNameLst>
                                          <p:attrName>style.visibility</p:attrName>
                                        </p:attrNameLst>
                                      </p:cBhvr>
                                      <p:to>
                                        <p:strVal val="visible"/>
                                      </p:to>
                                    </p:set>
                                    <p:animEffect transition="in" filter="slide(fromBottom)">
                                      <p:cBhvr>
                                        <p:cTn id="307" dur="500"/>
                                        <p:tgtEl>
                                          <p:spTgt spid="95330"/>
                                        </p:tgtEl>
                                      </p:cBhvr>
                                    </p:animEffect>
                                  </p:childTnLst>
                                </p:cTn>
                              </p:par>
                            </p:childTnLst>
                          </p:cTn>
                        </p:par>
                      </p:childTnLst>
                    </p:cTn>
                  </p:par>
                  <p:par>
                    <p:cTn id="308" fill="hold">
                      <p:stCondLst>
                        <p:cond delay="indefinite"/>
                      </p:stCondLst>
                      <p:childTnLst>
                        <p:par>
                          <p:cTn id="309" fill="hold">
                            <p:stCondLst>
                              <p:cond delay="0"/>
                            </p:stCondLst>
                            <p:childTnLst>
                              <p:par>
                                <p:cTn id="310" presetID="12" presetClass="entr" presetSubtype="4" fill="hold" grpId="0" nodeType="clickEffect">
                                  <p:stCondLst>
                                    <p:cond delay="0"/>
                                  </p:stCondLst>
                                  <p:childTnLst>
                                    <p:set>
                                      <p:cBhvr>
                                        <p:cTn id="311" dur="1" fill="hold">
                                          <p:stCondLst>
                                            <p:cond delay="0"/>
                                          </p:stCondLst>
                                        </p:cTn>
                                        <p:tgtEl>
                                          <p:spTgt spid="95332"/>
                                        </p:tgtEl>
                                        <p:attrNameLst>
                                          <p:attrName>style.visibility</p:attrName>
                                        </p:attrNameLst>
                                      </p:cBhvr>
                                      <p:to>
                                        <p:strVal val="visible"/>
                                      </p:to>
                                    </p:set>
                                    <p:animEffect transition="in" filter="slide(fromBottom)">
                                      <p:cBhvr>
                                        <p:cTn id="312" dur="500"/>
                                        <p:tgtEl>
                                          <p:spTgt spid="95332"/>
                                        </p:tgtEl>
                                      </p:cBhvr>
                                    </p:animEffect>
                                  </p:childTnLst>
                                </p:cTn>
                              </p:par>
                            </p:childTnLst>
                          </p:cTn>
                        </p:par>
                      </p:childTnLst>
                    </p:cTn>
                  </p:par>
                  <p:par>
                    <p:cTn id="313" fill="hold">
                      <p:stCondLst>
                        <p:cond delay="indefinite"/>
                      </p:stCondLst>
                      <p:childTnLst>
                        <p:par>
                          <p:cTn id="314" fill="hold">
                            <p:stCondLst>
                              <p:cond delay="0"/>
                            </p:stCondLst>
                            <p:childTnLst>
                              <p:par>
                                <p:cTn id="315" presetID="12" presetClass="entr" presetSubtype="4" fill="hold" grpId="0" nodeType="clickEffect">
                                  <p:stCondLst>
                                    <p:cond delay="0"/>
                                  </p:stCondLst>
                                  <p:childTnLst>
                                    <p:set>
                                      <p:cBhvr>
                                        <p:cTn id="316" dur="1" fill="hold">
                                          <p:stCondLst>
                                            <p:cond delay="0"/>
                                          </p:stCondLst>
                                        </p:cTn>
                                        <p:tgtEl>
                                          <p:spTgt spid="95333"/>
                                        </p:tgtEl>
                                        <p:attrNameLst>
                                          <p:attrName>style.visibility</p:attrName>
                                        </p:attrNameLst>
                                      </p:cBhvr>
                                      <p:to>
                                        <p:strVal val="visible"/>
                                      </p:to>
                                    </p:set>
                                    <p:animEffect transition="in" filter="slide(fromBottom)">
                                      <p:cBhvr>
                                        <p:cTn id="317" dur="500"/>
                                        <p:tgtEl>
                                          <p:spTgt spid="95333"/>
                                        </p:tgtEl>
                                      </p:cBhvr>
                                    </p:animEffect>
                                  </p:childTnLst>
                                </p:cTn>
                              </p:par>
                            </p:childTnLst>
                          </p:cTn>
                        </p:par>
                      </p:childTnLst>
                    </p:cTn>
                  </p:par>
                  <p:par>
                    <p:cTn id="318" fill="hold">
                      <p:stCondLst>
                        <p:cond delay="indefinite"/>
                      </p:stCondLst>
                      <p:childTnLst>
                        <p:par>
                          <p:cTn id="319" fill="hold">
                            <p:stCondLst>
                              <p:cond delay="0"/>
                            </p:stCondLst>
                            <p:childTnLst>
                              <p:par>
                                <p:cTn id="320" presetID="12" presetClass="entr" presetSubtype="4" fill="hold" grpId="0" nodeType="clickEffect">
                                  <p:stCondLst>
                                    <p:cond delay="0"/>
                                  </p:stCondLst>
                                  <p:childTnLst>
                                    <p:set>
                                      <p:cBhvr>
                                        <p:cTn id="321" dur="1" fill="hold">
                                          <p:stCondLst>
                                            <p:cond delay="0"/>
                                          </p:stCondLst>
                                        </p:cTn>
                                        <p:tgtEl>
                                          <p:spTgt spid="95334"/>
                                        </p:tgtEl>
                                        <p:attrNameLst>
                                          <p:attrName>style.visibility</p:attrName>
                                        </p:attrNameLst>
                                      </p:cBhvr>
                                      <p:to>
                                        <p:strVal val="visible"/>
                                      </p:to>
                                    </p:set>
                                    <p:animEffect transition="in" filter="slide(fromBottom)">
                                      <p:cBhvr>
                                        <p:cTn id="322" dur="500"/>
                                        <p:tgtEl>
                                          <p:spTgt spid="95334"/>
                                        </p:tgtEl>
                                      </p:cBhvr>
                                    </p:animEffect>
                                  </p:childTnLst>
                                </p:cTn>
                              </p:par>
                            </p:childTnLst>
                          </p:cTn>
                        </p:par>
                      </p:childTnLst>
                    </p:cTn>
                  </p:par>
                  <p:par>
                    <p:cTn id="323" fill="hold">
                      <p:stCondLst>
                        <p:cond delay="indefinite"/>
                      </p:stCondLst>
                      <p:childTnLst>
                        <p:par>
                          <p:cTn id="324" fill="hold">
                            <p:stCondLst>
                              <p:cond delay="0"/>
                            </p:stCondLst>
                            <p:childTnLst>
                              <p:par>
                                <p:cTn id="325" presetID="12" presetClass="entr" presetSubtype="4" fill="hold" grpId="0" nodeType="clickEffect">
                                  <p:stCondLst>
                                    <p:cond delay="0"/>
                                  </p:stCondLst>
                                  <p:childTnLst>
                                    <p:set>
                                      <p:cBhvr>
                                        <p:cTn id="326" dur="1" fill="hold">
                                          <p:stCondLst>
                                            <p:cond delay="0"/>
                                          </p:stCondLst>
                                        </p:cTn>
                                        <p:tgtEl>
                                          <p:spTgt spid="95335"/>
                                        </p:tgtEl>
                                        <p:attrNameLst>
                                          <p:attrName>style.visibility</p:attrName>
                                        </p:attrNameLst>
                                      </p:cBhvr>
                                      <p:to>
                                        <p:strVal val="visible"/>
                                      </p:to>
                                    </p:set>
                                    <p:animEffect transition="in" filter="slide(fromBottom)">
                                      <p:cBhvr>
                                        <p:cTn id="327" dur="500"/>
                                        <p:tgtEl>
                                          <p:spTgt spid="95335"/>
                                        </p:tgtEl>
                                      </p:cBhvr>
                                    </p:animEffect>
                                  </p:childTnLst>
                                </p:cTn>
                              </p:par>
                            </p:childTnLst>
                          </p:cTn>
                        </p:par>
                      </p:childTnLst>
                    </p:cTn>
                  </p:par>
                  <p:par>
                    <p:cTn id="328" fill="hold">
                      <p:stCondLst>
                        <p:cond delay="indefinite"/>
                      </p:stCondLst>
                      <p:childTnLst>
                        <p:par>
                          <p:cTn id="329" fill="hold">
                            <p:stCondLst>
                              <p:cond delay="0"/>
                            </p:stCondLst>
                            <p:childTnLst>
                              <p:par>
                                <p:cTn id="330" presetID="12" presetClass="entr" presetSubtype="4" fill="hold" grpId="0" nodeType="clickEffect">
                                  <p:stCondLst>
                                    <p:cond delay="0"/>
                                  </p:stCondLst>
                                  <p:childTnLst>
                                    <p:set>
                                      <p:cBhvr>
                                        <p:cTn id="331" dur="1" fill="hold">
                                          <p:stCondLst>
                                            <p:cond delay="0"/>
                                          </p:stCondLst>
                                        </p:cTn>
                                        <p:tgtEl>
                                          <p:spTgt spid="5"/>
                                        </p:tgtEl>
                                        <p:attrNameLst>
                                          <p:attrName>style.visibility</p:attrName>
                                        </p:attrNameLst>
                                      </p:cBhvr>
                                      <p:to>
                                        <p:strVal val="visible"/>
                                      </p:to>
                                    </p:set>
                                    <p:animEffect transition="in" filter="slide(fromBottom)">
                                      <p:cBhvr>
                                        <p:cTn id="332" dur="500"/>
                                        <p:tgtEl>
                                          <p:spTgt spid="5"/>
                                        </p:tgtEl>
                                      </p:cBhvr>
                                    </p:animEffect>
                                  </p:childTnLst>
                                </p:cTn>
                              </p:par>
                            </p:childTnLst>
                          </p:cTn>
                        </p:par>
                      </p:childTnLst>
                    </p:cTn>
                  </p:par>
                  <p:par>
                    <p:cTn id="333" fill="hold">
                      <p:stCondLst>
                        <p:cond delay="indefinite"/>
                      </p:stCondLst>
                      <p:childTnLst>
                        <p:par>
                          <p:cTn id="334" fill="hold">
                            <p:stCondLst>
                              <p:cond delay="0"/>
                            </p:stCondLst>
                            <p:childTnLst>
                              <p:par>
                                <p:cTn id="335" presetID="12" presetClass="entr" presetSubtype="4" fill="hold" grpId="0" nodeType="clickEffect">
                                  <p:stCondLst>
                                    <p:cond delay="0"/>
                                  </p:stCondLst>
                                  <p:childTnLst>
                                    <p:set>
                                      <p:cBhvr>
                                        <p:cTn id="336" dur="1" fill="hold">
                                          <p:stCondLst>
                                            <p:cond delay="0"/>
                                          </p:stCondLst>
                                        </p:cTn>
                                        <p:tgtEl>
                                          <p:spTgt spid="95336"/>
                                        </p:tgtEl>
                                        <p:attrNameLst>
                                          <p:attrName>style.visibility</p:attrName>
                                        </p:attrNameLst>
                                      </p:cBhvr>
                                      <p:to>
                                        <p:strVal val="visible"/>
                                      </p:to>
                                    </p:set>
                                    <p:animEffect transition="in" filter="slide(fromBottom)">
                                      <p:cBhvr>
                                        <p:cTn id="337" dur="500"/>
                                        <p:tgtEl>
                                          <p:spTgt spid="95336"/>
                                        </p:tgtEl>
                                      </p:cBhvr>
                                    </p:animEffect>
                                  </p:childTnLst>
                                </p:cTn>
                              </p:par>
                            </p:childTnLst>
                          </p:cTn>
                        </p:par>
                      </p:childTnLst>
                    </p:cTn>
                  </p:par>
                  <p:par>
                    <p:cTn id="338" fill="hold">
                      <p:stCondLst>
                        <p:cond delay="indefinite"/>
                      </p:stCondLst>
                      <p:childTnLst>
                        <p:par>
                          <p:cTn id="339" fill="hold">
                            <p:stCondLst>
                              <p:cond delay="0"/>
                            </p:stCondLst>
                            <p:childTnLst>
                              <p:par>
                                <p:cTn id="340" presetID="12" presetClass="entr" presetSubtype="4" fill="hold" grpId="0" nodeType="clickEffect">
                                  <p:stCondLst>
                                    <p:cond delay="0"/>
                                  </p:stCondLst>
                                  <p:childTnLst>
                                    <p:set>
                                      <p:cBhvr>
                                        <p:cTn id="341" dur="1" fill="hold">
                                          <p:stCondLst>
                                            <p:cond delay="0"/>
                                          </p:stCondLst>
                                        </p:cTn>
                                        <p:tgtEl>
                                          <p:spTgt spid="95337"/>
                                        </p:tgtEl>
                                        <p:attrNameLst>
                                          <p:attrName>style.visibility</p:attrName>
                                        </p:attrNameLst>
                                      </p:cBhvr>
                                      <p:to>
                                        <p:strVal val="visible"/>
                                      </p:to>
                                    </p:set>
                                    <p:animEffect transition="in" filter="slide(fromBottom)">
                                      <p:cBhvr>
                                        <p:cTn id="342" dur="500"/>
                                        <p:tgtEl>
                                          <p:spTgt spid="95337"/>
                                        </p:tgtEl>
                                      </p:cBhvr>
                                    </p:animEffect>
                                  </p:childTnLst>
                                </p:cTn>
                              </p:par>
                            </p:childTnLst>
                          </p:cTn>
                        </p:par>
                      </p:childTnLst>
                    </p:cTn>
                  </p:par>
                  <p:par>
                    <p:cTn id="343" fill="hold">
                      <p:stCondLst>
                        <p:cond delay="indefinite"/>
                      </p:stCondLst>
                      <p:childTnLst>
                        <p:par>
                          <p:cTn id="344" fill="hold">
                            <p:stCondLst>
                              <p:cond delay="0"/>
                            </p:stCondLst>
                            <p:childTnLst>
                              <p:par>
                                <p:cTn id="345" presetID="12" presetClass="entr" presetSubtype="4" fill="hold" grpId="0" nodeType="clickEffect">
                                  <p:stCondLst>
                                    <p:cond delay="0"/>
                                  </p:stCondLst>
                                  <p:childTnLst>
                                    <p:set>
                                      <p:cBhvr>
                                        <p:cTn id="346" dur="1" fill="hold">
                                          <p:stCondLst>
                                            <p:cond delay="0"/>
                                          </p:stCondLst>
                                        </p:cTn>
                                        <p:tgtEl>
                                          <p:spTgt spid="95339"/>
                                        </p:tgtEl>
                                        <p:attrNameLst>
                                          <p:attrName>style.visibility</p:attrName>
                                        </p:attrNameLst>
                                      </p:cBhvr>
                                      <p:to>
                                        <p:strVal val="visible"/>
                                      </p:to>
                                    </p:set>
                                    <p:animEffect transition="in" filter="slide(fromBottom)">
                                      <p:cBhvr>
                                        <p:cTn id="347" dur="500"/>
                                        <p:tgtEl>
                                          <p:spTgt spid="95339"/>
                                        </p:tgtEl>
                                      </p:cBhvr>
                                    </p:animEffect>
                                  </p:childTnLst>
                                </p:cTn>
                              </p:par>
                            </p:childTnLst>
                          </p:cTn>
                        </p:par>
                      </p:childTnLst>
                    </p:cTn>
                  </p:par>
                  <p:par>
                    <p:cTn id="348" fill="hold">
                      <p:stCondLst>
                        <p:cond delay="indefinite"/>
                      </p:stCondLst>
                      <p:childTnLst>
                        <p:par>
                          <p:cTn id="349" fill="hold">
                            <p:stCondLst>
                              <p:cond delay="0"/>
                            </p:stCondLst>
                            <p:childTnLst>
                              <p:par>
                                <p:cTn id="350" presetID="12" presetClass="entr" presetSubtype="4" fill="hold" grpId="0" nodeType="clickEffect">
                                  <p:stCondLst>
                                    <p:cond delay="0"/>
                                  </p:stCondLst>
                                  <p:childTnLst>
                                    <p:set>
                                      <p:cBhvr>
                                        <p:cTn id="351" dur="1" fill="hold">
                                          <p:stCondLst>
                                            <p:cond delay="0"/>
                                          </p:stCondLst>
                                        </p:cTn>
                                        <p:tgtEl>
                                          <p:spTgt spid="113"/>
                                        </p:tgtEl>
                                        <p:attrNameLst>
                                          <p:attrName>style.visibility</p:attrName>
                                        </p:attrNameLst>
                                      </p:cBhvr>
                                      <p:to>
                                        <p:strVal val="visible"/>
                                      </p:to>
                                    </p:set>
                                    <p:animEffect transition="in" filter="slide(fromBottom)">
                                      <p:cBhvr>
                                        <p:cTn id="352" dur="500"/>
                                        <p:tgtEl>
                                          <p:spTgt spid="113"/>
                                        </p:tgtEl>
                                      </p:cBhvr>
                                    </p:animEffect>
                                  </p:childTnLst>
                                </p:cTn>
                              </p:par>
                            </p:childTnLst>
                          </p:cTn>
                        </p:par>
                      </p:childTnLst>
                    </p:cTn>
                  </p:par>
                  <p:par>
                    <p:cTn id="353" fill="hold">
                      <p:stCondLst>
                        <p:cond delay="indefinite"/>
                      </p:stCondLst>
                      <p:childTnLst>
                        <p:par>
                          <p:cTn id="354" fill="hold">
                            <p:stCondLst>
                              <p:cond delay="0"/>
                            </p:stCondLst>
                            <p:childTnLst>
                              <p:par>
                                <p:cTn id="355" presetID="12" presetClass="entr" presetSubtype="4" fill="hold" grpId="0" nodeType="clickEffect">
                                  <p:stCondLst>
                                    <p:cond delay="0"/>
                                  </p:stCondLst>
                                  <p:childTnLst>
                                    <p:set>
                                      <p:cBhvr>
                                        <p:cTn id="356" dur="1" fill="hold">
                                          <p:stCondLst>
                                            <p:cond delay="0"/>
                                          </p:stCondLst>
                                        </p:cTn>
                                        <p:tgtEl>
                                          <p:spTgt spid="114"/>
                                        </p:tgtEl>
                                        <p:attrNameLst>
                                          <p:attrName>style.visibility</p:attrName>
                                        </p:attrNameLst>
                                      </p:cBhvr>
                                      <p:to>
                                        <p:strVal val="visible"/>
                                      </p:to>
                                    </p:set>
                                    <p:animEffect transition="in" filter="slide(fromBottom)">
                                      <p:cBhvr>
                                        <p:cTn id="357" dur="500"/>
                                        <p:tgtEl>
                                          <p:spTgt spid="114"/>
                                        </p:tgtEl>
                                      </p:cBhvr>
                                    </p:animEffect>
                                  </p:childTnLst>
                                </p:cTn>
                              </p:par>
                            </p:childTnLst>
                          </p:cTn>
                        </p:par>
                      </p:childTnLst>
                    </p:cTn>
                  </p:par>
                  <p:par>
                    <p:cTn id="358" fill="hold">
                      <p:stCondLst>
                        <p:cond delay="indefinite"/>
                      </p:stCondLst>
                      <p:childTnLst>
                        <p:par>
                          <p:cTn id="359" fill="hold">
                            <p:stCondLst>
                              <p:cond delay="0"/>
                            </p:stCondLst>
                            <p:childTnLst>
                              <p:par>
                                <p:cTn id="360" presetID="12" presetClass="entr" presetSubtype="4" fill="hold" grpId="0" nodeType="clickEffect">
                                  <p:stCondLst>
                                    <p:cond delay="0"/>
                                  </p:stCondLst>
                                  <p:childTnLst>
                                    <p:set>
                                      <p:cBhvr>
                                        <p:cTn id="361" dur="1" fill="hold">
                                          <p:stCondLst>
                                            <p:cond delay="0"/>
                                          </p:stCondLst>
                                        </p:cTn>
                                        <p:tgtEl>
                                          <p:spTgt spid="115"/>
                                        </p:tgtEl>
                                        <p:attrNameLst>
                                          <p:attrName>style.visibility</p:attrName>
                                        </p:attrNameLst>
                                      </p:cBhvr>
                                      <p:to>
                                        <p:strVal val="visible"/>
                                      </p:to>
                                    </p:set>
                                    <p:animEffect transition="in" filter="slide(fromBottom)">
                                      <p:cBhvr>
                                        <p:cTn id="362" dur="500"/>
                                        <p:tgtEl>
                                          <p:spTgt spid="115"/>
                                        </p:tgtEl>
                                      </p:cBhvr>
                                    </p:animEffect>
                                  </p:childTnLst>
                                </p:cTn>
                              </p:par>
                            </p:childTnLst>
                          </p:cTn>
                        </p:par>
                      </p:childTnLst>
                    </p:cTn>
                  </p:par>
                  <p:par>
                    <p:cTn id="363" fill="hold">
                      <p:stCondLst>
                        <p:cond delay="indefinite"/>
                      </p:stCondLst>
                      <p:childTnLst>
                        <p:par>
                          <p:cTn id="364" fill="hold">
                            <p:stCondLst>
                              <p:cond delay="0"/>
                            </p:stCondLst>
                            <p:childTnLst>
                              <p:par>
                                <p:cTn id="365" presetID="12" presetClass="entr" presetSubtype="4" fill="hold" grpId="0" nodeType="clickEffect">
                                  <p:stCondLst>
                                    <p:cond delay="0"/>
                                  </p:stCondLst>
                                  <p:childTnLst>
                                    <p:set>
                                      <p:cBhvr>
                                        <p:cTn id="366" dur="1" fill="hold">
                                          <p:stCondLst>
                                            <p:cond delay="0"/>
                                          </p:stCondLst>
                                        </p:cTn>
                                        <p:tgtEl>
                                          <p:spTgt spid="116"/>
                                        </p:tgtEl>
                                        <p:attrNameLst>
                                          <p:attrName>style.visibility</p:attrName>
                                        </p:attrNameLst>
                                      </p:cBhvr>
                                      <p:to>
                                        <p:strVal val="visible"/>
                                      </p:to>
                                    </p:set>
                                    <p:animEffect transition="in" filter="slide(fromBottom)">
                                      <p:cBhvr>
                                        <p:cTn id="36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55" grpId="0" autoUpdateAnimBg="0"/>
      <p:bldP spid="95256" grpId="0" autoUpdateAnimBg="0"/>
      <p:bldP spid="95258" grpId="0" autoUpdateAnimBg="0"/>
      <p:bldP spid="95260" grpId="0" autoUpdateAnimBg="0"/>
      <p:bldP spid="95261" grpId="0" autoUpdateAnimBg="0"/>
      <p:bldP spid="95262" grpId="0" autoUpdateAnimBg="0"/>
      <p:bldP spid="95263" grpId="0" autoUpdateAnimBg="0"/>
      <p:bldP spid="95264" grpId="0" autoUpdateAnimBg="0"/>
      <p:bldP spid="95265" grpId="0" autoUpdateAnimBg="0"/>
      <p:bldP spid="95267" grpId="0" autoUpdateAnimBg="0"/>
      <p:bldP spid="95269" grpId="0" autoUpdateAnimBg="0"/>
      <p:bldP spid="95270" grpId="0" autoUpdateAnimBg="0"/>
      <p:bldP spid="95271" grpId="0" autoUpdateAnimBg="0"/>
      <p:bldP spid="95272" grpId="0" autoUpdateAnimBg="0"/>
      <p:bldP spid="95273" grpId="0" autoUpdateAnimBg="0"/>
      <p:bldP spid="95274" grpId="0" autoUpdateAnimBg="0"/>
      <p:bldP spid="95276" grpId="0" autoUpdateAnimBg="0"/>
      <p:bldP spid="95278" grpId="0" autoUpdateAnimBg="0"/>
      <p:bldP spid="95279" grpId="0" autoUpdateAnimBg="0"/>
      <p:bldP spid="95280" grpId="0" autoUpdateAnimBg="0"/>
      <p:bldP spid="95281" grpId="0" autoUpdateAnimBg="0"/>
      <p:bldP spid="95282" grpId="0" autoUpdateAnimBg="0"/>
      <p:bldP spid="95283" grpId="0" autoUpdateAnimBg="0"/>
      <p:bldP spid="95285" grpId="0" autoUpdateAnimBg="0"/>
      <p:bldP spid="95287" grpId="0" autoUpdateAnimBg="0"/>
      <p:bldP spid="95288" grpId="0" autoUpdateAnimBg="0"/>
      <p:bldP spid="95289" grpId="0" autoUpdateAnimBg="0"/>
      <p:bldP spid="95290" grpId="0" autoUpdateAnimBg="0"/>
      <p:bldP spid="95291" grpId="0" autoUpdateAnimBg="0"/>
      <p:bldP spid="95292" grpId="0" autoUpdateAnimBg="0"/>
      <p:bldP spid="95294" grpId="0" autoUpdateAnimBg="0"/>
      <p:bldP spid="95296" grpId="0" autoUpdateAnimBg="0"/>
      <p:bldP spid="95297" grpId="0" autoUpdateAnimBg="0"/>
      <p:bldP spid="95298" grpId="0" autoUpdateAnimBg="0"/>
      <p:bldP spid="95299" grpId="0" autoUpdateAnimBg="0"/>
      <p:bldP spid="95300" grpId="0" autoUpdateAnimBg="0"/>
      <p:bldP spid="95301" grpId="0" autoUpdateAnimBg="0"/>
      <p:bldP spid="95303" grpId="0" autoUpdateAnimBg="0"/>
      <p:bldP spid="95305" grpId="0" autoUpdateAnimBg="0"/>
      <p:bldP spid="95306" grpId="0" autoUpdateAnimBg="0"/>
      <p:bldP spid="95307" grpId="0" autoUpdateAnimBg="0"/>
      <p:bldP spid="95308" grpId="0" autoUpdateAnimBg="0"/>
      <p:bldP spid="95309" grpId="0" autoUpdateAnimBg="0"/>
      <p:bldP spid="95310" grpId="0" autoUpdateAnimBg="0"/>
      <p:bldP spid="95312" grpId="0" autoUpdateAnimBg="0"/>
      <p:bldP spid="95314" grpId="0" autoUpdateAnimBg="0"/>
      <p:bldP spid="95315" grpId="0" autoUpdateAnimBg="0"/>
      <p:bldP spid="95316" grpId="0" autoUpdateAnimBg="0"/>
      <p:bldP spid="95317" grpId="0" autoUpdateAnimBg="0"/>
      <p:bldP spid="95318" grpId="0" autoUpdateAnimBg="0"/>
      <p:bldP spid="95319" grpId="0" autoUpdateAnimBg="0"/>
      <p:bldP spid="95321" grpId="0" autoUpdateAnimBg="0"/>
      <p:bldP spid="95323" grpId="0" autoUpdateAnimBg="0"/>
      <p:bldP spid="95324" grpId="0" autoUpdateAnimBg="0"/>
      <p:bldP spid="95325" grpId="0" autoUpdateAnimBg="0"/>
      <p:bldP spid="95326" grpId="0" autoUpdateAnimBg="0"/>
      <p:bldP spid="95327" grpId="0" autoUpdateAnimBg="0"/>
      <p:bldP spid="95328" grpId="0" autoUpdateAnimBg="0"/>
      <p:bldP spid="95330" grpId="0" autoUpdateAnimBg="0"/>
      <p:bldP spid="95332" grpId="0" autoUpdateAnimBg="0"/>
      <p:bldP spid="95333" grpId="0" autoUpdateAnimBg="0"/>
      <p:bldP spid="95334" grpId="0" autoUpdateAnimBg="0"/>
      <p:bldP spid="95335" grpId="0" autoUpdateAnimBg="0"/>
      <p:bldP spid="95336" grpId="0" autoUpdateAnimBg="0"/>
      <p:bldP spid="95337" grpId="0" autoUpdateAnimBg="0"/>
      <p:bldP spid="95339" grpId="0" autoUpdateAnimBg="0"/>
      <p:bldP spid="113" grpId="0" autoUpdateAnimBg="0"/>
      <p:bldP spid="114" grpId="0" autoUpdateAnimBg="0"/>
      <p:bldP spid="115" grpId="0" autoUpdateAnimBg="0"/>
      <p:bldP spid="116" grpId="0" autoUpdateAnimBg="0"/>
      <p:bldP spid="3" grpId="0" autoUpdateAnimBg="0"/>
      <p:bldP spid="4" grpId="0" autoUpdateAnimBg="0"/>
      <p:bldP spid="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a:t>Performance Measures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01041578"/>
              </p:ext>
            </p:extLst>
          </p:nvPr>
        </p:nvGraphicFramePr>
        <p:xfrm>
          <a:off x="762000" y="1143000"/>
          <a:ext cx="7696200" cy="3017520"/>
        </p:xfrm>
        <a:graphic>
          <a:graphicData uri="http://schemas.openxmlformats.org/drawingml/2006/table">
            <a:tbl>
              <a:tblPr firstRow="1" lastRow="1" bandRow="1">
                <a:tableStyleId>{5C22544A-7EE6-4342-B048-85BDC9FD1C3A}</a:tableStyleId>
              </a:tblPr>
              <a:tblGrid>
                <a:gridCol w="1924050">
                  <a:extLst>
                    <a:ext uri="{9D8B030D-6E8A-4147-A177-3AD203B41FA5}">
                      <a16:colId xmlns:a16="http://schemas.microsoft.com/office/drawing/2014/main" val="1206134922"/>
                    </a:ext>
                  </a:extLst>
                </a:gridCol>
                <a:gridCol w="1924050">
                  <a:extLst>
                    <a:ext uri="{9D8B030D-6E8A-4147-A177-3AD203B41FA5}">
                      <a16:colId xmlns:a16="http://schemas.microsoft.com/office/drawing/2014/main" val="1741720918"/>
                    </a:ext>
                  </a:extLst>
                </a:gridCol>
                <a:gridCol w="1924050">
                  <a:extLst>
                    <a:ext uri="{9D8B030D-6E8A-4147-A177-3AD203B41FA5}">
                      <a16:colId xmlns:a16="http://schemas.microsoft.com/office/drawing/2014/main" val="881647748"/>
                    </a:ext>
                  </a:extLst>
                </a:gridCol>
                <a:gridCol w="1924050">
                  <a:extLst>
                    <a:ext uri="{9D8B030D-6E8A-4147-A177-3AD203B41FA5}">
                      <a16:colId xmlns:a16="http://schemas.microsoft.com/office/drawing/2014/main" val="3624235109"/>
                    </a:ext>
                  </a:extLst>
                </a:gridCol>
              </a:tblGrid>
              <a:tr h="487680">
                <a:tc>
                  <a:txBody>
                    <a:bodyPr/>
                    <a:lstStyle/>
                    <a:p>
                      <a:r>
                        <a:rPr lang="en-SG" sz="1600"/>
                        <a:t>Customer Name</a:t>
                      </a:r>
                    </a:p>
                  </a:txBody>
                  <a:tcPr/>
                </a:tc>
                <a:tc>
                  <a:txBody>
                    <a:bodyPr/>
                    <a:lstStyle/>
                    <a:p>
                      <a:r>
                        <a:rPr lang="en-SG" sz="1600"/>
                        <a:t>Waiting Time in Queue</a:t>
                      </a:r>
                    </a:p>
                  </a:txBody>
                  <a:tcPr/>
                </a:tc>
                <a:tc>
                  <a:txBody>
                    <a:bodyPr/>
                    <a:lstStyle/>
                    <a:p>
                      <a:r>
                        <a:rPr lang="en-SG" sz="1600"/>
                        <a:t>Service Time</a:t>
                      </a:r>
                    </a:p>
                  </a:txBody>
                  <a:tcPr/>
                </a:tc>
                <a:tc>
                  <a:txBody>
                    <a:bodyPr/>
                    <a:lstStyle/>
                    <a:p>
                      <a:r>
                        <a:rPr lang="en-SG" sz="1600"/>
                        <a:t>Time Customer in System</a:t>
                      </a:r>
                    </a:p>
                  </a:txBody>
                  <a:tcPr/>
                </a:tc>
                <a:extLst>
                  <a:ext uri="{0D108BD9-81ED-4DB2-BD59-A6C34878D82A}">
                    <a16:rowId xmlns:a16="http://schemas.microsoft.com/office/drawing/2014/main" val="277381170"/>
                  </a:ext>
                </a:extLst>
              </a:tr>
              <a:tr h="487680">
                <a:tc>
                  <a:txBody>
                    <a:bodyPr/>
                    <a:lstStyle/>
                    <a:p>
                      <a:pPr algn="ctr"/>
                      <a:r>
                        <a:rPr lang="en-SG" sz="1600"/>
                        <a:t>1</a:t>
                      </a:r>
                    </a:p>
                  </a:txBody>
                  <a:tcPr/>
                </a:tc>
                <a:tc>
                  <a:txBody>
                    <a:bodyPr/>
                    <a:lstStyle/>
                    <a:p>
                      <a:pPr algn="r"/>
                      <a:r>
                        <a:rPr lang="en-SG" sz="1600"/>
                        <a:t>0</a:t>
                      </a:r>
                    </a:p>
                  </a:txBody>
                  <a:tcPr/>
                </a:tc>
                <a:tc>
                  <a:txBody>
                    <a:bodyPr/>
                    <a:lstStyle/>
                    <a:p>
                      <a:pPr algn="r"/>
                      <a:r>
                        <a:rPr lang="en-SG" sz="1600"/>
                        <a:t>27</a:t>
                      </a:r>
                    </a:p>
                  </a:txBody>
                  <a:tcPr/>
                </a:tc>
                <a:tc>
                  <a:txBody>
                    <a:bodyPr/>
                    <a:lstStyle/>
                    <a:p>
                      <a:pPr algn="r"/>
                      <a:r>
                        <a:rPr lang="en-SG" sz="1600"/>
                        <a:t>27</a:t>
                      </a:r>
                    </a:p>
                  </a:txBody>
                  <a:tcPr/>
                </a:tc>
                <a:extLst>
                  <a:ext uri="{0D108BD9-81ED-4DB2-BD59-A6C34878D82A}">
                    <a16:rowId xmlns:a16="http://schemas.microsoft.com/office/drawing/2014/main" val="1246363487"/>
                  </a:ext>
                </a:extLst>
              </a:tr>
              <a:tr h="487680">
                <a:tc>
                  <a:txBody>
                    <a:bodyPr/>
                    <a:lstStyle/>
                    <a:p>
                      <a:pPr algn="ctr"/>
                      <a:r>
                        <a:rPr lang="en-SG" sz="1600"/>
                        <a:t>2</a:t>
                      </a:r>
                    </a:p>
                  </a:txBody>
                  <a:tcPr/>
                </a:tc>
                <a:tc>
                  <a:txBody>
                    <a:bodyPr/>
                    <a:lstStyle/>
                    <a:p>
                      <a:pPr algn="r"/>
                      <a:r>
                        <a:rPr lang="en-SG" sz="1600"/>
                        <a:t>17</a:t>
                      </a:r>
                    </a:p>
                  </a:txBody>
                  <a:tcPr/>
                </a:tc>
                <a:tc>
                  <a:txBody>
                    <a:bodyPr/>
                    <a:lstStyle/>
                    <a:p>
                      <a:pPr algn="r"/>
                      <a:r>
                        <a:rPr lang="en-SG" sz="1600"/>
                        <a:t>5</a:t>
                      </a:r>
                    </a:p>
                  </a:txBody>
                  <a:tcPr/>
                </a:tc>
                <a:tc>
                  <a:txBody>
                    <a:bodyPr/>
                    <a:lstStyle/>
                    <a:p>
                      <a:pPr algn="r"/>
                      <a:r>
                        <a:rPr lang="en-SG" sz="1600"/>
                        <a:t>22</a:t>
                      </a:r>
                    </a:p>
                  </a:txBody>
                  <a:tcPr/>
                </a:tc>
                <a:extLst>
                  <a:ext uri="{0D108BD9-81ED-4DB2-BD59-A6C34878D82A}">
                    <a16:rowId xmlns:a16="http://schemas.microsoft.com/office/drawing/2014/main" val="1551475131"/>
                  </a:ext>
                </a:extLst>
              </a:tr>
              <a:tr h="487680">
                <a:tc>
                  <a:txBody>
                    <a:bodyPr/>
                    <a:lstStyle/>
                    <a:p>
                      <a:pPr algn="ctr"/>
                      <a:r>
                        <a:rPr lang="en-SG" sz="1600"/>
                        <a:t>3</a:t>
                      </a:r>
                    </a:p>
                  </a:txBody>
                  <a:tcPr/>
                </a:tc>
                <a:tc>
                  <a:txBody>
                    <a:bodyPr/>
                    <a:lstStyle/>
                    <a:p>
                      <a:pPr algn="r"/>
                      <a:r>
                        <a:rPr lang="en-SG" sz="1600"/>
                        <a:t>0</a:t>
                      </a:r>
                    </a:p>
                  </a:txBody>
                  <a:tcPr/>
                </a:tc>
                <a:tc>
                  <a:txBody>
                    <a:bodyPr/>
                    <a:lstStyle/>
                    <a:p>
                      <a:pPr algn="r"/>
                      <a:r>
                        <a:rPr lang="en-SG" sz="1600"/>
                        <a:t>92</a:t>
                      </a:r>
                    </a:p>
                  </a:txBody>
                  <a:tcPr/>
                </a:tc>
                <a:tc>
                  <a:txBody>
                    <a:bodyPr/>
                    <a:lstStyle/>
                    <a:p>
                      <a:pPr algn="r"/>
                      <a:r>
                        <a:rPr lang="en-SG" sz="1600"/>
                        <a:t>92</a:t>
                      </a:r>
                    </a:p>
                  </a:txBody>
                  <a:tcPr/>
                </a:tc>
                <a:extLst>
                  <a:ext uri="{0D108BD9-81ED-4DB2-BD59-A6C34878D82A}">
                    <a16:rowId xmlns:a16="http://schemas.microsoft.com/office/drawing/2014/main" val="4274821394"/>
                  </a:ext>
                </a:extLst>
              </a:tr>
              <a:tr h="487680">
                <a:tc>
                  <a:txBody>
                    <a:bodyPr/>
                    <a:lstStyle/>
                    <a:p>
                      <a:pPr algn="ctr"/>
                      <a:r>
                        <a:rPr lang="en-SG" sz="1600"/>
                        <a:t>4</a:t>
                      </a:r>
                    </a:p>
                  </a:txBody>
                  <a:tcPr/>
                </a:tc>
                <a:tc>
                  <a:txBody>
                    <a:bodyPr/>
                    <a:lstStyle/>
                    <a:p>
                      <a:pPr algn="r"/>
                      <a:r>
                        <a:rPr lang="en-SG" sz="1600"/>
                        <a:t>71</a:t>
                      </a:r>
                    </a:p>
                  </a:txBody>
                  <a:tcPr/>
                </a:tc>
                <a:tc>
                  <a:txBody>
                    <a:bodyPr/>
                    <a:lstStyle/>
                    <a:p>
                      <a:pPr algn="r"/>
                      <a:r>
                        <a:rPr lang="en-SG" sz="1600"/>
                        <a:t>32</a:t>
                      </a:r>
                    </a:p>
                  </a:txBody>
                  <a:tcPr/>
                </a:tc>
                <a:tc>
                  <a:txBody>
                    <a:bodyPr/>
                    <a:lstStyle/>
                    <a:p>
                      <a:pPr algn="r"/>
                      <a:r>
                        <a:rPr lang="en-SG" sz="1600"/>
                        <a:t>103</a:t>
                      </a:r>
                    </a:p>
                  </a:txBody>
                  <a:tcPr/>
                </a:tc>
                <a:extLst>
                  <a:ext uri="{0D108BD9-81ED-4DB2-BD59-A6C34878D82A}">
                    <a16:rowId xmlns:a16="http://schemas.microsoft.com/office/drawing/2014/main" val="776023765"/>
                  </a:ext>
                </a:extLst>
              </a:tr>
              <a:tr h="487680">
                <a:tc>
                  <a:txBody>
                    <a:bodyPr/>
                    <a:lstStyle/>
                    <a:p>
                      <a:pPr algn="ctr"/>
                      <a:r>
                        <a:rPr lang="en-SG" sz="1600"/>
                        <a:t>Total</a:t>
                      </a:r>
                    </a:p>
                  </a:txBody>
                  <a:tcPr/>
                </a:tc>
                <a:tc>
                  <a:txBody>
                    <a:bodyPr/>
                    <a:lstStyle/>
                    <a:p>
                      <a:pPr algn="r"/>
                      <a:r>
                        <a:rPr lang="en-SG" sz="1600"/>
                        <a:t>88</a:t>
                      </a:r>
                    </a:p>
                  </a:txBody>
                  <a:tcPr/>
                </a:tc>
                <a:tc>
                  <a:txBody>
                    <a:bodyPr/>
                    <a:lstStyle/>
                    <a:p>
                      <a:pPr algn="r"/>
                      <a:r>
                        <a:rPr lang="en-SG" sz="1600"/>
                        <a:t>156</a:t>
                      </a:r>
                    </a:p>
                  </a:txBody>
                  <a:tcPr/>
                </a:tc>
                <a:tc>
                  <a:txBody>
                    <a:bodyPr/>
                    <a:lstStyle/>
                    <a:p>
                      <a:pPr algn="r"/>
                      <a:r>
                        <a:rPr lang="en-SG" sz="1600"/>
                        <a:t>244</a:t>
                      </a:r>
                    </a:p>
                  </a:txBody>
                  <a:tcPr/>
                </a:tc>
                <a:extLst>
                  <a:ext uri="{0D108BD9-81ED-4DB2-BD59-A6C34878D82A}">
                    <a16:rowId xmlns:a16="http://schemas.microsoft.com/office/drawing/2014/main" val="3417150411"/>
                  </a:ext>
                </a:extLst>
              </a:tr>
            </a:tbl>
          </a:graphicData>
        </a:graphic>
      </p:graphicFrame>
      <p:sp>
        <p:nvSpPr>
          <p:cNvPr id="5" name="Rectangle 4"/>
          <p:cNvSpPr/>
          <p:nvPr/>
        </p:nvSpPr>
        <p:spPr>
          <a:xfrm>
            <a:off x="914400" y="4724400"/>
            <a:ext cx="4758675" cy="646331"/>
          </a:xfrm>
          <a:prstGeom prst="rect">
            <a:avLst/>
          </a:prstGeom>
        </p:spPr>
        <p:txBody>
          <a:bodyPr wrap="none">
            <a:spAutoFit/>
          </a:bodyPr>
          <a:lstStyle/>
          <a:p>
            <a:r>
              <a:rPr lang="en-SG" u="none"/>
              <a:t>Average waiting time in Queue = 88/4 = 22</a:t>
            </a:r>
          </a:p>
          <a:p>
            <a:r>
              <a:rPr lang="en-SG" u="none"/>
              <a:t>Average waiting time in System = 244/4 = 61</a:t>
            </a:r>
          </a:p>
        </p:txBody>
      </p:sp>
    </p:spTree>
    <p:extLst>
      <p:ext uri="{BB962C8B-B14F-4D97-AF65-F5344CB8AC3E}">
        <p14:creationId xmlns:p14="http://schemas.microsoft.com/office/powerpoint/2010/main" val="16055019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Problem</a:t>
            </a:r>
          </a:p>
        </p:txBody>
      </p:sp>
      <p:sp>
        <p:nvSpPr>
          <p:cNvPr id="20483" name="Content Placeholder 2"/>
          <p:cNvSpPr>
            <a:spLocks noGrp="1"/>
          </p:cNvSpPr>
          <p:nvPr>
            <p:ph idx="1"/>
          </p:nvPr>
        </p:nvSpPr>
        <p:spPr>
          <a:xfrm>
            <a:off x="381000" y="990600"/>
            <a:ext cx="8458200" cy="5638800"/>
          </a:xfrm>
        </p:spPr>
        <p:txBody>
          <a:bodyPr/>
          <a:lstStyle/>
          <a:p>
            <a:r>
              <a:rPr lang="en-US" sz="2000"/>
              <a:t>The </a:t>
            </a:r>
            <a:r>
              <a:rPr lang="en-US" sz="2000" err="1"/>
              <a:t>Dynaco</a:t>
            </a:r>
            <a:r>
              <a:rPr lang="en-US" sz="2000"/>
              <a:t> Manufacturing Company produces a product in a process consisting of operations of five machines. The probability distribution of the number of machines that will break down in a week follows:</a:t>
            </a:r>
          </a:p>
          <a:p>
            <a:endParaRPr lang="en-US" sz="2000"/>
          </a:p>
          <a:p>
            <a:endParaRPr lang="en-US" sz="2000"/>
          </a:p>
          <a:p>
            <a:r>
              <a:rPr lang="en-US" sz="2000"/>
              <a:t>Every time a machine breaks down at the company, either 1, 2, or 3 hours are required to fix it, according to the following probability distribution.</a:t>
            </a:r>
          </a:p>
          <a:p>
            <a:endParaRPr lang="en-US" sz="2000"/>
          </a:p>
          <a:p>
            <a:endParaRPr lang="en-US" sz="2000"/>
          </a:p>
          <a:p>
            <a:pPr marL="0" indent="0">
              <a:buNone/>
            </a:pPr>
            <a:endParaRPr lang="en-US" sz="2000"/>
          </a:p>
          <a:p>
            <a:pPr marL="0" indent="0">
              <a:buNone/>
            </a:pPr>
            <a:endParaRPr lang="en-US" sz="900"/>
          </a:p>
          <a:p>
            <a:r>
              <a:rPr lang="en-US" sz="2000"/>
              <a:t>Simulate the repair time for 7 weeks and then compute the average weekly repair time. Use the following U(0, 99) numbers for simulation. Use r</a:t>
            </a:r>
            <a:r>
              <a:rPr lang="en-US" sz="2000" baseline="-25000"/>
              <a:t>1</a:t>
            </a:r>
            <a:r>
              <a:rPr lang="en-US" sz="2000"/>
              <a:t> for number of breakdowns and r</a:t>
            </a:r>
            <a:r>
              <a:rPr lang="en-US" sz="2000" baseline="-25000"/>
              <a:t>2 </a:t>
            </a:r>
            <a:r>
              <a:rPr lang="en-US" sz="2000"/>
              <a:t>for repair time.</a:t>
            </a:r>
          </a:p>
          <a:p>
            <a:pPr marL="0" indent="0">
              <a:buNone/>
            </a:pPr>
            <a:r>
              <a:rPr lang="pt-BR" sz="2000"/>
              <a:t>	r</a:t>
            </a:r>
            <a:r>
              <a:rPr lang="pt-BR" sz="2000" baseline="-25000"/>
              <a:t>1</a:t>
            </a:r>
            <a:r>
              <a:rPr lang="pt-BR" sz="2000"/>
              <a:t> 20, 31, 98, 24, 01, 56, 48</a:t>
            </a:r>
          </a:p>
          <a:p>
            <a:pPr marL="0" indent="0">
              <a:buNone/>
            </a:pPr>
            <a:r>
              <a:rPr lang="pt-BR" sz="2000"/>
              <a:t>	r</a:t>
            </a:r>
            <a:r>
              <a:rPr lang="pt-BR" sz="2000" baseline="-25000"/>
              <a:t>2</a:t>
            </a:r>
            <a:r>
              <a:rPr lang="pt-BR" sz="2000"/>
              <a:t> 58, 47, 23, 69, 35, 21, 41, 14, 59, 28, 13, 09, 20, 73, 77, 29, 50</a:t>
            </a:r>
            <a:endParaRPr lang="en-US" sz="1800"/>
          </a:p>
        </p:txBody>
      </p:sp>
      <p:graphicFrame>
        <p:nvGraphicFramePr>
          <p:cNvPr id="3" name="Table 2"/>
          <p:cNvGraphicFramePr>
            <a:graphicFrameLocks noGrp="1"/>
          </p:cNvGraphicFramePr>
          <p:nvPr/>
        </p:nvGraphicFramePr>
        <p:xfrm>
          <a:off x="838200" y="2057400"/>
          <a:ext cx="7802876" cy="609600"/>
        </p:xfrm>
        <a:graphic>
          <a:graphicData uri="http://schemas.openxmlformats.org/drawingml/2006/table">
            <a:tbl>
              <a:tblPr firstCol="1" bandRow="1">
                <a:tableStyleId>{5C22544A-7EE6-4342-B048-85BDC9FD1C3A}</a:tableStyleId>
              </a:tblPr>
              <a:tblGrid>
                <a:gridCol w="3874718">
                  <a:extLst>
                    <a:ext uri="{9D8B030D-6E8A-4147-A177-3AD203B41FA5}">
                      <a16:colId xmlns:a16="http://schemas.microsoft.com/office/drawing/2014/main" val="2891056209"/>
                    </a:ext>
                  </a:extLst>
                </a:gridCol>
                <a:gridCol w="654693">
                  <a:extLst>
                    <a:ext uri="{9D8B030D-6E8A-4147-A177-3AD203B41FA5}">
                      <a16:colId xmlns:a16="http://schemas.microsoft.com/office/drawing/2014/main" val="2409409621"/>
                    </a:ext>
                  </a:extLst>
                </a:gridCol>
                <a:gridCol w="654693">
                  <a:extLst>
                    <a:ext uri="{9D8B030D-6E8A-4147-A177-3AD203B41FA5}">
                      <a16:colId xmlns:a16="http://schemas.microsoft.com/office/drawing/2014/main" val="1861940292"/>
                    </a:ext>
                  </a:extLst>
                </a:gridCol>
                <a:gridCol w="654693">
                  <a:extLst>
                    <a:ext uri="{9D8B030D-6E8A-4147-A177-3AD203B41FA5}">
                      <a16:colId xmlns:a16="http://schemas.microsoft.com/office/drawing/2014/main" val="2014675913"/>
                    </a:ext>
                  </a:extLst>
                </a:gridCol>
                <a:gridCol w="654693">
                  <a:extLst>
                    <a:ext uri="{9D8B030D-6E8A-4147-A177-3AD203B41FA5}">
                      <a16:colId xmlns:a16="http://schemas.microsoft.com/office/drawing/2014/main" val="1669964227"/>
                    </a:ext>
                  </a:extLst>
                </a:gridCol>
                <a:gridCol w="654693">
                  <a:extLst>
                    <a:ext uri="{9D8B030D-6E8A-4147-A177-3AD203B41FA5}">
                      <a16:colId xmlns:a16="http://schemas.microsoft.com/office/drawing/2014/main" val="653518688"/>
                    </a:ext>
                  </a:extLst>
                </a:gridCol>
                <a:gridCol w="654693">
                  <a:extLst>
                    <a:ext uri="{9D8B030D-6E8A-4147-A177-3AD203B41FA5}">
                      <a16:colId xmlns:a16="http://schemas.microsoft.com/office/drawing/2014/main" val="3291271447"/>
                    </a:ext>
                  </a:extLst>
                </a:gridCol>
              </a:tblGrid>
              <a:tr h="266700">
                <a:tc>
                  <a:txBody>
                    <a:bodyPr/>
                    <a:lstStyle/>
                    <a:p>
                      <a:r>
                        <a:rPr lang="en-US" sz="1400">
                          <a:latin typeface="Calibri" panose="020F0502020204030204" pitchFamily="34" charset="0"/>
                          <a:cs typeface="Calibri" panose="020F0502020204030204" pitchFamily="34" charset="0"/>
                        </a:rPr>
                        <a:t>Machines Break Down per week</a:t>
                      </a:r>
                    </a:p>
                  </a:txBody>
                  <a:tcPr/>
                </a:tc>
                <a:tc>
                  <a:txBody>
                    <a:bodyPr/>
                    <a:lstStyle/>
                    <a:p>
                      <a:pPr algn="r"/>
                      <a:r>
                        <a:rPr lang="en-US" sz="1400">
                          <a:latin typeface="Calibri" panose="020F0502020204030204" pitchFamily="34" charset="0"/>
                          <a:cs typeface="Calibri" panose="020F0502020204030204" pitchFamily="34" charset="0"/>
                        </a:rPr>
                        <a:t>0</a:t>
                      </a:r>
                    </a:p>
                  </a:txBody>
                  <a:tcPr/>
                </a:tc>
                <a:tc>
                  <a:txBody>
                    <a:bodyPr/>
                    <a:lstStyle/>
                    <a:p>
                      <a:pPr algn="r"/>
                      <a:r>
                        <a:rPr lang="en-US" sz="1400">
                          <a:latin typeface="Calibri" panose="020F0502020204030204" pitchFamily="34" charset="0"/>
                          <a:cs typeface="Calibri" panose="020F0502020204030204" pitchFamily="34" charset="0"/>
                        </a:rPr>
                        <a:t>1</a:t>
                      </a:r>
                    </a:p>
                  </a:txBody>
                  <a:tcPr/>
                </a:tc>
                <a:tc>
                  <a:txBody>
                    <a:bodyPr/>
                    <a:lstStyle/>
                    <a:p>
                      <a:pPr algn="r"/>
                      <a:r>
                        <a:rPr lang="en-US" sz="1400">
                          <a:latin typeface="Calibri" panose="020F0502020204030204" pitchFamily="34" charset="0"/>
                          <a:cs typeface="Calibri" panose="020F0502020204030204" pitchFamily="34" charset="0"/>
                        </a:rPr>
                        <a:t>2</a:t>
                      </a:r>
                    </a:p>
                  </a:txBody>
                  <a:tcPr/>
                </a:tc>
                <a:tc>
                  <a:txBody>
                    <a:bodyPr/>
                    <a:lstStyle/>
                    <a:p>
                      <a:pPr algn="r"/>
                      <a:r>
                        <a:rPr lang="en-US" sz="1400">
                          <a:latin typeface="Calibri" panose="020F0502020204030204" pitchFamily="34" charset="0"/>
                          <a:cs typeface="Calibri" panose="020F0502020204030204" pitchFamily="34" charset="0"/>
                        </a:rPr>
                        <a:t>3</a:t>
                      </a:r>
                    </a:p>
                  </a:txBody>
                  <a:tcPr/>
                </a:tc>
                <a:tc>
                  <a:txBody>
                    <a:bodyPr/>
                    <a:lstStyle/>
                    <a:p>
                      <a:pPr algn="r"/>
                      <a:r>
                        <a:rPr lang="en-US" sz="1400">
                          <a:latin typeface="Calibri" panose="020F0502020204030204" pitchFamily="34" charset="0"/>
                          <a:cs typeface="Calibri" panose="020F0502020204030204" pitchFamily="34" charset="0"/>
                        </a:rPr>
                        <a:t>4</a:t>
                      </a:r>
                    </a:p>
                  </a:txBody>
                  <a:tcPr/>
                </a:tc>
                <a:tc>
                  <a:txBody>
                    <a:bodyPr/>
                    <a:lstStyle/>
                    <a:p>
                      <a:pPr algn="r"/>
                      <a:r>
                        <a:rPr lang="en-US" sz="1400">
                          <a:latin typeface="Calibri" panose="020F0502020204030204" pitchFamily="34" charset="0"/>
                          <a:cs typeface="Calibri" panose="020F0502020204030204" pitchFamily="34" charset="0"/>
                        </a:rPr>
                        <a:t>5</a:t>
                      </a:r>
                    </a:p>
                  </a:txBody>
                  <a:tcPr/>
                </a:tc>
                <a:extLst>
                  <a:ext uri="{0D108BD9-81ED-4DB2-BD59-A6C34878D82A}">
                    <a16:rowId xmlns:a16="http://schemas.microsoft.com/office/drawing/2014/main" val="1830686833"/>
                  </a:ext>
                </a:extLst>
              </a:tr>
              <a:tr h="266700">
                <a:tc>
                  <a:txBody>
                    <a:bodyPr/>
                    <a:lstStyle/>
                    <a:p>
                      <a:r>
                        <a:rPr lang="en-US" sz="1400">
                          <a:latin typeface="Calibri" panose="020F0502020204030204" pitchFamily="34" charset="0"/>
                          <a:cs typeface="Calibri" panose="020F0502020204030204" pitchFamily="34" charset="0"/>
                        </a:rPr>
                        <a:t>Probability</a:t>
                      </a:r>
                    </a:p>
                  </a:txBody>
                  <a:tcPr/>
                </a:tc>
                <a:tc>
                  <a:txBody>
                    <a:bodyPr/>
                    <a:lstStyle/>
                    <a:p>
                      <a:pPr algn="r"/>
                      <a:r>
                        <a:rPr lang="en-US" sz="1400" b="0" i="0" u="none" strike="noStrike" kern="1200" baseline="0">
                          <a:solidFill>
                            <a:schemeClr val="dk1"/>
                          </a:solidFill>
                          <a:latin typeface="Calibri" panose="020F0502020204030204" pitchFamily="34" charset="0"/>
                          <a:ea typeface="+mn-ea"/>
                          <a:cs typeface="Calibri" panose="020F0502020204030204" pitchFamily="34" charset="0"/>
                        </a:rPr>
                        <a:t>.10</a:t>
                      </a:r>
                      <a:endParaRPr lang="en-US" sz="1400">
                        <a:latin typeface="Calibri" panose="020F0502020204030204" pitchFamily="34" charset="0"/>
                        <a:cs typeface="Calibri" panose="020F0502020204030204" pitchFamily="34" charset="0"/>
                      </a:endParaRPr>
                    </a:p>
                  </a:txBody>
                  <a:tcPr/>
                </a:tc>
                <a:tc>
                  <a:txBody>
                    <a:bodyPr/>
                    <a:lstStyle/>
                    <a:p>
                      <a:pPr algn="r"/>
                      <a:r>
                        <a:rPr lang="en-US" sz="1400" b="0" i="0" u="none" strike="noStrike" kern="1200" baseline="0">
                          <a:solidFill>
                            <a:schemeClr val="dk1"/>
                          </a:solidFill>
                          <a:latin typeface="Calibri" panose="020F0502020204030204" pitchFamily="34" charset="0"/>
                          <a:ea typeface="+mn-ea"/>
                          <a:cs typeface="Calibri" panose="020F0502020204030204" pitchFamily="34" charset="0"/>
                        </a:rPr>
                        <a:t>.10 </a:t>
                      </a:r>
                      <a:endParaRPr lang="en-US" sz="1400">
                        <a:latin typeface="Calibri" panose="020F0502020204030204" pitchFamily="34" charset="0"/>
                        <a:cs typeface="Calibri" panose="020F0502020204030204" pitchFamily="34" charset="0"/>
                      </a:endParaRPr>
                    </a:p>
                  </a:txBody>
                  <a:tcPr/>
                </a:tc>
                <a:tc>
                  <a:txBody>
                    <a:bodyPr/>
                    <a:lstStyle/>
                    <a:p>
                      <a:pPr algn="r"/>
                      <a:r>
                        <a:rPr lang="en-US" sz="1400" b="0" i="0" u="none" strike="noStrike" kern="1200" baseline="0">
                          <a:solidFill>
                            <a:schemeClr val="dk1"/>
                          </a:solidFill>
                          <a:latin typeface="Calibri" panose="020F0502020204030204" pitchFamily="34" charset="0"/>
                          <a:ea typeface="+mn-ea"/>
                          <a:cs typeface="Calibri" panose="020F0502020204030204" pitchFamily="34" charset="0"/>
                        </a:rPr>
                        <a:t>.20</a:t>
                      </a:r>
                      <a:endParaRPr lang="en-US" sz="1400">
                        <a:latin typeface="Calibri" panose="020F0502020204030204" pitchFamily="34" charset="0"/>
                        <a:cs typeface="Calibri" panose="020F0502020204030204" pitchFamily="34" charset="0"/>
                      </a:endParaRPr>
                    </a:p>
                  </a:txBody>
                  <a:tcPr/>
                </a:tc>
                <a:tc>
                  <a:txBody>
                    <a:bodyPr/>
                    <a:lstStyle/>
                    <a:p>
                      <a:pPr algn="r"/>
                      <a:r>
                        <a:rPr lang="en-US" sz="1400" b="0" i="0" u="none" strike="noStrike" kern="1200" baseline="0">
                          <a:solidFill>
                            <a:schemeClr val="dk1"/>
                          </a:solidFill>
                          <a:latin typeface="Calibri" panose="020F0502020204030204" pitchFamily="34" charset="0"/>
                          <a:ea typeface="+mn-ea"/>
                          <a:cs typeface="Calibri" panose="020F0502020204030204" pitchFamily="34" charset="0"/>
                        </a:rPr>
                        <a:t>.25</a:t>
                      </a:r>
                      <a:endParaRPr lang="en-US" sz="1400">
                        <a:latin typeface="Calibri" panose="020F0502020204030204" pitchFamily="34" charset="0"/>
                        <a:cs typeface="Calibri" panose="020F0502020204030204" pitchFamily="34" charset="0"/>
                      </a:endParaRPr>
                    </a:p>
                  </a:txBody>
                  <a:tcPr/>
                </a:tc>
                <a:tc>
                  <a:txBody>
                    <a:bodyPr/>
                    <a:lstStyle/>
                    <a:p>
                      <a:pPr algn="r"/>
                      <a:r>
                        <a:rPr lang="en-US" sz="1400" b="0" i="0" u="none" strike="noStrike" kern="1200" baseline="0">
                          <a:solidFill>
                            <a:schemeClr val="dk1"/>
                          </a:solidFill>
                          <a:latin typeface="Calibri" panose="020F0502020204030204" pitchFamily="34" charset="0"/>
                          <a:ea typeface="+mn-ea"/>
                          <a:cs typeface="Calibri" panose="020F0502020204030204" pitchFamily="34" charset="0"/>
                        </a:rPr>
                        <a:t>.30 </a:t>
                      </a:r>
                      <a:endParaRPr lang="en-US" sz="1400">
                        <a:latin typeface="Calibri" panose="020F0502020204030204" pitchFamily="34" charset="0"/>
                        <a:cs typeface="Calibri" panose="020F0502020204030204" pitchFamily="34" charset="0"/>
                      </a:endParaRPr>
                    </a:p>
                  </a:txBody>
                  <a:tcPr/>
                </a:tc>
                <a:tc>
                  <a:txBody>
                    <a:bodyPr/>
                    <a:lstStyle/>
                    <a:p>
                      <a:pPr algn="r"/>
                      <a:r>
                        <a:rPr lang="en-US" sz="1400" b="0" i="0" u="none" strike="noStrike" kern="1200" baseline="0">
                          <a:solidFill>
                            <a:schemeClr val="dk1"/>
                          </a:solidFill>
                          <a:latin typeface="Calibri" panose="020F0502020204030204" pitchFamily="34" charset="0"/>
                          <a:ea typeface="+mn-ea"/>
                          <a:cs typeface="Calibri" panose="020F0502020204030204" pitchFamily="34" charset="0"/>
                        </a:rPr>
                        <a:t>.05</a:t>
                      </a:r>
                      <a:endParaRPr lang="en-US" sz="14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8394932"/>
                  </a:ext>
                </a:extLst>
              </a:tr>
            </a:tbl>
          </a:graphicData>
        </a:graphic>
      </p:graphicFrame>
      <p:graphicFrame>
        <p:nvGraphicFramePr>
          <p:cNvPr id="4" name="Table 3"/>
          <p:cNvGraphicFramePr>
            <a:graphicFrameLocks noGrp="1"/>
          </p:cNvGraphicFramePr>
          <p:nvPr/>
        </p:nvGraphicFramePr>
        <p:xfrm>
          <a:off x="874458" y="3383280"/>
          <a:ext cx="2737422" cy="1219200"/>
        </p:xfrm>
        <a:graphic>
          <a:graphicData uri="http://schemas.openxmlformats.org/drawingml/2006/table">
            <a:tbl>
              <a:tblPr firstRow="1" bandRow="1">
                <a:tableStyleId>{5C22544A-7EE6-4342-B048-85BDC9FD1C3A}</a:tableStyleId>
              </a:tblPr>
              <a:tblGrid>
                <a:gridCol w="1589342">
                  <a:extLst>
                    <a:ext uri="{9D8B030D-6E8A-4147-A177-3AD203B41FA5}">
                      <a16:colId xmlns:a16="http://schemas.microsoft.com/office/drawing/2014/main" val="3994125225"/>
                    </a:ext>
                  </a:extLst>
                </a:gridCol>
                <a:gridCol w="1148080">
                  <a:extLst>
                    <a:ext uri="{9D8B030D-6E8A-4147-A177-3AD203B41FA5}">
                      <a16:colId xmlns:a16="http://schemas.microsoft.com/office/drawing/2014/main" val="720010408"/>
                    </a:ext>
                  </a:extLst>
                </a:gridCol>
              </a:tblGrid>
              <a:tr h="228600">
                <a:tc>
                  <a:txBody>
                    <a:bodyPr/>
                    <a:lstStyle/>
                    <a:p>
                      <a:pPr algn="ctr"/>
                      <a:r>
                        <a:rPr lang="en-US" sz="1400">
                          <a:latin typeface="Calibri" panose="020F0502020204030204" pitchFamily="34" charset="0"/>
                          <a:cs typeface="Calibri" panose="020F0502020204030204" pitchFamily="34" charset="0"/>
                        </a:rPr>
                        <a:t>Repair Time (</a:t>
                      </a:r>
                      <a:r>
                        <a:rPr lang="en-US" sz="1400" err="1">
                          <a:latin typeface="Calibri" panose="020F0502020204030204" pitchFamily="34" charset="0"/>
                          <a:cs typeface="Calibri" panose="020F0502020204030204" pitchFamily="34" charset="0"/>
                        </a:rPr>
                        <a:t>hr</a:t>
                      </a:r>
                      <a:r>
                        <a:rPr lang="en-US" sz="1400">
                          <a:latin typeface="Calibri" panose="020F0502020204030204" pitchFamily="34" charset="0"/>
                          <a:cs typeface="Calibri" panose="020F0502020204030204" pitchFamily="34" charset="0"/>
                        </a:rPr>
                        <a:t>)</a:t>
                      </a:r>
                    </a:p>
                  </a:txBody>
                  <a:tcPr/>
                </a:tc>
                <a:tc>
                  <a:txBody>
                    <a:bodyPr/>
                    <a:lstStyle/>
                    <a:p>
                      <a:pPr algn="r"/>
                      <a:r>
                        <a:rPr lang="en-US" sz="1400">
                          <a:latin typeface="Calibri" panose="020F0502020204030204" pitchFamily="34" charset="0"/>
                          <a:cs typeface="Calibri" panose="020F0502020204030204" pitchFamily="34" charset="0"/>
                        </a:rPr>
                        <a:t>Probability</a:t>
                      </a:r>
                    </a:p>
                  </a:txBody>
                  <a:tcPr/>
                </a:tc>
                <a:extLst>
                  <a:ext uri="{0D108BD9-81ED-4DB2-BD59-A6C34878D82A}">
                    <a16:rowId xmlns:a16="http://schemas.microsoft.com/office/drawing/2014/main" val="198561823"/>
                  </a:ext>
                </a:extLst>
              </a:tr>
              <a:tr h="228600">
                <a:tc>
                  <a:txBody>
                    <a:bodyPr/>
                    <a:lstStyle/>
                    <a:p>
                      <a:pPr algn="ctr"/>
                      <a:r>
                        <a:rPr lang="en-US" sz="1400">
                          <a:latin typeface="Calibri" panose="020F0502020204030204" pitchFamily="34" charset="0"/>
                          <a:cs typeface="Calibri" panose="020F0502020204030204" pitchFamily="34" charset="0"/>
                        </a:rPr>
                        <a:t>1</a:t>
                      </a:r>
                    </a:p>
                  </a:txBody>
                  <a:tcPr/>
                </a:tc>
                <a:tc>
                  <a:txBody>
                    <a:bodyPr/>
                    <a:lstStyle/>
                    <a:p>
                      <a:pPr algn="r"/>
                      <a:r>
                        <a:rPr lang="en-US" sz="1400">
                          <a:latin typeface="Calibri" panose="020F0502020204030204" pitchFamily="34" charset="0"/>
                          <a:cs typeface="Calibri" panose="020F0502020204030204" pitchFamily="34" charset="0"/>
                        </a:rPr>
                        <a:t>0.3</a:t>
                      </a:r>
                    </a:p>
                  </a:txBody>
                  <a:tcPr/>
                </a:tc>
                <a:extLst>
                  <a:ext uri="{0D108BD9-81ED-4DB2-BD59-A6C34878D82A}">
                    <a16:rowId xmlns:a16="http://schemas.microsoft.com/office/drawing/2014/main" val="158500006"/>
                  </a:ext>
                </a:extLst>
              </a:tr>
              <a:tr h="228600">
                <a:tc>
                  <a:txBody>
                    <a:bodyPr/>
                    <a:lstStyle/>
                    <a:p>
                      <a:pPr algn="ctr"/>
                      <a:r>
                        <a:rPr lang="en-US" sz="1400">
                          <a:latin typeface="Calibri" panose="020F0502020204030204" pitchFamily="34" charset="0"/>
                          <a:cs typeface="Calibri" panose="020F0502020204030204" pitchFamily="34" charset="0"/>
                        </a:rPr>
                        <a:t>2</a:t>
                      </a:r>
                    </a:p>
                  </a:txBody>
                  <a:tcPr/>
                </a:tc>
                <a:tc>
                  <a:txBody>
                    <a:bodyPr/>
                    <a:lstStyle/>
                    <a:p>
                      <a:pPr algn="r"/>
                      <a:r>
                        <a:rPr lang="en-US" sz="1400">
                          <a:latin typeface="Calibri" panose="020F0502020204030204" pitchFamily="34" charset="0"/>
                          <a:cs typeface="Calibri" panose="020F0502020204030204" pitchFamily="34" charset="0"/>
                        </a:rPr>
                        <a:t>0.5</a:t>
                      </a:r>
                    </a:p>
                  </a:txBody>
                  <a:tcPr/>
                </a:tc>
                <a:extLst>
                  <a:ext uri="{0D108BD9-81ED-4DB2-BD59-A6C34878D82A}">
                    <a16:rowId xmlns:a16="http://schemas.microsoft.com/office/drawing/2014/main" val="2692850065"/>
                  </a:ext>
                </a:extLst>
              </a:tr>
              <a:tr h="228600">
                <a:tc>
                  <a:txBody>
                    <a:bodyPr/>
                    <a:lstStyle/>
                    <a:p>
                      <a:pPr algn="ctr"/>
                      <a:r>
                        <a:rPr lang="en-US" sz="1400">
                          <a:latin typeface="Calibri" panose="020F0502020204030204" pitchFamily="34" charset="0"/>
                          <a:cs typeface="Calibri" panose="020F0502020204030204" pitchFamily="34" charset="0"/>
                        </a:rPr>
                        <a:t>3</a:t>
                      </a:r>
                    </a:p>
                  </a:txBody>
                  <a:tcPr/>
                </a:tc>
                <a:tc>
                  <a:txBody>
                    <a:bodyPr/>
                    <a:lstStyle/>
                    <a:p>
                      <a:pPr algn="r"/>
                      <a:r>
                        <a:rPr lang="en-US" sz="1400">
                          <a:latin typeface="Calibri" panose="020F0502020204030204" pitchFamily="34" charset="0"/>
                          <a:cs typeface="Calibri" panose="020F0502020204030204" pitchFamily="34" charset="0"/>
                        </a:rPr>
                        <a:t>0.2</a:t>
                      </a:r>
                    </a:p>
                  </a:txBody>
                  <a:tcPr/>
                </a:tc>
                <a:extLst>
                  <a:ext uri="{0D108BD9-81ED-4DB2-BD59-A6C34878D82A}">
                    <a16:rowId xmlns:a16="http://schemas.microsoft.com/office/drawing/2014/main" val="2092272901"/>
                  </a:ext>
                </a:extLst>
              </a:tr>
            </a:tbl>
          </a:graphicData>
        </a:graphic>
      </p:graphicFrame>
    </p:spTree>
    <p:extLst>
      <p:ext uri="{BB962C8B-B14F-4D97-AF65-F5344CB8AC3E}">
        <p14:creationId xmlns:p14="http://schemas.microsoft.com/office/powerpoint/2010/main" val="29950543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down)">
                                      <p:cBhvr>
                                        <p:cTn id="7" dur="500"/>
                                        <p:tgtEl>
                                          <p:spTgt spid="2048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animEffect transition="in" filter="wipe(down)">
                                      <p:cBhvr>
                                        <p:cTn id="15" dur="500"/>
                                        <p:tgtEl>
                                          <p:spTgt spid="20483">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0483">
                                            <p:txEl>
                                              <p:pRg st="8" end="8"/>
                                            </p:txEl>
                                          </p:spTgt>
                                        </p:tgtEl>
                                        <p:attrNameLst>
                                          <p:attrName>style.visibility</p:attrName>
                                        </p:attrNameLst>
                                      </p:cBhvr>
                                      <p:to>
                                        <p:strVal val="visible"/>
                                      </p:to>
                                    </p:set>
                                    <p:animEffect transition="in" filter="wipe(down)">
                                      <p:cBhvr>
                                        <p:cTn id="23" dur="500"/>
                                        <p:tgtEl>
                                          <p:spTgt spid="20483">
                                            <p:txEl>
                                              <p:pRg st="8" end="8"/>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20483">
                                            <p:txEl>
                                              <p:pRg st="9" end="9"/>
                                            </p:txEl>
                                          </p:spTgt>
                                        </p:tgtEl>
                                        <p:attrNameLst>
                                          <p:attrName>style.visibility</p:attrName>
                                        </p:attrNameLst>
                                      </p:cBhvr>
                                      <p:to>
                                        <p:strVal val="visible"/>
                                      </p:to>
                                    </p:set>
                                    <p:animEffect transition="in" filter="wipe(down)">
                                      <p:cBhvr>
                                        <p:cTn id="26" dur="500"/>
                                        <p:tgtEl>
                                          <p:spTgt spid="20483">
                                            <p:txEl>
                                              <p:pRg st="9" end="9"/>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20483">
                                            <p:txEl>
                                              <p:pRg st="10" end="10"/>
                                            </p:txEl>
                                          </p:spTgt>
                                        </p:tgtEl>
                                        <p:attrNameLst>
                                          <p:attrName>style.visibility</p:attrName>
                                        </p:attrNameLst>
                                      </p:cBhvr>
                                      <p:to>
                                        <p:strVal val="visible"/>
                                      </p:to>
                                    </p:set>
                                    <p:animEffect transition="in" filter="wipe(down)">
                                      <p:cBhvr>
                                        <p:cTn id="29" dur="500"/>
                                        <p:tgtEl>
                                          <p:spTgt spid="204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81000" y="228600"/>
          <a:ext cx="8534400" cy="3708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91852094"/>
                    </a:ext>
                  </a:extLst>
                </a:gridCol>
                <a:gridCol w="990600">
                  <a:extLst>
                    <a:ext uri="{9D8B030D-6E8A-4147-A177-3AD203B41FA5}">
                      <a16:colId xmlns:a16="http://schemas.microsoft.com/office/drawing/2014/main" val="98871183"/>
                    </a:ext>
                  </a:extLst>
                </a:gridCol>
                <a:gridCol w="1600200">
                  <a:extLst>
                    <a:ext uri="{9D8B030D-6E8A-4147-A177-3AD203B41FA5}">
                      <a16:colId xmlns:a16="http://schemas.microsoft.com/office/drawing/2014/main" val="3435465701"/>
                    </a:ext>
                  </a:extLst>
                </a:gridCol>
                <a:gridCol w="1109168">
                  <a:extLst>
                    <a:ext uri="{9D8B030D-6E8A-4147-A177-3AD203B41FA5}">
                      <a16:colId xmlns:a16="http://schemas.microsoft.com/office/drawing/2014/main" val="3360407477"/>
                    </a:ext>
                  </a:extLst>
                </a:gridCol>
                <a:gridCol w="1683882">
                  <a:extLst>
                    <a:ext uri="{9D8B030D-6E8A-4147-A177-3AD203B41FA5}">
                      <a16:colId xmlns:a16="http://schemas.microsoft.com/office/drawing/2014/main" val="2508335807"/>
                    </a:ext>
                  </a:extLst>
                </a:gridCol>
                <a:gridCol w="2236150">
                  <a:extLst>
                    <a:ext uri="{9D8B030D-6E8A-4147-A177-3AD203B41FA5}">
                      <a16:colId xmlns:a16="http://schemas.microsoft.com/office/drawing/2014/main" val="4106511841"/>
                    </a:ext>
                  </a:extLst>
                </a:gridCol>
              </a:tblGrid>
              <a:tr h="370840">
                <a:tc>
                  <a:txBody>
                    <a:bodyPr/>
                    <a:lstStyle/>
                    <a:p>
                      <a:pPr algn="ctr"/>
                      <a:r>
                        <a:rPr lang="en-US" sz="1400" b="0" i="0" u="none" strike="noStrike" kern="1200" baseline="0">
                          <a:solidFill>
                            <a:schemeClr val="lt1"/>
                          </a:solidFill>
                          <a:latin typeface="+mn-lt"/>
                          <a:ea typeface="+mn-ea"/>
                          <a:cs typeface="+mn-cs"/>
                        </a:rPr>
                        <a:t>Week</a:t>
                      </a:r>
                      <a:endParaRPr lang="en-US" sz="1400"/>
                    </a:p>
                  </a:txBody>
                  <a:tcPr/>
                </a:tc>
                <a:tc>
                  <a:txBody>
                    <a:bodyPr/>
                    <a:lstStyle/>
                    <a:p>
                      <a:pPr algn="ctr"/>
                      <a:r>
                        <a:rPr lang="en-US" sz="1400" b="0" i="0" u="none" strike="noStrike" kern="1200" baseline="0">
                          <a:solidFill>
                            <a:schemeClr val="lt1"/>
                          </a:solidFill>
                          <a:latin typeface="+mn-lt"/>
                          <a:ea typeface="+mn-ea"/>
                          <a:cs typeface="+mn-cs"/>
                        </a:rPr>
                        <a:t>r</a:t>
                      </a:r>
                      <a:r>
                        <a:rPr lang="en-US" sz="1400" b="0" i="0" u="none" strike="noStrike" kern="1200" baseline="-25000">
                          <a:solidFill>
                            <a:schemeClr val="lt1"/>
                          </a:solidFill>
                          <a:latin typeface="+mn-lt"/>
                          <a:ea typeface="+mn-ea"/>
                          <a:cs typeface="+mn-cs"/>
                        </a:rPr>
                        <a:t>1 </a:t>
                      </a:r>
                      <a:endParaRPr lang="en-US" sz="1400" baseline="-25000"/>
                    </a:p>
                  </a:txBody>
                  <a:tcPr/>
                </a:tc>
                <a:tc>
                  <a:txBody>
                    <a:bodyPr/>
                    <a:lstStyle/>
                    <a:p>
                      <a:pPr algn="ctr"/>
                      <a:r>
                        <a:rPr lang="en-US" sz="1400" b="0" i="0" u="none" strike="noStrike" kern="1200" baseline="0">
                          <a:solidFill>
                            <a:schemeClr val="lt1"/>
                          </a:solidFill>
                          <a:latin typeface="+mn-lt"/>
                          <a:ea typeface="+mn-ea"/>
                          <a:cs typeface="+mn-cs"/>
                        </a:rPr>
                        <a:t>Breakdowns</a:t>
                      </a:r>
                      <a:endParaRPr lang="en-US" sz="1400"/>
                    </a:p>
                  </a:txBody>
                  <a:tcPr/>
                </a:tc>
                <a:tc>
                  <a:txBody>
                    <a:bodyPr/>
                    <a:lstStyle/>
                    <a:p>
                      <a:pPr algn="ctr"/>
                      <a:r>
                        <a:rPr lang="en-US" sz="1400" b="0" i="0" u="none" strike="noStrike" kern="1200" baseline="0">
                          <a:solidFill>
                            <a:schemeClr val="lt1"/>
                          </a:solidFill>
                          <a:latin typeface="+mn-lt"/>
                          <a:ea typeface="+mn-ea"/>
                          <a:cs typeface="+mn-cs"/>
                        </a:rPr>
                        <a:t>r</a:t>
                      </a:r>
                      <a:r>
                        <a:rPr lang="en-US" sz="1400" b="0" i="0" u="none" strike="noStrike" kern="1200" baseline="-25000">
                          <a:solidFill>
                            <a:schemeClr val="lt1"/>
                          </a:solidFill>
                          <a:latin typeface="+mn-lt"/>
                          <a:ea typeface="+mn-ea"/>
                          <a:cs typeface="+mn-cs"/>
                        </a:rPr>
                        <a:t>2</a:t>
                      </a:r>
                      <a:endParaRPr lang="en-US" sz="1400" baseline="-25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a:solidFill>
                            <a:schemeClr val="lt1"/>
                          </a:solidFill>
                          <a:latin typeface="+mn-lt"/>
                          <a:ea typeface="+mn-ea"/>
                          <a:cs typeface="+mn-cs"/>
                        </a:rPr>
                        <a:t>Repair time</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a:solidFill>
                            <a:schemeClr val="lt1"/>
                          </a:solidFill>
                          <a:latin typeface="+mn-lt"/>
                          <a:ea typeface="+mn-ea"/>
                          <a:cs typeface="+mn-cs"/>
                        </a:rPr>
                        <a:t>Total repair time</a:t>
                      </a:r>
                      <a:endParaRPr lang="en-US" sz="1400"/>
                    </a:p>
                  </a:txBody>
                  <a:tcPr/>
                </a:tc>
                <a:extLst>
                  <a:ext uri="{0D108BD9-81ED-4DB2-BD59-A6C34878D82A}">
                    <a16:rowId xmlns:a16="http://schemas.microsoft.com/office/drawing/2014/main" val="833419122"/>
                  </a:ext>
                </a:extLst>
              </a:tr>
            </a:tbl>
          </a:graphicData>
        </a:graphic>
      </p:graphicFrame>
      <p:graphicFrame>
        <p:nvGraphicFramePr>
          <p:cNvPr id="6" name="Content Placeholder 3"/>
          <p:cNvGraphicFramePr>
            <a:graphicFrameLocks/>
          </p:cNvGraphicFramePr>
          <p:nvPr/>
        </p:nvGraphicFramePr>
        <p:xfrm>
          <a:off x="391886" y="612648"/>
          <a:ext cx="8534400" cy="5559552"/>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91852094"/>
                    </a:ext>
                  </a:extLst>
                </a:gridCol>
                <a:gridCol w="990600">
                  <a:extLst>
                    <a:ext uri="{9D8B030D-6E8A-4147-A177-3AD203B41FA5}">
                      <a16:colId xmlns:a16="http://schemas.microsoft.com/office/drawing/2014/main" val="98871183"/>
                    </a:ext>
                  </a:extLst>
                </a:gridCol>
                <a:gridCol w="1600200">
                  <a:extLst>
                    <a:ext uri="{9D8B030D-6E8A-4147-A177-3AD203B41FA5}">
                      <a16:colId xmlns:a16="http://schemas.microsoft.com/office/drawing/2014/main" val="3435465701"/>
                    </a:ext>
                  </a:extLst>
                </a:gridCol>
                <a:gridCol w="1109168">
                  <a:extLst>
                    <a:ext uri="{9D8B030D-6E8A-4147-A177-3AD203B41FA5}">
                      <a16:colId xmlns:a16="http://schemas.microsoft.com/office/drawing/2014/main" val="3360407477"/>
                    </a:ext>
                  </a:extLst>
                </a:gridCol>
                <a:gridCol w="1683882">
                  <a:extLst>
                    <a:ext uri="{9D8B030D-6E8A-4147-A177-3AD203B41FA5}">
                      <a16:colId xmlns:a16="http://schemas.microsoft.com/office/drawing/2014/main" val="2508335807"/>
                    </a:ext>
                  </a:extLst>
                </a:gridCol>
                <a:gridCol w="2236150">
                  <a:extLst>
                    <a:ext uri="{9D8B030D-6E8A-4147-A177-3AD203B41FA5}">
                      <a16:colId xmlns:a16="http://schemas.microsoft.com/office/drawing/2014/main" val="4106511841"/>
                    </a:ext>
                  </a:extLst>
                </a:gridCol>
              </a:tblGrid>
              <a:tr h="308864">
                <a:tc>
                  <a:txBody>
                    <a:bodyPr/>
                    <a:lstStyle/>
                    <a:p>
                      <a:pPr algn="r"/>
                      <a:r>
                        <a:rPr lang="en-US" sz="1400"/>
                        <a:t>1</a:t>
                      </a:r>
                    </a:p>
                  </a:txBody>
                  <a:tcPr/>
                </a:tc>
                <a:tc>
                  <a:txBody>
                    <a:bodyPr/>
                    <a:lstStyle/>
                    <a:p>
                      <a:pPr algn="r"/>
                      <a:r>
                        <a:rPr lang="en-US" sz="1400"/>
                        <a:t>20</a:t>
                      </a:r>
                    </a:p>
                  </a:txBody>
                  <a:tcPr/>
                </a:tc>
                <a:tc>
                  <a:txBody>
                    <a:bodyPr/>
                    <a:lstStyle/>
                    <a:p>
                      <a:pPr algn="r"/>
                      <a:r>
                        <a:rPr lang="en-US" sz="1400"/>
                        <a:t>2</a:t>
                      </a:r>
                    </a:p>
                  </a:txBody>
                  <a:tcPr/>
                </a:tc>
                <a:tc>
                  <a:txBody>
                    <a:bodyPr/>
                    <a:lstStyle/>
                    <a:p>
                      <a:pPr algn="r"/>
                      <a:r>
                        <a:rPr lang="en-US" sz="1400"/>
                        <a:t>58</a:t>
                      </a:r>
                    </a:p>
                  </a:txBody>
                  <a:tcPr/>
                </a:tc>
                <a:tc>
                  <a:txBody>
                    <a:bodyPr/>
                    <a:lstStyle/>
                    <a:p>
                      <a:pPr algn="r"/>
                      <a:r>
                        <a:rPr lang="en-US" sz="1400"/>
                        <a:t>2</a:t>
                      </a:r>
                    </a:p>
                  </a:txBody>
                  <a:tcPr/>
                </a:tc>
                <a:tc>
                  <a:txBody>
                    <a:bodyPr/>
                    <a:lstStyle/>
                    <a:p>
                      <a:pPr algn="r"/>
                      <a:endParaRPr lang="en-US" sz="1400"/>
                    </a:p>
                  </a:txBody>
                  <a:tcPr/>
                </a:tc>
                <a:extLst>
                  <a:ext uri="{0D108BD9-81ED-4DB2-BD59-A6C34878D82A}">
                    <a16:rowId xmlns:a16="http://schemas.microsoft.com/office/drawing/2014/main" val="2617926344"/>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47</a:t>
                      </a:r>
                    </a:p>
                  </a:txBody>
                  <a:tcPr/>
                </a:tc>
                <a:tc>
                  <a:txBody>
                    <a:bodyPr/>
                    <a:lstStyle/>
                    <a:p>
                      <a:pPr algn="r"/>
                      <a:r>
                        <a:rPr lang="en-US" sz="1400"/>
                        <a:t>2</a:t>
                      </a:r>
                    </a:p>
                  </a:txBody>
                  <a:tcPr/>
                </a:tc>
                <a:tc>
                  <a:txBody>
                    <a:bodyPr/>
                    <a:lstStyle/>
                    <a:p>
                      <a:pPr algn="r"/>
                      <a:r>
                        <a:rPr lang="en-US" sz="1400"/>
                        <a:t>4</a:t>
                      </a:r>
                    </a:p>
                  </a:txBody>
                  <a:tcPr/>
                </a:tc>
                <a:extLst>
                  <a:ext uri="{0D108BD9-81ED-4DB2-BD59-A6C34878D82A}">
                    <a16:rowId xmlns:a16="http://schemas.microsoft.com/office/drawing/2014/main" val="801854916"/>
                  </a:ext>
                </a:extLst>
              </a:tr>
              <a:tr h="308864">
                <a:tc>
                  <a:txBody>
                    <a:bodyPr/>
                    <a:lstStyle/>
                    <a:p>
                      <a:pPr algn="r"/>
                      <a:r>
                        <a:rPr lang="en-US" sz="1400"/>
                        <a:t>2</a:t>
                      </a:r>
                    </a:p>
                  </a:txBody>
                  <a:tcPr/>
                </a:tc>
                <a:tc>
                  <a:txBody>
                    <a:bodyPr/>
                    <a:lstStyle/>
                    <a:p>
                      <a:pPr algn="r"/>
                      <a:r>
                        <a:rPr lang="en-US" sz="1400"/>
                        <a:t>31</a:t>
                      </a:r>
                    </a:p>
                  </a:txBody>
                  <a:tcPr/>
                </a:tc>
                <a:tc>
                  <a:txBody>
                    <a:bodyPr/>
                    <a:lstStyle/>
                    <a:p>
                      <a:pPr algn="r"/>
                      <a:r>
                        <a:rPr lang="en-US" sz="1400"/>
                        <a:t>2</a:t>
                      </a:r>
                    </a:p>
                  </a:txBody>
                  <a:tcPr/>
                </a:tc>
                <a:tc>
                  <a:txBody>
                    <a:bodyPr/>
                    <a:lstStyle/>
                    <a:p>
                      <a:pPr algn="r"/>
                      <a:r>
                        <a:rPr lang="en-US" sz="1400"/>
                        <a:t>23</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1892214790"/>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69</a:t>
                      </a:r>
                    </a:p>
                  </a:txBody>
                  <a:tcPr/>
                </a:tc>
                <a:tc>
                  <a:txBody>
                    <a:bodyPr/>
                    <a:lstStyle/>
                    <a:p>
                      <a:pPr algn="r"/>
                      <a:r>
                        <a:rPr lang="en-US" sz="1400"/>
                        <a:t>2</a:t>
                      </a:r>
                    </a:p>
                  </a:txBody>
                  <a:tcPr/>
                </a:tc>
                <a:tc>
                  <a:txBody>
                    <a:bodyPr/>
                    <a:lstStyle/>
                    <a:p>
                      <a:pPr algn="r"/>
                      <a:r>
                        <a:rPr lang="en-US" sz="1400"/>
                        <a:t>3</a:t>
                      </a:r>
                    </a:p>
                  </a:txBody>
                  <a:tcPr/>
                </a:tc>
                <a:extLst>
                  <a:ext uri="{0D108BD9-81ED-4DB2-BD59-A6C34878D82A}">
                    <a16:rowId xmlns:a16="http://schemas.microsoft.com/office/drawing/2014/main" val="3633036687"/>
                  </a:ext>
                </a:extLst>
              </a:tr>
              <a:tr h="308864">
                <a:tc>
                  <a:txBody>
                    <a:bodyPr/>
                    <a:lstStyle/>
                    <a:p>
                      <a:pPr algn="r"/>
                      <a:r>
                        <a:rPr lang="en-US" sz="1400"/>
                        <a:t>3</a:t>
                      </a:r>
                    </a:p>
                  </a:txBody>
                  <a:tcPr/>
                </a:tc>
                <a:tc>
                  <a:txBody>
                    <a:bodyPr/>
                    <a:lstStyle/>
                    <a:p>
                      <a:pPr algn="r"/>
                      <a:r>
                        <a:rPr lang="en-US" sz="1400"/>
                        <a:t>98</a:t>
                      </a:r>
                    </a:p>
                  </a:txBody>
                  <a:tcPr/>
                </a:tc>
                <a:tc>
                  <a:txBody>
                    <a:bodyPr/>
                    <a:lstStyle/>
                    <a:p>
                      <a:pPr algn="r"/>
                      <a:r>
                        <a:rPr lang="en-US" sz="1400"/>
                        <a:t>5</a:t>
                      </a:r>
                    </a:p>
                  </a:txBody>
                  <a:tcPr/>
                </a:tc>
                <a:tc>
                  <a:txBody>
                    <a:bodyPr/>
                    <a:lstStyle/>
                    <a:p>
                      <a:pPr algn="r"/>
                      <a:r>
                        <a:rPr lang="pt-BR" sz="1400"/>
                        <a:t>35</a:t>
                      </a:r>
                      <a:endParaRPr lang="en-US" sz="1400"/>
                    </a:p>
                  </a:txBody>
                  <a:tcPr/>
                </a:tc>
                <a:tc>
                  <a:txBody>
                    <a:bodyPr/>
                    <a:lstStyle/>
                    <a:p>
                      <a:pPr algn="r"/>
                      <a:r>
                        <a:rPr lang="en-US" sz="1400"/>
                        <a:t>2</a:t>
                      </a:r>
                    </a:p>
                  </a:txBody>
                  <a:tcPr/>
                </a:tc>
                <a:tc>
                  <a:txBody>
                    <a:bodyPr/>
                    <a:lstStyle/>
                    <a:p>
                      <a:pPr algn="r"/>
                      <a:endParaRPr lang="en-US" sz="1400"/>
                    </a:p>
                  </a:txBody>
                  <a:tcPr/>
                </a:tc>
                <a:extLst>
                  <a:ext uri="{0D108BD9-81ED-4DB2-BD59-A6C34878D82A}">
                    <a16:rowId xmlns:a16="http://schemas.microsoft.com/office/drawing/2014/main" val="3668554647"/>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21</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2852331646"/>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41</a:t>
                      </a:r>
                    </a:p>
                  </a:txBody>
                  <a:tcPr/>
                </a:tc>
                <a:tc>
                  <a:txBody>
                    <a:bodyPr/>
                    <a:lstStyle/>
                    <a:p>
                      <a:pPr algn="r"/>
                      <a:r>
                        <a:rPr lang="en-US" sz="1400"/>
                        <a:t>2</a:t>
                      </a:r>
                    </a:p>
                  </a:txBody>
                  <a:tcPr/>
                </a:tc>
                <a:tc>
                  <a:txBody>
                    <a:bodyPr/>
                    <a:lstStyle/>
                    <a:p>
                      <a:pPr algn="r"/>
                      <a:endParaRPr lang="en-US" sz="1400"/>
                    </a:p>
                  </a:txBody>
                  <a:tcPr/>
                </a:tc>
                <a:extLst>
                  <a:ext uri="{0D108BD9-81ED-4DB2-BD59-A6C34878D82A}">
                    <a16:rowId xmlns:a16="http://schemas.microsoft.com/office/drawing/2014/main" val="518104042"/>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14</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265105717"/>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59</a:t>
                      </a:r>
                    </a:p>
                  </a:txBody>
                  <a:tcPr/>
                </a:tc>
                <a:tc>
                  <a:txBody>
                    <a:bodyPr/>
                    <a:lstStyle/>
                    <a:p>
                      <a:pPr algn="r"/>
                      <a:r>
                        <a:rPr lang="en-US" sz="1400"/>
                        <a:t>2</a:t>
                      </a:r>
                    </a:p>
                  </a:txBody>
                  <a:tcPr/>
                </a:tc>
                <a:tc>
                  <a:txBody>
                    <a:bodyPr/>
                    <a:lstStyle/>
                    <a:p>
                      <a:pPr algn="r"/>
                      <a:r>
                        <a:rPr lang="en-US" sz="1400"/>
                        <a:t>8</a:t>
                      </a:r>
                    </a:p>
                  </a:txBody>
                  <a:tcPr/>
                </a:tc>
                <a:extLst>
                  <a:ext uri="{0D108BD9-81ED-4DB2-BD59-A6C34878D82A}">
                    <a16:rowId xmlns:a16="http://schemas.microsoft.com/office/drawing/2014/main" val="3470889112"/>
                  </a:ext>
                </a:extLst>
              </a:tr>
              <a:tr h="308864">
                <a:tc>
                  <a:txBody>
                    <a:bodyPr/>
                    <a:lstStyle/>
                    <a:p>
                      <a:pPr algn="r"/>
                      <a:r>
                        <a:rPr lang="en-US" sz="1400"/>
                        <a:t>4</a:t>
                      </a:r>
                    </a:p>
                  </a:txBody>
                  <a:tcPr/>
                </a:tc>
                <a:tc>
                  <a:txBody>
                    <a:bodyPr/>
                    <a:lstStyle/>
                    <a:p>
                      <a:pPr algn="r"/>
                      <a:r>
                        <a:rPr lang="en-US" sz="1400"/>
                        <a:t>24</a:t>
                      </a:r>
                    </a:p>
                  </a:txBody>
                  <a:tcPr/>
                </a:tc>
                <a:tc>
                  <a:txBody>
                    <a:bodyPr/>
                    <a:lstStyle/>
                    <a:p>
                      <a:pPr algn="r"/>
                      <a:r>
                        <a:rPr lang="en-US" sz="1400"/>
                        <a:t>2</a:t>
                      </a:r>
                    </a:p>
                  </a:txBody>
                  <a:tcPr/>
                </a:tc>
                <a:tc>
                  <a:txBody>
                    <a:bodyPr/>
                    <a:lstStyle/>
                    <a:p>
                      <a:pPr algn="r"/>
                      <a:r>
                        <a:rPr lang="en-US" sz="1400"/>
                        <a:t>28</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3001567325"/>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13</a:t>
                      </a:r>
                    </a:p>
                  </a:txBody>
                  <a:tcPr/>
                </a:tc>
                <a:tc>
                  <a:txBody>
                    <a:bodyPr/>
                    <a:lstStyle/>
                    <a:p>
                      <a:pPr algn="r"/>
                      <a:r>
                        <a:rPr lang="en-US" sz="1400"/>
                        <a:t>1</a:t>
                      </a:r>
                    </a:p>
                  </a:txBody>
                  <a:tcPr/>
                </a:tc>
                <a:tc>
                  <a:txBody>
                    <a:bodyPr/>
                    <a:lstStyle/>
                    <a:p>
                      <a:pPr algn="r"/>
                      <a:r>
                        <a:rPr lang="en-US" sz="1400"/>
                        <a:t>2</a:t>
                      </a:r>
                    </a:p>
                  </a:txBody>
                  <a:tcPr/>
                </a:tc>
                <a:extLst>
                  <a:ext uri="{0D108BD9-81ED-4DB2-BD59-A6C34878D82A}">
                    <a16:rowId xmlns:a16="http://schemas.microsoft.com/office/drawing/2014/main" val="3272403668"/>
                  </a:ext>
                </a:extLst>
              </a:tr>
              <a:tr h="308864">
                <a:tc>
                  <a:txBody>
                    <a:bodyPr/>
                    <a:lstStyle/>
                    <a:p>
                      <a:pPr algn="r"/>
                      <a:r>
                        <a:rPr lang="en-US" sz="1400"/>
                        <a:t>5</a:t>
                      </a:r>
                    </a:p>
                  </a:txBody>
                  <a:tcPr/>
                </a:tc>
                <a:tc>
                  <a:txBody>
                    <a:bodyPr/>
                    <a:lstStyle/>
                    <a:p>
                      <a:pPr algn="r"/>
                      <a:r>
                        <a:rPr lang="en-US" sz="1400"/>
                        <a:t>1</a:t>
                      </a:r>
                    </a:p>
                  </a:txBody>
                  <a:tcPr/>
                </a:tc>
                <a:tc>
                  <a:txBody>
                    <a:bodyPr/>
                    <a:lstStyle/>
                    <a:p>
                      <a:pPr algn="r"/>
                      <a:r>
                        <a:rPr lang="en-US" sz="1400"/>
                        <a:t>0</a:t>
                      </a:r>
                    </a:p>
                  </a:txBody>
                  <a:tcPr/>
                </a:tc>
                <a:tc>
                  <a:txBody>
                    <a:bodyPr/>
                    <a:lstStyle/>
                    <a:p>
                      <a:pPr algn="r"/>
                      <a:endParaRPr lang="en-US" sz="1400"/>
                    </a:p>
                  </a:txBody>
                  <a:tcPr/>
                </a:tc>
                <a:tc>
                  <a:txBody>
                    <a:bodyPr/>
                    <a:lstStyle/>
                    <a:p>
                      <a:pPr algn="r"/>
                      <a:endParaRPr lang="en-US" sz="1400"/>
                    </a:p>
                  </a:txBody>
                  <a:tcPr/>
                </a:tc>
                <a:tc>
                  <a:txBody>
                    <a:bodyPr/>
                    <a:lstStyle/>
                    <a:p>
                      <a:pPr algn="r"/>
                      <a:r>
                        <a:rPr lang="en-US" sz="1400"/>
                        <a:t>0</a:t>
                      </a:r>
                    </a:p>
                  </a:txBody>
                  <a:tcPr/>
                </a:tc>
                <a:extLst>
                  <a:ext uri="{0D108BD9-81ED-4DB2-BD59-A6C34878D82A}">
                    <a16:rowId xmlns:a16="http://schemas.microsoft.com/office/drawing/2014/main" val="4088434051"/>
                  </a:ext>
                </a:extLst>
              </a:tr>
              <a:tr h="308864">
                <a:tc>
                  <a:txBody>
                    <a:bodyPr/>
                    <a:lstStyle/>
                    <a:p>
                      <a:pPr algn="r"/>
                      <a:r>
                        <a:rPr lang="en-US" sz="1400"/>
                        <a:t>6</a:t>
                      </a:r>
                    </a:p>
                  </a:txBody>
                  <a:tcPr/>
                </a:tc>
                <a:tc>
                  <a:txBody>
                    <a:bodyPr/>
                    <a:lstStyle/>
                    <a:p>
                      <a:pPr algn="r"/>
                      <a:r>
                        <a:rPr lang="en-US" sz="1400"/>
                        <a:t>56</a:t>
                      </a:r>
                    </a:p>
                  </a:txBody>
                  <a:tcPr/>
                </a:tc>
                <a:tc>
                  <a:txBody>
                    <a:bodyPr/>
                    <a:lstStyle/>
                    <a:p>
                      <a:pPr algn="r"/>
                      <a:r>
                        <a:rPr lang="en-US" sz="1400"/>
                        <a:t>3</a:t>
                      </a:r>
                    </a:p>
                  </a:txBody>
                  <a:tcPr/>
                </a:tc>
                <a:tc>
                  <a:txBody>
                    <a:bodyPr/>
                    <a:lstStyle/>
                    <a:p>
                      <a:pPr algn="r"/>
                      <a:r>
                        <a:rPr lang="en-US" sz="1400"/>
                        <a:t>9</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225298810"/>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20</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195475246"/>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73</a:t>
                      </a:r>
                    </a:p>
                  </a:txBody>
                  <a:tcPr/>
                </a:tc>
                <a:tc>
                  <a:txBody>
                    <a:bodyPr/>
                    <a:lstStyle/>
                    <a:p>
                      <a:pPr algn="r"/>
                      <a:r>
                        <a:rPr lang="en-US" sz="1400"/>
                        <a:t>2</a:t>
                      </a:r>
                    </a:p>
                  </a:txBody>
                  <a:tcPr/>
                </a:tc>
                <a:tc>
                  <a:txBody>
                    <a:bodyPr/>
                    <a:lstStyle/>
                    <a:p>
                      <a:pPr algn="r"/>
                      <a:r>
                        <a:rPr lang="en-US" sz="1400"/>
                        <a:t>4</a:t>
                      </a:r>
                    </a:p>
                  </a:txBody>
                  <a:tcPr/>
                </a:tc>
                <a:extLst>
                  <a:ext uri="{0D108BD9-81ED-4DB2-BD59-A6C34878D82A}">
                    <a16:rowId xmlns:a16="http://schemas.microsoft.com/office/drawing/2014/main" val="2200372327"/>
                  </a:ext>
                </a:extLst>
              </a:tr>
              <a:tr h="308864">
                <a:tc>
                  <a:txBody>
                    <a:bodyPr/>
                    <a:lstStyle/>
                    <a:p>
                      <a:pPr algn="r"/>
                      <a:r>
                        <a:rPr lang="en-US" sz="1400"/>
                        <a:t>7</a:t>
                      </a:r>
                    </a:p>
                  </a:txBody>
                  <a:tcPr/>
                </a:tc>
                <a:tc>
                  <a:txBody>
                    <a:bodyPr/>
                    <a:lstStyle/>
                    <a:p>
                      <a:pPr algn="r"/>
                      <a:r>
                        <a:rPr lang="en-US" sz="1400"/>
                        <a:t>48</a:t>
                      </a:r>
                    </a:p>
                  </a:txBody>
                  <a:tcPr/>
                </a:tc>
                <a:tc>
                  <a:txBody>
                    <a:bodyPr/>
                    <a:lstStyle/>
                    <a:p>
                      <a:pPr algn="r"/>
                      <a:r>
                        <a:rPr lang="en-US" sz="1400"/>
                        <a:t>3</a:t>
                      </a:r>
                    </a:p>
                  </a:txBody>
                  <a:tcPr/>
                </a:tc>
                <a:tc>
                  <a:txBody>
                    <a:bodyPr/>
                    <a:lstStyle/>
                    <a:p>
                      <a:pPr algn="r"/>
                      <a:r>
                        <a:rPr lang="en-US" sz="1400"/>
                        <a:t>77</a:t>
                      </a:r>
                    </a:p>
                  </a:txBody>
                  <a:tcPr/>
                </a:tc>
                <a:tc>
                  <a:txBody>
                    <a:bodyPr/>
                    <a:lstStyle/>
                    <a:p>
                      <a:pPr algn="r"/>
                      <a:r>
                        <a:rPr lang="en-US" sz="1400"/>
                        <a:t>2</a:t>
                      </a:r>
                    </a:p>
                  </a:txBody>
                  <a:tcPr/>
                </a:tc>
                <a:tc>
                  <a:txBody>
                    <a:bodyPr/>
                    <a:lstStyle/>
                    <a:p>
                      <a:pPr algn="r"/>
                      <a:endParaRPr lang="en-US" sz="1400"/>
                    </a:p>
                  </a:txBody>
                  <a:tcPr/>
                </a:tc>
                <a:extLst>
                  <a:ext uri="{0D108BD9-81ED-4DB2-BD59-A6C34878D82A}">
                    <a16:rowId xmlns:a16="http://schemas.microsoft.com/office/drawing/2014/main" val="2880738422"/>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29</a:t>
                      </a:r>
                    </a:p>
                  </a:txBody>
                  <a:tcPr/>
                </a:tc>
                <a:tc>
                  <a:txBody>
                    <a:bodyPr/>
                    <a:lstStyle/>
                    <a:p>
                      <a:pPr algn="r"/>
                      <a:r>
                        <a:rPr lang="en-US" sz="1400"/>
                        <a:t>1</a:t>
                      </a:r>
                    </a:p>
                  </a:txBody>
                  <a:tcPr/>
                </a:tc>
                <a:tc>
                  <a:txBody>
                    <a:bodyPr/>
                    <a:lstStyle/>
                    <a:p>
                      <a:pPr algn="r"/>
                      <a:endParaRPr lang="en-US" sz="1400"/>
                    </a:p>
                  </a:txBody>
                  <a:tcPr/>
                </a:tc>
                <a:extLst>
                  <a:ext uri="{0D108BD9-81ED-4DB2-BD59-A6C34878D82A}">
                    <a16:rowId xmlns:a16="http://schemas.microsoft.com/office/drawing/2014/main" val="1814750842"/>
                  </a:ext>
                </a:extLst>
              </a:tr>
              <a:tr h="308864">
                <a:tc>
                  <a:txBody>
                    <a:bodyPr/>
                    <a:lstStyle/>
                    <a:p>
                      <a:pPr algn="r"/>
                      <a:endParaRPr lang="en-US" sz="1400"/>
                    </a:p>
                  </a:txBody>
                  <a:tcPr/>
                </a:tc>
                <a:tc>
                  <a:txBody>
                    <a:bodyPr/>
                    <a:lstStyle/>
                    <a:p>
                      <a:pPr algn="r"/>
                      <a:endParaRPr lang="en-US" sz="1400"/>
                    </a:p>
                  </a:txBody>
                  <a:tcPr/>
                </a:tc>
                <a:tc>
                  <a:txBody>
                    <a:bodyPr/>
                    <a:lstStyle/>
                    <a:p>
                      <a:pPr algn="r"/>
                      <a:endParaRPr lang="en-US" sz="1400"/>
                    </a:p>
                  </a:txBody>
                  <a:tcPr/>
                </a:tc>
                <a:tc>
                  <a:txBody>
                    <a:bodyPr/>
                    <a:lstStyle/>
                    <a:p>
                      <a:pPr algn="r"/>
                      <a:r>
                        <a:rPr lang="en-US" sz="1400"/>
                        <a:t>50</a:t>
                      </a:r>
                    </a:p>
                  </a:txBody>
                  <a:tcPr/>
                </a:tc>
                <a:tc>
                  <a:txBody>
                    <a:bodyPr/>
                    <a:lstStyle/>
                    <a:p>
                      <a:pPr algn="r"/>
                      <a:r>
                        <a:rPr lang="en-US" sz="1400"/>
                        <a:t>2</a:t>
                      </a:r>
                    </a:p>
                  </a:txBody>
                  <a:tcPr/>
                </a:tc>
                <a:tc>
                  <a:txBody>
                    <a:bodyPr/>
                    <a:lstStyle/>
                    <a:p>
                      <a:pPr algn="r"/>
                      <a:r>
                        <a:rPr lang="en-US" sz="1400"/>
                        <a:t>5</a:t>
                      </a:r>
                    </a:p>
                  </a:txBody>
                  <a:tcPr/>
                </a:tc>
                <a:extLst>
                  <a:ext uri="{0D108BD9-81ED-4DB2-BD59-A6C34878D82A}">
                    <a16:rowId xmlns:a16="http://schemas.microsoft.com/office/drawing/2014/main" val="3668701155"/>
                  </a:ext>
                </a:extLst>
              </a:tr>
            </a:tbl>
          </a:graphicData>
        </a:graphic>
      </p:graphicFrame>
      <p:sp>
        <p:nvSpPr>
          <p:cNvPr id="5" name="Rectangle 4"/>
          <p:cNvSpPr/>
          <p:nvPr/>
        </p:nvSpPr>
        <p:spPr>
          <a:xfrm>
            <a:off x="2829474" y="6336268"/>
            <a:ext cx="3876126"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Arial" charset="0"/>
                <a:ea typeface="+mn-ea"/>
                <a:cs typeface="+mn-cs"/>
              </a:rPr>
              <a:t>Average Weekly Repair Time = 26/7</a:t>
            </a:r>
          </a:p>
        </p:txBody>
      </p:sp>
    </p:spTree>
    <p:extLst>
      <p:ext uri="{BB962C8B-B14F-4D97-AF65-F5344CB8AC3E}">
        <p14:creationId xmlns:p14="http://schemas.microsoft.com/office/powerpoint/2010/main" val="32200568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up)">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p:txBody>
          <a:bodyPr/>
          <a:lstStyle/>
          <a:p>
            <a:r>
              <a:rPr lang="en-US" sz="2400" dirty="0"/>
              <a:t>We wish to simulate a pair of queues operating in series. Customers arrive as a Poisson process of rate 0.1 per minute to queue A, which has only one server. The service times at queue A (in minutes) are uniformly distributed on [1, 8]. After leaving queue A, customers join queue B immediately, which also has one server. The service times at queue B are exponentially distributed with mean 2 minutes. Simulate this queuing system and compute 8 rows of the simulation table using the following uniform random numbers:</a:t>
            </a:r>
          </a:p>
          <a:p>
            <a:pPr lvl="1" eaLnBrk="1" fontAlgn="b" hangingPunct="1">
              <a:buFont typeface="Wingdings" panose="05000000000000000000" pitchFamily="2" charset="2"/>
              <a:buChar char="§"/>
            </a:pPr>
            <a:r>
              <a:rPr lang="en-US" dirty="0">
                <a:solidFill>
                  <a:srgbClr val="0070C0"/>
                </a:solidFill>
              </a:rPr>
              <a:t>For arrival (</a:t>
            </a:r>
            <a:r>
              <a:rPr lang="en-US" dirty="0" err="1">
                <a:solidFill>
                  <a:srgbClr val="0070C0"/>
                </a:solidFill>
              </a:rPr>
              <a:t>r</a:t>
            </a:r>
            <a:r>
              <a:rPr lang="en-US" baseline="-25000" dirty="0" err="1">
                <a:solidFill>
                  <a:srgbClr val="0070C0"/>
                </a:solidFill>
              </a:rPr>
              <a:t>a</a:t>
            </a:r>
            <a:r>
              <a:rPr lang="en-US" dirty="0">
                <a:solidFill>
                  <a:srgbClr val="0070C0"/>
                </a:solidFill>
              </a:rPr>
              <a:t>): 16, 3, 7, 9, 10 			~ Exp(0.1)</a:t>
            </a:r>
          </a:p>
          <a:p>
            <a:pPr lvl="1" eaLnBrk="1" fontAlgn="b" hangingPunct="1">
              <a:buFont typeface="Wingdings" panose="05000000000000000000" pitchFamily="2" charset="2"/>
              <a:buChar char="§"/>
            </a:pPr>
            <a:r>
              <a:rPr lang="en-US" dirty="0">
                <a:solidFill>
                  <a:srgbClr val="0070C0"/>
                </a:solidFill>
              </a:rPr>
              <a:t>For Service in queue A: 6, 8, 3, 5		~ U(1,8)</a:t>
            </a:r>
          </a:p>
          <a:p>
            <a:pPr lvl="1" eaLnBrk="1" fontAlgn="b" hangingPunct="1">
              <a:buFont typeface="Wingdings" panose="05000000000000000000" pitchFamily="2" charset="2"/>
              <a:buChar char="§"/>
            </a:pPr>
            <a:r>
              <a:rPr lang="en-US" dirty="0">
                <a:solidFill>
                  <a:srgbClr val="0070C0"/>
                </a:solidFill>
              </a:rPr>
              <a:t>For Service in queue B (r</a:t>
            </a:r>
            <a:r>
              <a:rPr lang="en-US" baseline="-25000" dirty="0">
                <a:solidFill>
                  <a:srgbClr val="0070C0"/>
                </a:solidFill>
              </a:rPr>
              <a:t>s2</a:t>
            </a:r>
            <a:r>
              <a:rPr lang="en-US" dirty="0">
                <a:solidFill>
                  <a:srgbClr val="0070C0"/>
                </a:solidFill>
              </a:rPr>
              <a:t>): 4, 9, 2		~ Exp(0.5)</a:t>
            </a:r>
            <a:endParaRPr lang="en-IN" dirty="0">
              <a:solidFill>
                <a:srgbClr val="0070C0"/>
              </a:solidFill>
            </a:endParaRPr>
          </a:p>
          <a:p>
            <a:pPr eaLnBrk="1" fontAlgn="b" hangingPunct="1"/>
            <a:endParaRPr lang="en-US" dirty="0"/>
          </a:p>
          <a:p>
            <a:pPr eaLnBrk="1" fontAlgn="b" hangingPunct="1"/>
            <a:endParaRPr lang="en-IN" dirty="0"/>
          </a:p>
          <a:p>
            <a:pPr eaLnBrk="1" fontAlgn="b" hangingPunct="1"/>
            <a:endParaRPr lang="en-IN" dirty="0"/>
          </a:p>
          <a:p>
            <a:endParaRPr lang="en-US" dirty="0"/>
          </a:p>
          <a:p>
            <a:endParaRPr lang="en-US" dirty="0"/>
          </a:p>
        </p:txBody>
      </p:sp>
      <p:sp>
        <p:nvSpPr>
          <p:cNvPr id="2" name="Title 1"/>
          <p:cNvSpPr>
            <a:spLocks noGrp="1"/>
          </p:cNvSpPr>
          <p:nvPr>
            <p:ph type="title"/>
          </p:nvPr>
        </p:nvSpPr>
        <p:spPr/>
        <p:txBody>
          <a:bodyPr/>
          <a:lstStyle/>
          <a:p>
            <a:pPr>
              <a:defRPr/>
            </a:pPr>
            <a:r>
              <a:rPr lang="en-US"/>
              <a:t>Problem</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352330255"/>
              </p:ext>
            </p:extLst>
          </p:nvPr>
        </p:nvGraphicFramePr>
        <p:xfrm>
          <a:off x="695864" y="533400"/>
          <a:ext cx="7861537" cy="5936408"/>
        </p:xfrm>
        <a:graphic>
          <a:graphicData uri="http://schemas.openxmlformats.org/drawingml/2006/table">
            <a:tbl>
              <a:tblPr/>
              <a:tblGrid>
                <a:gridCol w="981572">
                  <a:extLst>
                    <a:ext uri="{9D8B030D-6E8A-4147-A177-3AD203B41FA5}">
                      <a16:colId xmlns:a16="http://schemas.microsoft.com/office/drawing/2014/main" val="20000"/>
                    </a:ext>
                  </a:extLst>
                </a:gridCol>
                <a:gridCol w="621834">
                  <a:extLst>
                    <a:ext uri="{9D8B030D-6E8A-4147-A177-3AD203B41FA5}">
                      <a16:colId xmlns:a16="http://schemas.microsoft.com/office/drawing/2014/main" val="20001"/>
                    </a:ext>
                  </a:extLst>
                </a:gridCol>
                <a:gridCol w="801701">
                  <a:extLst>
                    <a:ext uri="{9D8B030D-6E8A-4147-A177-3AD203B41FA5}">
                      <a16:colId xmlns:a16="http://schemas.microsoft.com/office/drawing/2014/main" val="20003"/>
                    </a:ext>
                  </a:extLst>
                </a:gridCol>
                <a:gridCol w="723058">
                  <a:extLst>
                    <a:ext uri="{9D8B030D-6E8A-4147-A177-3AD203B41FA5}">
                      <a16:colId xmlns:a16="http://schemas.microsoft.com/office/drawing/2014/main" val="20004"/>
                    </a:ext>
                  </a:extLst>
                </a:gridCol>
                <a:gridCol w="687100">
                  <a:extLst>
                    <a:ext uri="{9D8B030D-6E8A-4147-A177-3AD203B41FA5}">
                      <a16:colId xmlns:a16="http://schemas.microsoft.com/office/drawing/2014/main" val="20005"/>
                    </a:ext>
                  </a:extLst>
                </a:gridCol>
                <a:gridCol w="687100">
                  <a:extLst>
                    <a:ext uri="{9D8B030D-6E8A-4147-A177-3AD203B41FA5}">
                      <a16:colId xmlns:a16="http://schemas.microsoft.com/office/drawing/2014/main" val="20006"/>
                    </a:ext>
                  </a:extLst>
                </a:gridCol>
                <a:gridCol w="687100">
                  <a:extLst>
                    <a:ext uri="{9D8B030D-6E8A-4147-A177-3AD203B41FA5}">
                      <a16:colId xmlns:a16="http://schemas.microsoft.com/office/drawing/2014/main" val="20007"/>
                    </a:ext>
                  </a:extLst>
                </a:gridCol>
                <a:gridCol w="714595">
                  <a:extLst>
                    <a:ext uri="{9D8B030D-6E8A-4147-A177-3AD203B41FA5}">
                      <a16:colId xmlns:a16="http://schemas.microsoft.com/office/drawing/2014/main" val="20009"/>
                    </a:ext>
                  </a:extLst>
                </a:gridCol>
                <a:gridCol w="785258">
                  <a:extLst>
                    <a:ext uri="{9D8B030D-6E8A-4147-A177-3AD203B41FA5}">
                      <a16:colId xmlns:a16="http://schemas.microsoft.com/office/drawing/2014/main" val="20010"/>
                    </a:ext>
                  </a:extLst>
                </a:gridCol>
                <a:gridCol w="1172219">
                  <a:extLst>
                    <a:ext uri="{9D8B030D-6E8A-4147-A177-3AD203B41FA5}">
                      <a16:colId xmlns:a16="http://schemas.microsoft.com/office/drawing/2014/main" val="20011"/>
                    </a:ext>
                  </a:extLst>
                </a:gridCol>
              </a:tblGrid>
              <a:tr h="589049">
                <a:tc>
                  <a:txBody>
                    <a:bodyPr/>
                    <a:lstStyle/>
                    <a:p>
                      <a:pPr algn="ctr" fontAlgn="b"/>
                      <a:endParaRPr lang="en-US" sz="2000" b="1" i="0" u="none" strike="noStrike">
                        <a:latin typeface="Calibri" pitchFamily="34" charset="0"/>
                        <a:cs typeface="Calibri" pitchFamily="34" charset="0"/>
                      </a:endParaRPr>
                    </a:p>
                  </a:txBody>
                  <a:tcPr marL="7684" marR="7684" marT="7684" marB="0" anchor="ctr"/>
                </a:tc>
                <a:tc gridSpan="5">
                  <a:txBody>
                    <a:bodyPr/>
                    <a:lstStyle/>
                    <a:p>
                      <a:pPr algn="ctr">
                        <a:spcBef>
                          <a:spcPct val="50000"/>
                        </a:spcBef>
                      </a:pPr>
                      <a:r>
                        <a:rPr lang="en-US" sz="2000" b="1" u="none">
                          <a:solidFill>
                            <a:srgbClr val="FF0000"/>
                          </a:solidFill>
                          <a:latin typeface="Calibri" pitchFamily="34" charset="0"/>
                        </a:rPr>
                        <a:t>Queue 1</a:t>
                      </a:r>
                    </a:p>
                  </a:txBody>
                  <a:tcPr marL="7684" marR="7684" marT="7684" marB="0" anchor="ctr">
                    <a:solidFill>
                      <a:srgbClr val="FFCC66"/>
                    </a:solidFill>
                  </a:tcPr>
                </a:tc>
                <a:tc hMerge="1">
                  <a:txBody>
                    <a:bodyPr/>
                    <a:lstStyle/>
                    <a:p>
                      <a:pPr algn="ctr" fontAlgn="b"/>
                      <a:endParaRPr lang="en-US" sz="2000" b="1" i="0" u="none" strike="noStrike">
                        <a:latin typeface="Calibri" pitchFamily="34" charset="0"/>
                        <a:cs typeface="Calibri" pitchFamily="34" charset="0"/>
                      </a:endParaRPr>
                    </a:p>
                  </a:txBody>
                  <a:tcPr marL="7684" marR="7684" marT="7684" marB="0" anchor="ctr">
                    <a:solidFill>
                      <a:srgbClr val="FFCC66"/>
                    </a:solidFill>
                  </a:tcPr>
                </a:tc>
                <a:tc hMerge="1">
                  <a:txBody>
                    <a:bodyPr/>
                    <a:lstStyle/>
                    <a:p>
                      <a:pPr algn="ctr" fontAlgn="b"/>
                      <a:endParaRPr lang="en-US" sz="2000" b="1" i="0" u="none" strike="noStrike" baseline="-25000">
                        <a:latin typeface="Calibri" pitchFamily="34" charset="0"/>
                        <a:cs typeface="Calibri" pitchFamily="34" charset="0"/>
                      </a:endParaRPr>
                    </a:p>
                  </a:txBody>
                  <a:tcPr marL="7684" marR="7684" marT="7684" marB="0" anchor="ctr">
                    <a:solidFill>
                      <a:srgbClr val="FFCC66"/>
                    </a:solidFill>
                  </a:tcPr>
                </a:tc>
                <a:tc hMerge="1">
                  <a:txBody>
                    <a:bodyPr/>
                    <a:lstStyle/>
                    <a:p>
                      <a:pPr algn="ctr" fontAlgn="b"/>
                      <a:endParaRPr lang="en-US" sz="2000" b="1" i="0" u="none" strike="noStrike">
                        <a:latin typeface="Calibri" pitchFamily="34" charset="0"/>
                        <a:cs typeface="Calibri" pitchFamily="34" charset="0"/>
                      </a:endParaRPr>
                    </a:p>
                  </a:txBody>
                  <a:tcPr marL="7684" marR="7684" marT="7684" marB="0" anchor="ctr">
                    <a:solidFill>
                      <a:srgbClr val="FFCC66"/>
                    </a:solidFill>
                  </a:tcPr>
                </a:tc>
                <a:tc hMerge="1">
                  <a:txBody>
                    <a:bodyPr/>
                    <a:lstStyle/>
                    <a:p>
                      <a:pPr algn="ctr" fontAlgn="b"/>
                      <a:endParaRPr lang="en-US" sz="2000" b="1" i="0" u="none" strike="noStrike" baseline="-25000">
                        <a:latin typeface="Calibri" pitchFamily="34" charset="0"/>
                        <a:cs typeface="Calibri" pitchFamily="34" charset="0"/>
                      </a:endParaRPr>
                    </a:p>
                  </a:txBody>
                  <a:tcPr marL="7684" marR="7684" marT="7684" marB="0" anchor="ctr">
                    <a:solidFill>
                      <a:srgbClr val="FFCC66"/>
                    </a:solidFill>
                  </a:tcPr>
                </a:tc>
                <a:tc gridSpan="3">
                  <a:txBody>
                    <a:bodyPr/>
                    <a:lstStyle/>
                    <a:p>
                      <a:pPr algn="ctr" fontAlgn="b"/>
                      <a:r>
                        <a:rPr lang="en-US" sz="2000" b="1" u="none">
                          <a:solidFill>
                            <a:srgbClr val="FF0000"/>
                          </a:solidFill>
                          <a:latin typeface="Calibri" pitchFamily="34" charset="0"/>
                        </a:rPr>
                        <a:t>Queue 2 </a:t>
                      </a:r>
                      <a:endParaRPr lang="en-US" sz="2000" b="1" i="0" u="none" strike="noStrike" baseline="-25000">
                        <a:latin typeface="Calibri" pitchFamily="34" charset="0"/>
                        <a:cs typeface="Calibri" pitchFamily="34" charset="0"/>
                      </a:endParaRPr>
                    </a:p>
                  </a:txBody>
                  <a:tcPr marL="7684" marR="7684" marT="7684" marB="0" anchor="ctr">
                    <a:solidFill>
                      <a:srgbClr val="FFCCCC"/>
                    </a:solidFill>
                  </a:tcPr>
                </a:tc>
                <a:tc hMerge="1">
                  <a:txBody>
                    <a:bodyPr/>
                    <a:lstStyle/>
                    <a:p>
                      <a:pPr algn="ctr" fontAlgn="b"/>
                      <a:endParaRPr lang="en-US" sz="2000" b="1" i="0" u="none" strike="noStrike" baseline="-25000">
                        <a:latin typeface="Calibri" pitchFamily="34" charset="0"/>
                        <a:cs typeface="Calibri" pitchFamily="34" charset="0"/>
                      </a:endParaRPr>
                    </a:p>
                  </a:txBody>
                  <a:tcPr marL="7684" marR="7684" marT="7684" marB="0" anchor="ctr">
                    <a:solidFill>
                      <a:srgbClr val="FFCCCC"/>
                    </a:solidFill>
                  </a:tcPr>
                </a:tc>
                <a:tc hMerge="1">
                  <a:txBody>
                    <a:bodyPr/>
                    <a:lstStyle/>
                    <a:p>
                      <a:pPr algn="ctr" fontAlgn="b"/>
                      <a:endParaRPr lang="en-US" sz="2000" b="1" i="0" u="none" strike="noStrike" baseline="-25000">
                        <a:latin typeface="Calibri" pitchFamily="34" charset="0"/>
                        <a:cs typeface="Calibri" pitchFamily="34" charset="0"/>
                      </a:endParaRPr>
                    </a:p>
                  </a:txBody>
                  <a:tcPr marL="7684" marR="7684" marT="7684" marB="0" anchor="ctr">
                    <a:solidFill>
                      <a:srgbClr val="FFCCCC"/>
                    </a:solidFill>
                  </a:tcPr>
                </a:tc>
                <a:tc>
                  <a:txBody>
                    <a:bodyPr/>
                    <a:lstStyle/>
                    <a:p>
                      <a:pPr algn="ctr" fontAlgn="b"/>
                      <a:endParaRPr lang="en-US" sz="2000" b="1" i="0" u="none" strike="noStrike">
                        <a:latin typeface="Calibri" pitchFamily="34" charset="0"/>
                        <a:cs typeface="Calibri" pitchFamily="34" charset="0"/>
                      </a:endParaRPr>
                    </a:p>
                  </a:txBody>
                  <a:tcPr marL="7684" marR="7684" marT="7684" marB="0" anchor="ctr"/>
                </a:tc>
                <a:extLst>
                  <a:ext uri="{0D108BD9-81ED-4DB2-BD59-A6C34878D82A}">
                    <a16:rowId xmlns:a16="http://schemas.microsoft.com/office/drawing/2014/main" val="10000"/>
                  </a:ext>
                </a:extLst>
              </a:tr>
              <a:tr h="972243">
                <a:tc>
                  <a:txBody>
                    <a:bodyPr/>
                    <a:lstStyle/>
                    <a:p>
                      <a:pPr algn="ctr" fontAlgn="b"/>
                      <a:r>
                        <a:rPr lang="en-US" sz="2000" b="1" u="none" strike="noStrike">
                          <a:latin typeface="Calibri" pitchFamily="34" charset="0"/>
                          <a:cs typeface="Calibri" pitchFamily="34" charset="0"/>
                        </a:rPr>
                        <a:t>Clock</a:t>
                      </a:r>
                      <a:endParaRPr lang="en-US" sz="2000" b="1" i="0" u="none" strike="noStrike">
                        <a:latin typeface="Calibri" pitchFamily="34" charset="0"/>
                        <a:cs typeface="Calibri" pitchFamily="34" charset="0"/>
                      </a:endParaRPr>
                    </a:p>
                  </a:txBody>
                  <a:tcPr marL="7684" marR="7684" marT="7684" marB="0" anchor="ctr"/>
                </a:tc>
                <a:tc>
                  <a:txBody>
                    <a:bodyPr/>
                    <a:lstStyle/>
                    <a:p>
                      <a:pPr algn="ctr" fontAlgn="b"/>
                      <a:r>
                        <a:rPr lang="en-US" sz="2000" b="1" u="none" strike="noStrike">
                          <a:latin typeface="Calibri" pitchFamily="34" charset="0"/>
                          <a:cs typeface="Calibri" pitchFamily="34" charset="0"/>
                        </a:rPr>
                        <a:t>N</a:t>
                      </a:r>
                      <a:r>
                        <a:rPr lang="en-US" sz="2000" b="1" u="none" strike="noStrike" baseline="-25000">
                          <a:latin typeface="Calibri" pitchFamily="34" charset="0"/>
                          <a:cs typeface="Calibri" pitchFamily="34" charset="0"/>
                        </a:rPr>
                        <a:t>1</a:t>
                      </a:r>
                      <a:endParaRPr lang="en-US" sz="2000" b="1" i="0" u="none" strike="noStrike" baseline="-25000">
                        <a:latin typeface="Calibri" pitchFamily="34" charset="0"/>
                        <a:cs typeface="Calibri" pitchFamily="34" charset="0"/>
                      </a:endParaRPr>
                    </a:p>
                  </a:txBody>
                  <a:tcPr marL="7684" marR="7684" marT="7684" marB="0" anchor="ctr">
                    <a:solidFill>
                      <a:srgbClr val="FFCC66"/>
                    </a:solidFill>
                  </a:tcPr>
                </a:tc>
                <a:tc>
                  <a:txBody>
                    <a:bodyPr/>
                    <a:lstStyle/>
                    <a:p>
                      <a:pPr algn="ctr" fontAlgn="b"/>
                      <a:r>
                        <a:rPr lang="en-US" sz="2000" b="1" u="none" strike="noStrike" dirty="0">
                          <a:latin typeface="Calibri" pitchFamily="34" charset="0"/>
                          <a:cs typeface="Calibri" pitchFamily="34" charset="0"/>
                        </a:rPr>
                        <a:t>Arr.</a:t>
                      </a:r>
                      <a:endParaRPr lang="en-US" sz="2000" b="1" i="0" u="none" strike="noStrike" dirty="0">
                        <a:latin typeface="Calibri" pitchFamily="34" charset="0"/>
                        <a:cs typeface="Calibri" pitchFamily="34" charset="0"/>
                      </a:endParaRPr>
                    </a:p>
                  </a:txBody>
                  <a:tcPr marL="7684" marR="7684" marT="7684" marB="0" anchor="ctr">
                    <a:solidFill>
                      <a:srgbClr val="FFCC66"/>
                    </a:solidFill>
                  </a:tcPr>
                </a:tc>
                <a:tc>
                  <a:txBody>
                    <a:bodyPr/>
                    <a:lstStyle/>
                    <a:p>
                      <a:pPr algn="ctr" fontAlgn="b"/>
                      <a:r>
                        <a:rPr lang="en-US" sz="2000" b="1" u="none" strike="noStrike">
                          <a:latin typeface="Calibri" pitchFamily="34" charset="0"/>
                          <a:cs typeface="Calibri" pitchFamily="34" charset="0"/>
                        </a:rPr>
                        <a:t>Serv</a:t>
                      </a:r>
                      <a:r>
                        <a:rPr lang="en-US" sz="2000" b="1" u="none" strike="noStrike" baseline="-25000">
                          <a:latin typeface="Calibri" pitchFamily="34" charset="0"/>
                          <a:cs typeface="Calibri" pitchFamily="34" charset="0"/>
                        </a:rPr>
                        <a:t>1</a:t>
                      </a:r>
                      <a:endParaRPr lang="en-US" sz="2000" b="1" i="0" u="none" strike="noStrike" baseline="-25000">
                        <a:latin typeface="Calibri" pitchFamily="34" charset="0"/>
                        <a:cs typeface="Calibri" pitchFamily="34" charset="0"/>
                      </a:endParaRPr>
                    </a:p>
                  </a:txBody>
                  <a:tcPr marL="7684" marR="7684" marT="7684" marB="0" anchor="ctr">
                    <a:solidFill>
                      <a:srgbClr val="FFCC66"/>
                    </a:solidFill>
                  </a:tcPr>
                </a:tc>
                <a:tc>
                  <a:txBody>
                    <a:bodyPr/>
                    <a:lstStyle/>
                    <a:p>
                      <a:pPr algn="ctr" fontAlgn="b"/>
                      <a:r>
                        <a:rPr lang="en-US" sz="2000" b="1" u="none" strike="noStrike">
                          <a:latin typeface="Calibri" pitchFamily="34" charset="0"/>
                          <a:cs typeface="Calibri" pitchFamily="34" charset="0"/>
                        </a:rPr>
                        <a:t>Next Arr.</a:t>
                      </a:r>
                      <a:endParaRPr lang="en-US" sz="2000" b="1" i="0" u="none" strike="noStrike">
                        <a:latin typeface="Calibri" pitchFamily="34" charset="0"/>
                        <a:cs typeface="Calibri" pitchFamily="34" charset="0"/>
                      </a:endParaRPr>
                    </a:p>
                  </a:txBody>
                  <a:tcPr marL="7684" marR="7684" marT="7684" marB="0" anchor="ctr">
                    <a:solidFill>
                      <a:srgbClr val="FFCC66"/>
                    </a:solidFill>
                  </a:tcPr>
                </a:tc>
                <a:tc>
                  <a:txBody>
                    <a:bodyPr/>
                    <a:lstStyle/>
                    <a:p>
                      <a:pPr algn="ctr" fontAlgn="b"/>
                      <a:r>
                        <a:rPr lang="en-US" sz="2000" b="1" u="none" strike="noStrike">
                          <a:latin typeface="Calibri" pitchFamily="34" charset="0"/>
                          <a:cs typeface="Calibri" pitchFamily="34" charset="0"/>
                        </a:rPr>
                        <a:t>Next Dep. Q</a:t>
                      </a:r>
                      <a:r>
                        <a:rPr lang="en-US" sz="2000" b="1" u="none" strike="noStrike" baseline="-25000">
                          <a:latin typeface="Calibri" pitchFamily="34" charset="0"/>
                          <a:cs typeface="Calibri" pitchFamily="34" charset="0"/>
                        </a:rPr>
                        <a:t>1</a:t>
                      </a:r>
                      <a:endParaRPr lang="en-US" sz="2000" b="1" i="0" u="none" strike="noStrike" baseline="-25000">
                        <a:latin typeface="Calibri" pitchFamily="34" charset="0"/>
                        <a:cs typeface="Calibri" pitchFamily="34" charset="0"/>
                      </a:endParaRPr>
                    </a:p>
                  </a:txBody>
                  <a:tcPr marL="7684" marR="7684" marT="7684" marB="0" anchor="ctr">
                    <a:solidFill>
                      <a:srgbClr val="FFCC66"/>
                    </a:solidFill>
                  </a:tcPr>
                </a:tc>
                <a:tc>
                  <a:txBody>
                    <a:bodyPr/>
                    <a:lstStyle/>
                    <a:p>
                      <a:pPr algn="ctr" fontAlgn="b"/>
                      <a:r>
                        <a:rPr lang="en-US" sz="2000" b="1" u="none" strike="noStrike">
                          <a:latin typeface="Calibri" pitchFamily="34" charset="0"/>
                          <a:cs typeface="Calibri" pitchFamily="34" charset="0"/>
                        </a:rPr>
                        <a:t>N</a:t>
                      </a:r>
                      <a:r>
                        <a:rPr lang="en-US" sz="2000" b="1" u="none" strike="noStrike" baseline="-25000">
                          <a:latin typeface="Calibri" pitchFamily="34" charset="0"/>
                          <a:cs typeface="Calibri" pitchFamily="34" charset="0"/>
                        </a:rPr>
                        <a:t>2</a:t>
                      </a:r>
                      <a:endParaRPr lang="en-US" sz="2000" b="1" i="0" u="none" strike="noStrike" baseline="-25000">
                        <a:latin typeface="Calibri" pitchFamily="34" charset="0"/>
                        <a:cs typeface="Calibri" pitchFamily="34" charset="0"/>
                      </a:endParaRPr>
                    </a:p>
                  </a:txBody>
                  <a:tcPr marL="7684" marR="7684" marT="7684" marB="0" anchor="ctr">
                    <a:solidFill>
                      <a:srgbClr val="FFCCCC"/>
                    </a:solidFill>
                  </a:tcPr>
                </a:tc>
                <a:tc>
                  <a:txBody>
                    <a:bodyPr/>
                    <a:lstStyle/>
                    <a:p>
                      <a:pPr algn="ctr" fontAlgn="b"/>
                      <a:r>
                        <a:rPr lang="en-US" sz="2000" b="1" u="none" strike="noStrike">
                          <a:latin typeface="Calibri" pitchFamily="34" charset="0"/>
                          <a:cs typeface="Calibri" pitchFamily="34" charset="0"/>
                        </a:rPr>
                        <a:t>Serv</a:t>
                      </a:r>
                      <a:r>
                        <a:rPr lang="en-US" sz="2000" b="1" u="none" strike="noStrike" baseline="-25000">
                          <a:latin typeface="Calibri" pitchFamily="34" charset="0"/>
                          <a:cs typeface="Calibri" pitchFamily="34" charset="0"/>
                        </a:rPr>
                        <a:t>2</a:t>
                      </a:r>
                      <a:endParaRPr lang="en-US" sz="2000" b="1" i="0" u="none" strike="noStrike" baseline="-25000">
                        <a:latin typeface="Calibri" pitchFamily="34" charset="0"/>
                        <a:cs typeface="Calibri" pitchFamily="34" charset="0"/>
                      </a:endParaRPr>
                    </a:p>
                  </a:txBody>
                  <a:tcPr marL="7684" marR="7684" marT="7684" marB="0" anchor="ctr">
                    <a:solidFill>
                      <a:srgbClr val="FFCCCC"/>
                    </a:solidFill>
                  </a:tcPr>
                </a:tc>
                <a:tc>
                  <a:txBody>
                    <a:bodyPr/>
                    <a:lstStyle/>
                    <a:p>
                      <a:pPr algn="ctr" fontAlgn="b"/>
                      <a:r>
                        <a:rPr lang="en-US" sz="2000" b="1" u="none" strike="noStrike">
                          <a:latin typeface="Calibri" pitchFamily="34" charset="0"/>
                          <a:cs typeface="Calibri" pitchFamily="34" charset="0"/>
                        </a:rPr>
                        <a:t>Next Dep. Q</a:t>
                      </a:r>
                      <a:r>
                        <a:rPr lang="en-US" sz="2000" b="1" u="none" strike="noStrike" baseline="-25000">
                          <a:latin typeface="Calibri" pitchFamily="34" charset="0"/>
                          <a:cs typeface="Calibri" pitchFamily="34" charset="0"/>
                        </a:rPr>
                        <a:t>2</a:t>
                      </a:r>
                      <a:endParaRPr lang="en-US" sz="2000" b="1" i="0" u="none" strike="noStrike" baseline="-25000">
                        <a:latin typeface="Calibri" pitchFamily="34" charset="0"/>
                        <a:cs typeface="Calibri" pitchFamily="34" charset="0"/>
                      </a:endParaRPr>
                    </a:p>
                  </a:txBody>
                  <a:tcPr marL="7684" marR="7684" marT="7684" marB="0" anchor="ctr">
                    <a:solidFill>
                      <a:srgbClr val="FFCCCC"/>
                    </a:solidFill>
                  </a:tcPr>
                </a:tc>
                <a:tc>
                  <a:txBody>
                    <a:bodyPr/>
                    <a:lstStyle/>
                    <a:p>
                      <a:pPr algn="ctr" fontAlgn="b"/>
                      <a:r>
                        <a:rPr lang="en-US" sz="2000" b="1" u="none" strike="noStrike">
                          <a:latin typeface="Calibri" pitchFamily="34" charset="0"/>
                          <a:cs typeface="Calibri" pitchFamily="34" charset="0"/>
                        </a:rPr>
                        <a:t>Next</a:t>
                      </a:r>
                    </a:p>
                    <a:p>
                      <a:pPr algn="ctr" fontAlgn="b"/>
                      <a:r>
                        <a:rPr lang="en-US" sz="2000" b="1" u="none" strike="noStrike">
                          <a:latin typeface="Calibri" pitchFamily="34" charset="0"/>
                          <a:cs typeface="Calibri" pitchFamily="34" charset="0"/>
                        </a:rPr>
                        <a:t>Event</a:t>
                      </a:r>
                      <a:endParaRPr lang="en-US" sz="2000" b="1" i="0" u="none" strike="noStrike">
                        <a:latin typeface="Calibri" pitchFamily="34" charset="0"/>
                        <a:cs typeface="Calibri" pitchFamily="34" charset="0"/>
                      </a:endParaRPr>
                    </a:p>
                  </a:txBody>
                  <a:tcPr marL="7684" marR="7684" marT="7684" marB="0" anchor="ctr"/>
                </a:tc>
                <a:extLst>
                  <a:ext uri="{0D108BD9-81ED-4DB2-BD59-A6C34878D82A}">
                    <a16:rowId xmlns:a16="http://schemas.microsoft.com/office/drawing/2014/main" val="10001"/>
                  </a:ext>
                </a:extLst>
              </a:tr>
              <a:tr h="486124">
                <a:tc>
                  <a:txBody>
                    <a:bodyPr/>
                    <a:lstStyle/>
                    <a:p>
                      <a:pPr algn="ctr" fontAlgn="b"/>
                      <a:r>
                        <a:rPr lang="en-US" sz="2000" u="none" strike="noStrike">
                          <a:solidFill>
                            <a:srgbClr val="0033CC"/>
                          </a:solidFill>
                          <a:latin typeface="Calibri" pitchFamily="34" charset="0"/>
                          <a:cs typeface="Calibri" pitchFamily="34" charset="0"/>
                        </a:rPr>
                        <a:t>0</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b="0" i="0" u="none" strike="noStrike">
                          <a:solidFill>
                            <a:srgbClr val="0033CC"/>
                          </a:solidFill>
                          <a:latin typeface="Calibri" pitchFamily="34" charset="0"/>
                          <a:cs typeface="Calibri" pitchFamily="34" charset="0"/>
                        </a:rPr>
                        <a:t>0</a:t>
                      </a: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16</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16</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b="0" i="0" u="none" strike="noStrike">
                          <a:solidFill>
                            <a:srgbClr val="0033CC"/>
                          </a:solidFill>
                          <a:latin typeface="Calibri" pitchFamily="34" charset="0"/>
                          <a:cs typeface="Calibri" pitchFamily="34" charset="0"/>
                        </a:rPr>
                        <a:t>0</a:t>
                      </a: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16 A</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2"/>
                  </a:ext>
                </a:extLst>
              </a:tr>
              <a:tr h="486124">
                <a:tc>
                  <a:txBody>
                    <a:bodyPr/>
                    <a:lstStyle/>
                    <a:p>
                      <a:pPr algn="ctr" fontAlgn="b"/>
                      <a:r>
                        <a:rPr lang="en-US" sz="2000" u="none" strike="noStrike">
                          <a:solidFill>
                            <a:srgbClr val="0033CC"/>
                          </a:solidFill>
                          <a:latin typeface="Calibri" pitchFamily="34" charset="0"/>
                          <a:cs typeface="Calibri" pitchFamily="34" charset="0"/>
                        </a:rPr>
                        <a:t>16</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6</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19</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22</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19 A</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3"/>
                  </a:ext>
                </a:extLst>
              </a:tr>
              <a:tr h="486124">
                <a:tc>
                  <a:txBody>
                    <a:bodyPr/>
                    <a:lstStyle/>
                    <a:p>
                      <a:pPr algn="ctr" fontAlgn="b"/>
                      <a:r>
                        <a:rPr lang="en-US" sz="2000" u="none" strike="noStrike">
                          <a:solidFill>
                            <a:srgbClr val="0033CC"/>
                          </a:solidFill>
                          <a:latin typeface="Calibri" pitchFamily="34" charset="0"/>
                          <a:cs typeface="Calibri" pitchFamily="34" charset="0"/>
                        </a:rPr>
                        <a:t>19</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2</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7</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26</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22</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22 D1</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4"/>
                  </a:ext>
                </a:extLst>
              </a:tr>
              <a:tr h="486124">
                <a:tc>
                  <a:txBody>
                    <a:bodyPr/>
                    <a:lstStyle/>
                    <a:p>
                      <a:pPr algn="ctr" fontAlgn="b"/>
                      <a:r>
                        <a:rPr lang="en-US" sz="2000" u="none" strike="noStrike">
                          <a:solidFill>
                            <a:srgbClr val="0033CC"/>
                          </a:solidFill>
                          <a:latin typeface="Calibri" pitchFamily="34" charset="0"/>
                          <a:cs typeface="Calibri" pitchFamily="34" charset="0"/>
                        </a:rPr>
                        <a:t>22</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8</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26</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4</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26</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26 A D2</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5"/>
                  </a:ext>
                </a:extLst>
              </a:tr>
              <a:tr h="486124">
                <a:tc>
                  <a:txBody>
                    <a:bodyPr/>
                    <a:lstStyle/>
                    <a:p>
                      <a:pPr algn="ctr" fontAlgn="b"/>
                      <a:r>
                        <a:rPr lang="en-US" sz="2000" u="none" strike="noStrike">
                          <a:solidFill>
                            <a:srgbClr val="0033CC"/>
                          </a:solidFill>
                          <a:latin typeface="Calibri" pitchFamily="34" charset="0"/>
                          <a:cs typeface="Calibri" pitchFamily="34" charset="0"/>
                        </a:rPr>
                        <a:t>26</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2</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9</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35</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30 D1</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6"/>
                  </a:ext>
                </a:extLst>
              </a:tr>
              <a:tr h="486124">
                <a:tc>
                  <a:txBody>
                    <a:bodyPr/>
                    <a:lstStyle/>
                    <a:p>
                      <a:pPr algn="ctr" fontAlgn="b"/>
                      <a:r>
                        <a:rPr lang="en-US" sz="2000" u="none" strike="noStrike">
                          <a:solidFill>
                            <a:srgbClr val="0033CC"/>
                          </a:solidFill>
                          <a:latin typeface="Calibri" pitchFamily="34" charset="0"/>
                          <a:cs typeface="Calibri" pitchFamily="34" charset="0"/>
                        </a:rPr>
                        <a:t>30</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35</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33</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9</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39</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33 D1</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7"/>
                  </a:ext>
                </a:extLst>
              </a:tr>
              <a:tr h="486124">
                <a:tc>
                  <a:txBody>
                    <a:bodyPr/>
                    <a:lstStyle/>
                    <a:p>
                      <a:pPr algn="ctr" fontAlgn="b"/>
                      <a:r>
                        <a:rPr lang="en-US" sz="2000" u="none" strike="noStrike">
                          <a:solidFill>
                            <a:srgbClr val="0033CC"/>
                          </a:solidFill>
                          <a:latin typeface="Calibri" pitchFamily="34" charset="0"/>
                          <a:cs typeface="Calibri" pitchFamily="34" charset="0"/>
                        </a:rPr>
                        <a:t>33</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35</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2</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39</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35 A</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8"/>
                  </a:ext>
                </a:extLst>
              </a:tr>
              <a:tr h="486124">
                <a:tc>
                  <a:txBody>
                    <a:bodyPr/>
                    <a:lstStyle/>
                    <a:p>
                      <a:pPr algn="ctr" fontAlgn="b"/>
                      <a:r>
                        <a:rPr lang="en-US" sz="2000" u="none" strike="noStrike">
                          <a:solidFill>
                            <a:srgbClr val="0033CC"/>
                          </a:solidFill>
                          <a:latin typeface="Calibri" pitchFamily="34" charset="0"/>
                          <a:cs typeface="Calibri" pitchFamily="34" charset="0"/>
                        </a:rPr>
                        <a:t>35</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10</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b="0" i="0" u="none" strike="noStrike">
                          <a:solidFill>
                            <a:srgbClr val="0033CC"/>
                          </a:solidFill>
                          <a:latin typeface="Calibri" pitchFamily="34" charset="0"/>
                          <a:cs typeface="Calibri" pitchFamily="34" charset="0"/>
                        </a:rPr>
                        <a:t>5</a:t>
                      </a: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45</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b="0" i="0" u="none" strike="noStrike">
                          <a:solidFill>
                            <a:srgbClr val="0033CC"/>
                          </a:solidFill>
                          <a:latin typeface="Calibri" pitchFamily="34" charset="0"/>
                          <a:cs typeface="Calibri" pitchFamily="34" charset="0"/>
                        </a:rPr>
                        <a:t>40</a:t>
                      </a: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2</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39</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39 D2</a:t>
                      </a:r>
                      <a:endParaRPr lang="en-US" sz="2000" b="0" i="0" u="none" strike="noStrike">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09"/>
                  </a:ext>
                </a:extLst>
              </a:tr>
              <a:tr h="486124">
                <a:tc>
                  <a:txBody>
                    <a:bodyPr/>
                    <a:lstStyle/>
                    <a:p>
                      <a:pPr algn="ctr" fontAlgn="b"/>
                      <a:r>
                        <a:rPr lang="en-US" sz="2000" u="none" strike="noStrike">
                          <a:solidFill>
                            <a:srgbClr val="0033CC"/>
                          </a:solidFill>
                          <a:latin typeface="Calibri" pitchFamily="34" charset="0"/>
                          <a:cs typeface="Calibri" pitchFamily="34" charset="0"/>
                        </a:rPr>
                        <a:t>39</a:t>
                      </a:r>
                      <a:endParaRPr lang="en-US" sz="2000" b="0" i="0" u="none" strike="noStrike">
                        <a:solidFill>
                          <a:srgbClr val="0033CC"/>
                        </a:solidFill>
                        <a:latin typeface="Calibri" pitchFamily="34" charset="0"/>
                        <a:cs typeface="Calibri" pitchFamily="34" charset="0"/>
                      </a:endParaRPr>
                    </a:p>
                  </a:txBody>
                  <a:tcPr marL="7684" marR="7684" marT="7684" marB="0" anchor="b"/>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dirty="0">
                          <a:solidFill>
                            <a:srgbClr val="0033CC"/>
                          </a:solidFill>
                          <a:latin typeface="Calibri" pitchFamily="34" charset="0"/>
                          <a:cs typeface="Calibri" pitchFamily="34" charset="0"/>
                        </a:rPr>
                        <a:t> </a:t>
                      </a:r>
                      <a:endParaRPr lang="en-US" sz="2000" b="0" i="0" u="none" strike="noStrike" dirty="0">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 </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45</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40 </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66"/>
                    </a:solidFill>
                  </a:tcPr>
                </a:tc>
                <a:tc>
                  <a:txBody>
                    <a:bodyPr/>
                    <a:lstStyle/>
                    <a:p>
                      <a:pPr algn="ctr" fontAlgn="b"/>
                      <a:r>
                        <a:rPr lang="en-US" sz="2000" u="none" strike="noStrike">
                          <a:solidFill>
                            <a:srgbClr val="0033CC"/>
                          </a:solidFill>
                          <a:latin typeface="Calibri" pitchFamily="34" charset="0"/>
                          <a:cs typeface="Calibri" pitchFamily="34" charset="0"/>
                        </a:rPr>
                        <a:t>1</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dirty="0">
                          <a:solidFill>
                            <a:srgbClr val="0033CC"/>
                          </a:solidFill>
                          <a:latin typeface="Calibri" pitchFamily="34" charset="0"/>
                          <a:cs typeface="Calibri" pitchFamily="34" charset="0"/>
                        </a:rPr>
                        <a:t>2 </a:t>
                      </a:r>
                      <a:endParaRPr lang="en-US" sz="2000" b="0" i="0" u="none" strike="noStrike" dirty="0">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a:solidFill>
                            <a:srgbClr val="0033CC"/>
                          </a:solidFill>
                          <a:latin typeface="Calibri" pitchFamily="34" charset="0"/>
                          <a:cs typeface="Calibri" pitchFamily="34" charset="0"/>
                        </a:rPr>
                        <a:t>41 </a:t>
                      </a:r>
                      <a:endParaRPr lang="en-US" sz="2000" b="0" i="0" u="none" strike="noStrike">
                        <a:solidFill>
                          <a:srgbClr val="0033CC"/>
                        </a:solidFill>
                        <a:latin typeface="Calibri" pitchFamily="34" charset="0"/>
                        <a:cs typeface="Calibri" pitchFamily="34" charset="0"/>
                      </a:endParaRPr>
                    </a:p>
                  </a:txBody>
                  <a:tcPr marL="7684" marR="7684" marT="7684" marB="0" anchor="b">
                    <a:solidFill>
                      <a:srgbClr val="FFCCCC"/>
                    </a:solidFill>
                  </a:tcPr>
                </a:tc>
                <a:tc>
                  <a:txBody>
                    <a:bodyPr/>
                    <a:lstStyle/>
                    <a:p>
                      <a:pPr algn="ctr" fontAlgn="b"/>
                      <a:r>
                        <a:rPr lang="en-US" sz="2000" u="none" strike="noStrike" dirty="0">
                          <a:solidFill>
                            <a:srgbClr val="0033CC"/>
                          </a:solidFill>
                          <a:latin typeface="Calibri" pitchFamily="34" charset="0"/>
                          <a:cs typeface="Calibri" pitchFamily="34" charset="0"/>
                        </a:rPr>
                        <a:t>40 D1</a:t>
                      </a:r>
                      <a:endParaRPr lang="en-US" sz="2000" b="0" i="0" u="none" strike="noStrike" dirty="0">
                        <a:solidFill>
                          <a:srgbClr val="0033CC"/>
                        </a:solidFill>
                        <a:latin typeface="Calibri" pitchFamily="34" charset="0"/>
                        <a:cs typeface="Calibri" pitchFamily="34" charset="0"/>
                      </a:endParaRPr>
                    </a:p>
                  </a:txBody>
                  <a:tcPr marL="7684" marR="7684" marT="7684" marB="0" anchor="b"/>
                </a:tc>
                <a:extLst>
                  <a:ext uri="{0D108BD9-81ED-4DB2-BD59-A6C34878D82A}">
                    <a16:rowId xmlns:a16="http://schemas.microsoft.com/office/drawing/2014/main" val="10010"/>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1000" y="0"/>
            <a:ext cx="8458200" cy="609600"/>
          </a:xfrm>
        </p:spPr>
        <p:txBody>
          <a:bodyPr/>
          <a:lstStyle/>
          <a:p>
            <a:r>
              <a:rPr lang="en-US" sz="3200"/>
              <a:t>Inventory System Simulation</a:t>
            </a:r>
          </a:p>
        </p:txBody>
      </p:sp>
      <p:sp>
        <p:nvSpPr>
          <p:cNvPr id="58371" name="Rectangle 3"/>
          <p:cNvSpPr>
            <a:spLocks noGrp="1" noChangeArrowheads="1"/>
          </p:cNvSpPr>
          <p:nvPr>
            <p:ph type="body" idx="1"/>
          </p:nvPr>
        </p:nvSpPr>
        <p:spPr>
          <a:xfrm>
            <a:off x="381000" y="609600"/>
            <a:ext cx="8458200" cy="5791200"/>
          </a:xfrm>
        </p:spPr>
        <p:txBody>
          <a:bodyPr/>
          <a:lstStyle/>
          <a:p>
            <a:r>
              <a:rPr lang="en-US" sz="2000" dirty="0">
                <a:solidFill>
                  <a:srgbClr val="002060"/>
                </a:solidFill>
              </a:rPr>
              <a:t>Daily demand ~ U(2,6)</a:t>
            </a:r>
          </a:p>
          <a:p>
            <a:r>
              <a:rPr lang="en-US" sz="2000" dirty="0">
                <a:solidFill>
                  <a:srgbClr val="002060"/>
                </a:solidFill>
              </a:rPr>
              <a:t>Reorder Point : 10</a:t>
            </a:r>
          </a:p>
          <a:p>
            <a:r>
              <a:rPr lang="en-US" sz="2000" dirty="0">
                <a:solidFill>
                  <a:srgbClr val="002060"/>
                </a:solidFill>
              </a:rPr>
              <a:t>Reorder Qty: 20 - current stock</a:t>
            </a:r>
          </a:p>
          <a:p>
            <a:r>
              <a:rPr lang="en-US" sz="2000" dirty="0">
                <a:solidFill>
                  <a:srgbClr val="002060"/>
                </a:solidFill>
              </a:rPr>
              <a:t>Lead Time distribution</a:t>
            </a:r>
          </a:p>
          <a:p>
            <a:pPr lvl="1"/>
            <a:r>
              <a:rPr lang="en-US" sz="2000" dirty="0">
                <a:solidFill>
                  <a:srgbClr val="0070C0"/>
                </a:solidFill>
              </a:rPr>
              <a:t>1 day	0.5</a:t>
            </a:r>
          </a:p>
          <a:p>
            <a:pPr lvl="1"/>
            <a:r>
              <a:rPr lang="en-US" sz="2000" dirty="0">
                <a:solidFill>
                  <a:srgbClr val="0070C0"/>
                </a:solidFill>
              </a:rPr>
              <a:t>2 days	0.3</a:t>
            </a:r>
          </a:p>
          <a:p>
            <a:pPr lvl="1"/>
            <a:r>
              <a:rPr lang="en-US" sz="2000" dirty="0">
                <a:solidFill>
                  <a:srgbClr val="0070C0"/>
                </a:solidFill>
              </a:rPr>
              <a:t>3days	0.2</a:t>
            </a:r>
          </a:p>
          <a:p>
            <a:r>
              <a:rPr lang="en-US" sz="2000" dirty="0">
                <a:solidFill>
                  <a:srgbClr val="002060"/>
                </a:solidFill>
              </a:rPr>
              <a:t>Inv. Carrying Cost : Rs. 5 per item per day</a:t>
            </a:r>
          </a:p>
          <a:p>
            <a:r>
              <a:rPr lang="en-US" sz="2000" dirty="0">
                <a:solidFill>
                  <a:srgbClr val="002060"/>
                </a:solidFill>
              </a:rPr>
              <a:t>Stock-out cost : Rs. 50 per item</a:t>
            </a:r>
          </a:p>
          <a:p>
            <a:r>
              <a:rPr lang="en-US" sz="2000" dirty="0">
                <a:solidFill>
                  <a:srgbClr val="002060"/>
                </a:solidFill>
              </a:rPr>
              <a:t>Beginning inventory on starting day is known to be 11.</a:t>
            </a:r>
          </a:p>
          <a:p>
            <a:r>
              <a:rPr lang="en-US" sz="2000" dirty="0">
                <a:solidFill>
                  <a:srgbClr val="002060"/>
                </a:solidFill>
              </a:rPr>
              <a:t>What is the average long run cost of this policy?</a:t>
            </a:r>
          </a:p>
          <a:p>
            <a:pPr lvl="1"/>
            <a:r>
              <a:rPr lang="en-US" sz="2000" dirty="0">
                <a:solidFill>
                  <a:srgbClr val="0070C0"/>
                </a:solidFill>
              </a:rPr>
              <a:t>Given that, a new order can not be placed until the receipt of the previous order. All the deliveries are received at the end of the day and demands are fulfilled in the beginning of the day.</a:t>
            </a:r>
          </a:p>
          <a:p>
            <a:r>
              <a:rPr lang="en-US" sz="2000" dirty="0"/>
              <a:t>Use the following random numbers:</a:t>
            </a:r>
          </a:p>
          <a:p>
            <a:pPr lvl="1"/>
            <a:r>
              <a:rPr lang="en-US" sz="1800" dirty="0">
                <a:solidFill>
                  <a:srgbClr val="006600"/>
                </a:solidFill>
              </a:rPr>
              <a:t>Demand: 5, 4, 6, 2, 4, 6, 4, 3, 5</a:t>
            </a:r>
          </a:p>
          <a:p>
            <a:pPr lvl="1"/>
            <a:r>
              <a:rPr lang="en-US" sz="1800" dirty="0">
                <a:solidFill>
                  <a:srgbClr val="006600"/>
                </a:solidFill>
              </a:rPr>
              <a:t>Lead Time: 75, 91, 17, 20, 25, 81</a:t>
            </a:r>
          </a:p>
        </p:txBody>
      </p:sp>
    </p:spTree>
    <p:extLst>
      <p:ext uri="{BB962C8B-B14F-4D97-AF65-F5344CB8AC3E}">
        <p14:creationId xmlns:p14="http://schemas.microsoft.com/office/powerpoint/2010/main" val="392174733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007" name="Group 1639"/>
          <p:cNvGraphicFramePr>
            <a:graphicFrameLocks noGrp="1"/>
          </p:cNvGraphicFramePr>
          <p:nvPr/>
        </p:nvGraphicFramePr>
        <p:xfrm>
          <a:off x="609600" y="609600"/>
          <a:ext cx="8153400" cy="694944"/>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730">
                  <a:extLst>
                    <a:ext uri="{9D8B030D-6E8A-4147-A177-3AD203B41FA5}">
                      <a16:colId xmlns:a16="http://schemas.microsoft.com/office/drawing/2014/main" val="20002"/>
                    </a:ext>
                  </a:extLst>
                </a:gridCol>
                <a:gridCol w="1027430">
                  <a:extLst>
                    <a:ext uri="{9D8B030D-6E8A-4147-A177-3AD203B41FA5}">
                      <a16:colId xmlns:a16="http://schemas.microsoft.com/office/drawing/2014/main" val="20003"/>
                    </a:ext>
                  </a:extLst>
                </a:gridCol>
                <a:gridCol w="646430">
                  <a:extLst>
                    <a:ext uri="{9D8B030D-6E8A-4147-A177-3AD203B41FA5}">
                      <a16:colId xmlns:a16="http://schemas.microsoft.com/office/drawing/2014/main" val="20004"/>
                    </a:ext>
                  </a:extLst>
                </a:gridCol>
                <a:gridCol w="91711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000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Day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Begin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Inv.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Demand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Fulfilled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Lost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Supply Recd.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End Inv.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Qty. ordered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err="1">
                          <a:ln>
                            <a:noFill/>
                          </a:ln>
                          <a:solidFill>
                            <a:srgbClr val="0000FF"/>
                          </a:solidFill>
                          <a:effectLst/>
                          <a:latin typeface="Times New Roman" pitchFamily="18" charset="0"/>
                        </a:rPr>
                        <a:t>r</a:t>
                      </a:r>
                      <a:r>
                        <a:rPr kumimoji="0" lang="en-US" sz="1800" b="0" i="0" u="none" strike="noStrike" cap="none" normalizeH="0" baseline="-25000" err="1">
                          <a:ln>
                            <a:noFill/>
                          </a:ln>
                          <a:solidFill>
                            <a:srgbClr val="0000FF"/>
                          </a:solidFill>
                          <a:effectLst/>
                          <a:latin typeface="Times New Roman" pitchFamily="18" charset="0"/>
                        </a:rPr>
                        <a:t>L</a:t>
                      </a:r>
                      <a:endParaRPr kumimoji="0" lang="en-US" sz="1800" b="0" i="0" u="none" strike="noStrike" cap="none" normalizeH="0" baseline="-25000">
                        <a:ln>
                          <a:noFill/>
                        </a:ln>
                        <a:solidFill>
                          <a:srgbClr val="0000FF"/>
                        </a:solidFill>
                        <a:effectLst/>
                        <a:latin typeface="Times New Roman" pitchFamily="18"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00FF"/>
                          </a:solidFill>
                          <a:effectLst/>
                          <a:latin typeface="Times New Roman" pitchFamily="18" charset="0"/>
                        </a:rPr>
                        <a:t>(0,99)</a:t>
                      </a:r>
                      <a:endParaRPr kumimoji="0" lang="en-US" sz="1800" b="0" i="0" u="none" strike="noStrike" cap="none" normalizeH="0" baseline="0">
                        <a:ln>
                          <a:noFill/>
                        </a:ln>
                        <a:solidFill>
                          <a:srgbClr val="0000FF"/>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Lead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7881" name="Group 537"/>
          <p:cNvGraphicFramePr>
            <a:graphicFrameLocks noGrp="1"/>
          </p:cNvGraphicFramePr>
          <p:nvPr/>
        </p:nvGraphicFramePr>
        <p:xfrm>
          <a:off x="609600" y="1803400"/>
          <a:ext cx="8153400" cy="501650"/>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900">
                  <a:extLst>
                    <a:ext uri="{9D8B030D-6E8A-4147-A177-3AD203B41FA5}">
                      <a16:colId xmlns:a16="http://schemas.microsoft.com/office/drawing/2014/main" val="20002"/>
                    </a:ext>
                  </a:extLst>
                </a:gridCol>
                <a:gridCol w="1025769">
                  <a:extLst>
                    <a:ext uri="{9D8B030D-6E8A-4147-A177-3AD203B41FA5}">
                      <a16:colId xmlns:a16="http://schemas.microsoft.com/office/drawing/2014/main" val="20003"/>
                    </a:ext>
                  </a:extLst>
                </a:gridCol>
                <a:gridCol w="650631">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0165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rgbClr val="0099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8234" name="Group 890"/>
          <p:cNvGraphicFramePr>
            <a:graphicFrameLocks noGrp="1"/>
          </p:cNvGraphicFramePr>
          <p:nvPr/>
        </p:nvGraphicFramePr>
        <p:xfrm>
          <a:off x="609600" y="2311400"/>
          <a:ext cx="8153400" cy="500063"/>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900">
                  <a:extLst>
                    <a:ext uri="{9D8B030D-6E8A-4147-A177-3AD203B41FA5}">
                      <a16:colId xmlns:a16="http://schemas.microsoft.com/office/drawing/2014/main" val="20002"/>
                    </a:ext>
                  </a:extLst>
                </a:gridCol>
                <a:gridCol w="1025769">
                  <a:extLst>
                    <a:ext uri="{9D8B030D-6E8A-4147-A177-3AD203B41FA5}">
                      <a16:colId xmlns:a16="http://schemas.microsoft.com/office/drawing/2014/main" val="20003"/>
                    </a:ext>
                  </a:extLst>
                </a:gridCol>
                <a:gridCol w="650631">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000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rgbClr val="0099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9559" name="Group 1191"/>
          <p:cNvGraphicFramePr>
            <a:graphicFrameLocks noGrp="1"/>
          </p:cNvGraphicFramePr>
          <p:nvPr/>
        </p:nvGraphicFramePr>
        <p:xfrm>
          <a:off x="609600" y="2806700"/>
          <a:ext cx="8153400" cy="500063"/>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900">
                  <a:extLst>
                    <a:ext uri="{9D8B030D-6E8A-4147-A177-3AD203B41FA5}">
                      <a16:colId xmlns:a16="http://schemas.microsoft.com/office/drawing/2014/main" val="20002"/>
                    </a:ext>
                  </a:extLst>
                </a:gridCol>
                <a:gridCol w="1025769">
                  <a:extLst>
                    <a:ext uri="{9D8B030D-6E8A-4147-A177-3AD203B41FA5}">
                      <a16:colId xmlns:a16="http://schemas.microsoft.com/office/drawing/2014/main" val="20003"/>
                    </a:ext>
                  </a:extLst>
                </a:gridCol>
                <a:gridCol w="650631">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000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rgbClr val="0099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9810" name="Group 1442"/>
          <p:cNvGraphicFramePr>
            <a:graphicFrameLocks noGrp="1"/>
          </p:cNvGraphicFramePr>
          <p:nvPr/>
        </p:nvGraphicFramePr>
        <p:xfrm>
          <a:off x="609600" y="3289300"/>
          <a:ext cx="8153400" cy="512763"/>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900">
                  <a:extLst>
                    <a:ext uri="{9D8B030D-6E8A-4147-A177-3AD203B41FA5}">
                      <a16:colId xmlns:a16="http://schemas.microsoft.com/office/drawing/2014/main" val="20002"/>
                    </a:ext>
                  </a:extLst>
                </a:gridCol>
                <a:gridCol w="1025769">
                  <a:extLst>
                    <a:ext uri="{9D8B030D-6E8A-4147-A177-3AD203B41FA5}">
                      <a16:colId xmlns:a16="http://schemas.microsoft.com/office/drawing/2014/main" val="20003"/>
                    </a:ext>
                  </a:extLst>
                </a:gridCol>
                <a:gridCol w="650631">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127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0006" name="Group 1638"/>
          <p:cNvGraphicFramePr>
            <a:graphicFrameLocks noGrp="1"/>
          </p:cNvGraphicFramePr>
          <p:nvPr/>
        </p:nvGraphicFramePr>
        <p:xfrm>
          <a:off x="609600" y="3784600"/>
          <a:ext cx="8153400" cy="2001839"/>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900">
                  <a:extLst>
                    <a:ext uri="{9D8B030D-6E8A-4147-A177-3AD203B41FA5}">
                      <a16:colId xmlns:a16="http://schemas.microsoft.com/office/drawing/2014/main" val="20002"/>
                    </a:ext>
                  </a:extLst>
                </a:gridCol>
                <a:gridCol w="1025769">
                  <a:extLst>
                    <a:ext uri="{9D8B030D-6E8A-4147-A177-3AD203B41FA5}">
                      <a16:colId xmlns:a16="http://schemas.microsoft.com/office/drawing/2014/main" val="20003"/>
                    </a:ext>
                  </a:extLst>
                </a:gridCol>
                <a:gridCol w="650631">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000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rgbClr val="0099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165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rgbClr val="0099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00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a:ln>
                          <a:noFill/>
                        </a:ln>
                        <a:solidFill>
                          <a:srgbClr val="009900"/>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00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0047" name="Group 1679"/>
          <p:cNvGraphicFramePr>
            <a:graphicFrameLocks noGrp="1"/>
          </p:cNvGraphicFramePr>
          <p:nvPr/>
        </p:nvGraphicFramePr>
        <p:xfrm>
          <a:off x="609600" y="1295400"/>
          <a:ext cx="8153400" cy="500063"/>
        </p:xfrm>
        <a:graphic>
          <a:graphicData uri="http://schemas.openxmlformats.org/drawingml/2006/table">
            <a:tbl>
              <a:tblPr/>
              <a:tblGrid>
                <a:gridCol w="599880">
                  <a:extLst>
                    <a:ext uri="{9D8B030D-6E8A-4147-A177-3AD203B41FA5}">
                      <a16:colId xmlns:a16="http://schemas.microsoft.com/office/drawing/2014/main" val="20000"/>
                    </a:ext>
                  </a:extLst>
                </a:gridCol>
                <a:gridCol w="899820">
                  <a:extLst>
                    <a:ext uri="{9D8B030D-6E8A-4147-A177-3AD203B41FA5}">
                      <a16:colId xmlns:a16="http://schemas.microsoft.com/office/drawing/2014/main" val="20001"/>
                    </a:ext>
                  </a:extLst>
                </a:gridCol>
                <a:gridCol w="1014900">
                  <a:extLst>
                    <a:ext uri="{9D8B030D-6E8A-4147-A177-3AD203B41FA5}">
                      <a16:colId xmlns:a16="http://schemas.microsoft.com/office/drawing/2014/main" val="20002"/>
                    </a:ext>
                  </a:extLst>
                </a:gridCol>
                <a:gridCol w="1025769">
                  <a:extLst>
                    <a:ext uri="{9D8B030D-6E8A-4147-A177-3AD203B41FA5}">
                      <a16:colId xmlns:a16="http://schemas.microsoft.com/office/drawing/2014/main" val="20003"/>
                    </a:ext>
                  </a:extLst>
                </a:gridCol>
                <a:gridCol w="650631">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5000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66"/>
                          </a:solidFill>
                          <a:effectLst/>
                          <a:latin typeface="Times New Roman" pitchFamily="18"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00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FF9900"/>
                          </a:solidFill>
                          <a:effectLst/>
                          <a:latin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9900"/>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116369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0007"/>
                                        </p:tgtEl>
                                        <p:attrNameLst>
                                          <p:attrName>style.visibility</p:attrName>
                                        </p:attrNameLst>
                                      </p:cBhvr>
                                      <p:to>
                                        <p:strVal val="visible"/>
                                      </p:to>
                                    </p:set>
                                    <p:animEffect transition="in" filter="wipe(down)">
                                      <p:cBhvr>
                                        <p:cTn id="7" dur="500"/>
                                        <p:tgtEl>
                                          <p:spTgt spid="600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0047"/>
                                        </p:tgtEl>
                                        <p:attrNameLst>
                                          <p:attrName>style.visibility</p:attrName>
                                        </p:attrNameLst>
                                      </p:cBhvr>
                                      <p:to>
                                        <p:strVal val="visible"/>
                                      </p:to>
                                    </p:set>
                                    <p:animEffect transition="in" filter="wipe(down)">
                                      <p:cBhvr>
                                        <p:cTn id="12" dur="500"/>
                                        <p:tgtEl>
                                          <p:spTgt spid="600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7881"/>
                                        </p:tgtEl>
                                        <p:attrNameLst>
                                          <p:attrName>style.visibility</p:attrName>
                                        </p:attrNameLst>
                                      </p:cBhvr>
                                      <p:to>
                                        <p:strVal val="visible"/>
                                      </p:to>
                                    </p:set>
                                    <p:animEffect transition="in" filter="wipe(down)">
                                      <p:cBhvr>
                                        <p:cTn id="17" dur="500"/>
                                        <p:tgtEl>
                                          <p:spTgt spid="578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8234"/>
                                        </p:tgtEl>
                                        <p:attrNameLst>
                                          <p:attrName>style.visibility</p:attrName>
                                        </p:attrNameLst>
                                      </p:cBhvr>
                                      <p:to>
                                        <p:strVal val="visible"/>
                                      </p:to>
                                    </p:set>
                                    <p:animEffect transition="in" filter="wipe(down)">
                                      <p:cBhvr>
                                        <p:cTn id="22" dur="500"/>
                                        <p:tgtEl>
                                          <p:spTgt spid="582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9559"/>
                                        </p:tgtEl>
                                        <p:attrNameLst>
                                          <p:attrName>style.visibility</p:attrName>
                                        </p:attrNameLst>
                                      </p:cBhvr>
                                      <p:to>
                                        <p:strVal val="visible"/>
                                      </p:to>
                                    </p:set>
                                    <p:animEffect transition="in" filter="wipe(down)">
                                      <p:cBhvr>
                                        <p:cTn id="27" dur="500"/>
                                        <p:tgtEl>
                                          <p:spTgt spid="595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9810"/>
                                        </p:tgtEl>
                                        <p:attrNameLst>
                                          <p:attrName>style.visibility</p:attrName>
                                        </p:attrNameLst>
                                      </p:cBhvr>
                                      <p:to>
                                        <p:strVal val="visible"/>
                                      </p:to>
                                    </p:set>
                                    <p:animEffect transition="in" filter="wipe(down)">
                                      <p:cBhvr>
                                        <p:cTn id="32" dur="500"/>
                                        <p:tgtEl>
                                          <p:spTgt spid="598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0006"/>
                                        </p:tgtEl>
                                        <p:attrNameLst>
                                          <p:attrName>style.visibility</p:attrName>
                                        </p:attrNameLst>
                                      </p:cBhvr>
                                      <p:to>
                                        <p:strVal val="visible"/>
                                      </p:to>
                                    </p:set>
                                    <p:animEffect transition="in" filter="wipe(down)">
                                      <p:cBhvr>
                                        <p:cTn id="37" dur="500"/>
                                        <p:tgtEl>
                                          <p:spTgt spid="60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t>Problem</a:t>
            </a:r>
          </a:p>
        </p:txBody>
      </p:sp>
      <p:sp>
        <p:nvSpPr>
          <p:cNvPr id="20483" name="Content Placeholder 2"/>
          <p:cNvSpPr>
            <a:spLocks noGrp="1"/>
          </p:cNvSpPr>
          <p:nvPr>
            <p:ph idx="1"/>
          </p:nvPr>
        </p:nvSpPr>
        <p:spPr>
          <a:xfrm>
            <a:off x="381000" y="990600"/>
            <a:ext cx="8458200" cy="5638800"/>
          </a:xfrm>
        </p:spPr>
        <p:txBody>
          <a:bodyPr/>
          <a:lstStyle/>
          <a:p>
            <a:r>
              <a:rPr lang="en-US" sz="1800"/>
              <a:t>The </a:t>
            </a:r>
            <a:r>
              <a:rPr lang="en-US" sz="1800" err="1"/>
              <a:t>Paymore</a:t>
            </a:r>
            <a:r>
              <a:rPr lang="en-US" sz="1800"/>
              <a:t> Rental Car Agency rents cars in a small town. It wants to determine how many rental cars it should maintain. Based on market projections and historical data, the manager has determined probability distributions for the number of customers per day and rental duration (in days only) as shown in the following tables.</a:t>
            </a:r>
          </a:p>
          <a:p>
            <a:endParaRPr lang="en-US" sz="1800"/>
          </a:p>
          <a:p>
            <a:endParaRPr lang="en-US" sz="1800"/>
          </a:p>
          <a:p>
            <a:endParaRPr lang="en-US" sz="1800"/>
          </a:p>
          <a:p>
            <a:endParaRPr lang="en-US" sz="1800"/>
          </a:p>
          <a:p>
            <a:endParaRPr lang="en-US" sz="1800"/>
          </a:p>
          <a:p>
            <a:endParaRPr lang="en-US" sz="1800"/>
          </a:p>
          <a:p>
            <a:r>
              <a:rPr lang="en-US" sz="1800"/>
              <a:t>Design a simulation experiment for the car agency and simulate using a fleet of four rental cars for 10 days by using the random numbers given below. Assume that a car is returned to the agency at the beginning of the day. </a:t>
            </a:r>
          </a:p>
          <a:p>
            <a:r>
              <a:rPr lang="en-US" sz="1800"/>
              <a:t>Random Numbers for Customers </a:t>
            </a:r>
          </a:p>
          <a:p>
            <a:pPr lvl="1"/>
            <a:r>
              <a:rPr lang="en-US" sz="1400"/>
              <a:t>(r</a:t>
            </a:r>
            <a:r>
              <a:rPr lang="en-US" sz="1400" baseline="-25000"/>
              <a:t>1</a:t>
            </a:r>
            <a:r>
              <a:rPr lang="en-US" sz="1400"/>
              <a:t>): 62, 48, 96, 86, 86, 29, 79, 22, 8, 62</a:t>
            </a:r>
          </a:p>
          <a:p>
            <a:r>
              <a:rPr lang="en-US" sz="1800"/>
              <a:t>Random Numbers for Rental Duration </a:t>
            </a:r>
          </a:p>
          <a:p>
            <a:pPr lvl="1"/>
            <a:r>
              <a:rPr lang="en-US" sz="1400"/>
              <a:t>(r</a:t>
            </a:r>
            <a:r>
              <a:rPr lang="en-US" sz="1400" baseline="-25000"/>
              <a:t>2</a:t>
            </a:r>
            <a:r>
              <a:rPr lang="en-US" sz="1400"/>
              <a:t>): 19, 66, 27, 43, 20, 92, 22, 91, 46, 49, 66, 9, 81</a:t>
            </a:r>
          </a:p>
        </p:txBody>
      </p:sp>
      <p:graphicFrame>
        <p:nvGraphicFramePr>
          <p:cNvPr id="7" name="Table 6"/>
          <p:cNvGraphicFramePr>
            <a:graphicFrameLocks noGrp="1"/>
          </p:cNvGraphicFramePr>
          <p:nvPr/>
        </p:nvGraphicFramePr>
        <p:xfrm>
          <a:off x="961644" y="2514600"/>
          <a:ext cx="3656076" cy="1524000"/>
        </p:xfrm>
        <a:graphic>
          <a:graphicData uri="http://schemas.openxmlformats.org/drawingml/2006/table">
            <a:tbl>
              <a:tblPr firstRow="1" bandRow="1">
                <a:tableStyleId>{5C22544A-7EE6-4342-B048-85BDC9FD1C3A}</a:tableStyleId>
              </a:tblPr>
              <a:tblGrid>
                <a:gridCol w="1691005">
                  <a:extLst>
                    <a:ext uri="{9D8B030D-6E8A-4147-A177-3AD203B41FA5}">
                      <a16:colId xmlns:a16="http://schemas.microsoft.com/office/drawing/2014/main" val="3994125225"/>
                    </a:ext>
                  </a:extLst>
                </a:gridCol>
                <a:gridCol w="1031621">
                  <a:extLst>
                    <a:ext uri="{9D8B030D-6E8A-4147-A177-3AD203B41FA5}">
                      <a16:colId xmlns:a16="http://schemas.microsoft.com/office/drawing/2014/main" val="720010408"/>
                    </a:ext>
                  </a:extLst>
                </a:gridCol>
                <a:gridCol w="933450">
                  <a:extLst>
                    <a:ext uri="{9D8B030D-6E8A-4147-A177-3AD203B41FA5}">
                      <a16:colId xmlns:a16="http://schemas.microsoft.com/office/drawing/2014/main" val="2563891898"/>
                    </a:ext>
                  </a:extLst>
                </a:gridCol>
              </a:tblGrid>
              <a:tr h="243840">
                <a:tc>
                  <a:txBody>
                    <a:bodyPr/>
                    <a:lstStyle/>
                    <a:p>
                      <a:pPr algn="ctr"/>
                      <a:r>
                        <a:rPr lang="en-US" sz="1400">
                          <a:latin typeface="Calibri" panose="020F0502020204030204" pitchFamily="34" charset="0"/>
                          <a:cs typeface="Calibri" panose="020F0502020204030204" pitchFamily="34" charset="0"/>
                        </a:rPr>
                        <a:t># Customers</a:t>
                      </a:r>
                    </a:p>
                  </a:txBody>
                  <a:tcPr/>
                </a:tc>
                <a:tc>
                  <a:txBody>
                    <a:bodyPr/>
                    <a:lstStyle/>
                    <a:p>
                      <a:pPr algn="ctr"/>
                      <a:r>
                        <a:rPr lang="en-US" sz="1400">
                          <a:latin typeface="Calibri" panose="020F0502020204030204" pitchFamily="34" charset="0"/>
                          <a:cs typeface="Calibri" panose="020F0502020204030204" pitchFamily="34" charset="0"/>
                        </a:rPr>
                        <a:t>Probability</a:t>
                      </a:r>
                    </a:p>
                  </a:txBody>
                  <a:tcPr/>
                </a:tc>
                <a:tc>
                  <a:txBody>
                    <a:bodyPr/>
                    <a:lstStyle/>
                    <a:p>
                      <a:pPr algn="ctr"/>
                      <a:r>
                        <a:rPr lang="en-US" sz="1400">
                          <a:latin typeface="Calibri" panose="020F0502020204030204" pitchFamily="34" charset="0"/>
                          <a:cs typeface="Calibri" panose="020F0502020204030204" pitchFamily="34" charset="0"/>
                        </a:rPr>
                        <a:t>RN Range</a:t>
                      </a:r>
                    </a:p>
                  </a:txBody>
                  <a:tcPr/>
                </a:tc>
                <a:extLst>
                  <a:ext uri="{0D108BD9-81ED-4DB2-BD59-A6C34878D82A}">
                    <a16:rowId xmlns:a16="http://schemas.microsoft.com/office/drawing/2014/main" val="198561823"/>
                  </a:ext>
                </a:extLst>
              </a:tr>
              <a:tr h="243840">
                <a:tc>
                  <a:txBody>
                    <a:bodyPr/>
                    <a:lstStyle/>
                    <a:p>
                      <a:pPr algn="ctr"/>
                      <a:r>
                        <a:rPr lang="en-US" sz="1400">
                          <a:latin typeface="Calibri" panose="020F0502020204030204" pitchFamily="34" charset="0"/>
                          <a:cs typeface="Calibri" panose="020F0502020204030204" pitchFamily="34" charset="0"/>
                        </a:rPr>
                        <a:t>0</a:t>
                      </a:r>
                    </a:p>
                  </a:txBody>
                  <a:tcPr/>
                </a:tc>
                <a:tc>
                  <a:txBody>
                    <a:bodyPr/>
                    <a:lstStyle/>
                    <a:p>
                      <a:pPr algn="ctr"/>
                      <a:r>
                        <a:rPr lang="en-US" sz="1400">
                          <a:latin typeface="Calibri" panose="020F0502020204030204" pitchFamily="34" charset="0"/>
                          <a:cs typeface="Calibri" panose="020F0502020204030204" pitchFamily="34" charset="0"/>
                        </a:rPr>
                        <a:t>0.20</a:t>
                      </a:r>
                    </a:p>
                  </a:txBody>
                  <a:tcPr/>
                </a:tc>
                <a:tc>
                  <a:txBody>
                    <a:bodyPr/>
                    <a:lstStyle/>
                    <a:p>
                      <a:pPr algn="ctr"/>
                      <a:r>
                        <a:rPr lang="en-US" sz="1400">
                          <a:latin typeface="Calibri" panose="020F0502020204030204" pitchFamily="34" charset="0"/>
                          <a:cs typeface="Calibri" panose="020F0502020204030204" pitchFamily="34" charset="0"/>
                        </a:rPr>
                        <a:t>1-20</a:t>
                      </a:r>
                    </a:p>
                  </a:txBody>
                  <a:tcPr/>
                </a:tc>
                <a:extLst>
                  <a:ext uri="{0D108BD9-81ED-4DB2-BD59-A6C34878D82A}">
                    <a16:rowId xmlns:a16="http://schemas.microsoft.com/office/drawing/2014/main" val="158500006"/>
                  </a:ext>
                </a:extLst>
              </a:tr>
              <a:tr h="243840">
                <a:tc>
                  <a:txBody>
                    <a:bodyPr/>
                    <a:lstStyle/>
                    <a:p>
                      <a:pPr algn="ctr"/>
                      <a:r>
                        <a:rPr lang="en-US" sz="1400">
                          <a:latin typeface="Calibri" panose="020F0502020204030204" pitchFamily="34" charset="0"/>
                          <a:cs typeface="Calibri" panose="020F0502020204030204" pitchFamily="34" charset="0"/>
                        </a:rPr>
                        <a:t>1</a:t>
                      </a:r>
                    </a:p>
                  </a:txBody>
                  <a:tcPr/>
                </a:tc>
                <a:tc>
                  <a:txBody>
                    <a:bodyPr/>
                    <a:lstStyle/>
                    <a:p>
                      <a:pPr algn="ctr"/>
                      <a:r>
                        <a:rPr lang="en-US" sz="1400">
                          <a:latin typeface="Calibri" panose="020F0502020204030204" pitchFamily="34" charset="0"/>
                          <a:cs typeface="Calibri" panose="020F0502020204030204" pitchFamily="34" charset="0"/>
                        </a:rPr>
                        <a:t>0.20</a:t>
                      </a:r>
                    </a:p>
                  </a:txBody>
                  <a:tcPr/>
                </a:tc>
                <a:tc>
                  <a:txBody>
                    <a:bodyPr/>
                    <a:lstStyle/>
                    <a:p>
                      <a:pPr algn="ctr"/>
                      <a:r>
                        <a:rPr lang="en-US" sz="1400">
                          <a:latin typeface="Calibri" panose="020F0502020204030204" pitchFamily="34" charset="0"/>
                          <a:cs typeface="Calibri" panose="020F0502020204030204" pitchFamily="34" charset="0"/>
                        </a:rPr>
                        <a:t>21-40</a:t>
                      </a:r>
                    </a:p>
                  </a:txBody>
                  <a:tcPr/>
                </a:tc>
                <a:extLst>
                  <a:ext uri="{0D108BD9-81ED-4DB2-BD59-A6C34878D82A}">
                    <a16:rowId xmlns:a16="http://schemas.microsoft.com/office/drawing/2014/main" val="2692850065"/>
                  </a:ext>
                </a:extLst>
              </a:tr>
              <a:tr h="243840">
                <a:tc>
                  <a:txBody>
                    <a:bodyPr/>
                    <a:lstStyle/>
                    <a:p>
                      <a:pPr algn="ctr"/>
                      <a:r>
                        <a:rPr lang="en-US" sz="1400">
                          <a:latin typeface="Calibri" panose="020F0502020204030204" pitchFamily="34" charset="0"/>
                          <a:cs typeface="Calibri" panose="020F0502020204030204" pitchFamily="34" charset="0"/>
                        </a:rPr>
                        <a:t>2</a:t>
                      </a:r>
                    </a:p>
                  </a:txBody>
                  <a:tcPr/>
                </a:tc>
                <a:tc>
                  <a:txBody>
                    <a:bodyPr/>
                    <a:lstStyle/>
                    <a:p>
                      <a:pPr algn="ctr"/>
                      <a:r>
                        <a:rPr lang="en-US" sz="1400">
                          <a:latin typeface="Calibri" panose="020F0502020204030204" pitchFamily="34" charset="0"/>
                          <a:cs typeface="Calibri" panose="020F0502020204030204" pitchFamily="34" charset="0"/>
                        </a:rPr>
                        <a:t>0.50</a:t>
                      </a:r>
                    </a:p>
                  </a:txBody>
                  <a:tcPr/>
                </a:tc>
                <a:tc>
                  <a:txBody>
                    <a:bodyPr/>
                    <a:lstStyle/>
                    <a:p>
                      <a:pPr algn="ctr"/>
                      <a:r>
                        <a:rPr lang="en-US" sz="1400">
                          <a:latin typeface="Calibri" panose="020F0502020204030204" pitchFamily="34" charset="0"/>
                          <a:cs typeface="Calibri" panose="020F0502020204030204" pitchFamily="34" charset="0"/>
                        </a:rPr>
                        <a:t>41-90</a:t>
                      </a:r>
                    </a:p>
                  </a:txBody>
                  <a:tcPr/>
                </a:tc>
                <a:extLst>
                  <a:ext uri="{0D108BD9-81ED-4DB2-BD59-A6C34878D82A}">
                    <a16:rowId xmlns:a16="http://schemas.microsoft.com/office/drawing/2014/main" val="2092272901"/>
                  </a:ext>
                </a:extLst>
              </a:tr>
              <a:tr h="243840">
                <a:tc>
                  <a:txBody>
                    <a:bodyPr/>
                    <a:lstStyle/>
                    <a:p>
                      <a:pPr algn="ctr"/>
                      <a:r>
                        <a:rPr lang="en-US" sz="1400">
                          <a:latin typeface="Calibri" panose="020F0502020204030204" pitchFamily="34" charset="0"/>
                          <a:cs typeface="Calibri" panose="020F0502020204030204" pitchFamily="34" charset="0"/>
                        </a:rPr>
                        <a:t>3</a:t>
                      </a:r>
                    </a:p>
                  </a:txBody>
                  <a:tcPr/>
                </a:tc>
                <a:tc>
                  <a:txBody>
                    <a:bodyPr/>
                    <a:lstStyle/>
                    <a:p>
                      <a:pPr algn="ctr"/>
                      <a:r>
                        <a:rPr lang="en-US" sz="1400">
                          <a:latin typeface="Calibri" panose="020F0502020204030204" pitchFamily="34" charset="0"/>
                          <a:cs typeface="Calibri" panose="020F0502020204030204" pitchFamily="34" charset="0"/>
                        </a:rPr>
                        <a:t>0.10</a:t>
                      </a:r>
                    </a:p>
                  </a:txBody>
                  <a:tcPr/>
                </a:tc>
                <a:tc>
                  <a:txBody>
                    <a:bodyPr/>
                    <a:lstStyle/>
                    <a:p>
                      <a:pPr algn="ctr"/>
                      <a:r>
                        <a:rPr lang="en-US" sz="1400">
                          <a:latin typeface="Calibri" panose="020F0502020204030204" pitchFamily="34" charset="0"/>
                          <a:cs typeface="Calibri" panose="020F0502020204030204" pitchFamily="34" charset="0"/>
                        </a:rPr>
                        <a:t>91-100</a:t>
                      </a:r>
                    </a:p>
                  </a:txBody>
                  <a:tcPr/>
                </a:tc>
                <a:extLst>
                  <a:ext uri="{0D108BD9-81ED-4DB2-BD59-A6C34878D82A}">
                    <a16:rowId xmlns:a16="http://schemas.microsoft.com/office/drawing/2014/main" val="4212507466"/>
                  </a:ext>
                </a:extLst>
              </a:tr>
            </a:tbl>
          </a:graphicData>
        </a:graphic>
      </p:graphicFrame>
      <p:graphicFrame>
        <p:nvGraphicFramePr>
          <p:cNvPr id="8" name="Table 7"/>
          <p:cNvGraphicFramePr>
            <a:graphicFrameLocks noGrp="1"/>
          </p:cNvGraphicFramePr>
          <p:nvPr/>
        </p:nvGraphicFramePr>
        <p:xfrm>
          <a:off x="4724400" y="2514600"/>
          <a:ext cx="3656076" cy="1828800"/>
        </p:xfrm>
        <a:graphic>
          <a:graphicData uri="http://schemas.openxmlformats.org/drawingml/2006/table">
            <a:tbl>
              <a:tblPr firstRow="1" bandRow="1">
                <a:tableStyleId>{5C22544A-7EE6-4342-B048-85BDC9FD1C3A}</a:tableStyleId>
              </a:tblPr>
              <a:tblGrid>
                <a:gridCol w="1691005">
                  <a:extLst>
                    <a:ext uri="{9D8B030D-6E8A-4147-A177-3AD203B41FA5}">
                      <a16:colId xmlns:a16="http://schemas.microsoft.com/office/drawing/2014/main" val="3994125225"/>
                    </a:ext>
                  </a:extLst>
                </a:gridCol>
                <a:gridCol w="1031621">
                  <a:extLst>
                    <a:ext uri="{9D8B030D-6E8A-4147-A177-3AD203B41FA5}">
                      <a16:colId xmlns:a16="http://schemas.microsoft.com/office/drawing/2014/main" val="720010408"/>
                    </a:ext>
                  </a:extLst>
                </a:gridCol>
                <a:gridCol w="933450">
                  <a:extLst>
                    <a:ext uri="{9D8B030D-6E8A-4147-A177-3AD203B41FA5}">
                      <a16:colId xmlns:a16="http://schemas.microsoft.com/office/drawing/2014/main" val="2563891898"/>
                    </a:ext>
                  </a:extLst>
                </a:gridCol>
              </a:tblGrid>
              <a:tr h="243840">
                <a:tc>
                  <a:txBody>
                    <a:bodyPr/>
                    <a:lstStyle/>
                    <a:p>
                      <a:pPr algn="ctr"/>
                      <a:r>
                        <a:rPr lang="en-US" sz="1400">
                          <a:latin typeface="Calibri" panose="020F0502020204030204" pitchFamily="34" charset="0"/>
                          <a:cs typeface="Calibri" panose="020F0502020204030204" pitchFamily="34" charset="0"/>
                        </a:rPr>
                        <a:t>Rental Duration</a:t>
                      </a:r>
                    </a:p>
                  </a:txBody>
                  <a:tcPr/>
                </a:tc>
                <a:tc>
                  <a:txBody>
                    <a:bodyPr/>
                    <a:lstStyle/>
                    <a:p>
                      <a:pPr algn="ctr"/>
                      <a:r>
                        <a:rPr lang="en-US" sz="1400">
                          <a:latin typeface="Calibri" panose="020F0502020204030204" pitchFamily="34" charset="0"/>
                          <a:cs typeface="Calibri" panose="020F0502020204030204" pitchFamily="34" charset="0"/>
                        </a:rPr>
                        <a:t>Probability</a:t>
                      </a:r>
                    </a:p>
                  </a:txBody>
                  <a:tcPr/>
                </a:tc>
                <a:tc>
                  <a:txBody>
                    <a:bodyPr/>
                    <a:lstStyle/>
                    <a:p>
                      <a:pPr algn="ctr"/>
                      <a:r>
                        <a:rPr lang="en-US" sz="1400">
                          <a:latin typeface="Calibri" panose="020F0502020204030204" pitchFamily="34" charset="0"/>
                          <a:cs typeface="Calibri" panose="020F0502020204030204" pitchFamily="34" charset="0"/>
                        </a:rPr>
                        <a:t>RN Range</a:t>
                      </a:r>
                    </a:p>
                  </a:txBody>
                  <a:tcPr/>
                </a:tc>
                <a:extLst>
                  <a:ext uri="{0D108BD9-81ED-4DB2-BD59-A6C34878D82A}">
                    <a16:rowId xmlns:a16="http://schemas.microsoft.com/office/drawing/2014/main" val="198561823"/>
                  </a:ext>
                </a:extLst>
              </a:tr>
              <a:tr h="243840">
                <a:tc>
                  <a:txBody>
                    <a:bodyPr/>
                    <a:lstStyle/>
                    <a:p>
                      <a:pPr algn="ctr"/>
                      <a:r>
                        <a:rPr lang="en-US" sz="1400">
                          <a:latin typeface="Calibri" panose="020F0502020204030204" pitchFamily="34" charset="0"/>
                          <a:cs typeface="Calibri" panose="020F0502020204030204" pitchFamily="34" charset="0"/>
                        </a:rPr>
                        <a:t>1</a:t>
                      </a:r>
                    </a:p>
                  </a:txBody>
                  <a:tcPr/>
                </a:tc>
                <a:tc>
                  <a:txBody>
                    <a:bodyPr/>
                    <a:lstStyle/>
                    <a:p>
                      <a:pPr algn="ctr"/>
                      <a:r>
                        <a:rPr lang="en-US" sz="1400">
                          <a:latin typeface="Calibri" panose="020F0502020204030204" pitchFamily="34" charset="0"/>
                          <a:cs typeface="Calibri" panose="020F0502020204030204" pitchFamily="34" charset="0"/>
                        </a:rPr>
                        <a:t>0.10</a:t>
                      </a:r>
                    </a:p>
                  </a:txBody>
                  <a:tcPr/>
                </a:tc>
                <a:tc>
                  <a:txBody>
                    <a:bodyPr/>
                    <a:lstStyle/>
                    <a:p>
                      <a:pPr algn="ctr"/>
                      <a:r>
                        <a:rPr lang="en-US" sz="1400">
                          <a:latin typeface="Calibri" panose="020F0502020204030204" pitchFamily="34" charset="0"/>
                          <a:cs typeface="Calibri" panose="020F0502020204030204" pitchFamily="34" charset="0"/>
                        </a:rPr>
                        <a:t>1-10</a:t>
                      </a:r>
                    </a:p>
                  </a:txBody>
                  <a:tcPr/>
                </a:tc>
                <a:extLst>
                  <a:ext uri="{0D108BD9-81ED-4DB2-BD59-A6C34878D82A}">
                    <a16:rowId xmlns:a16="http://schemas.microsoft.com/office/drawing/2014/main" val="158500006"/>
                  </a:ext>
                </a:extLst>
              </a:tr>
              <a:tr h="243840">
                <a:tc>
                  <a:txBody>
                    <a:bodyPr/>
                    <a:lstStyle/>
                    <a:p>
                      <a:pPr algn="ctr"/>
                      <a:r>
                        <a:rPr lang="en-US" sz="1400">
                          <a:latin typeface="Calibri" panose="020F0502020204030204" pitchFamily="34" charset="0"/>
                          <a:cs typeface="Calibri" panose="020F0502020204030204" pitchFamily="34" charset="0"/>
                        </a:rPr>
                        <a:t>2</a:t>
                      </a:r>
                    </a:p>
                  </a:txBody>
                  <a:tcPr/>
                </a:tc>
                <a:tc>
                  <a:txBody>
                    <a:bodyPr/>
                    <a:lstStyle/>
                    <a:p>
                      <a:pPr algn="ctr"/>
                      <a:r>
                        <a:rPr lang="en-US" sz="1400">
                          <a:latin typeface="Calibri" panose="020F0502020204030204" pitchFamily="34" charset="0"/>
                          <a:cs typeface="Calibri" panose="020F0502020204030204" pitchFamily="34" charset="0"/>
                        </a:rPr>
                        <a:t>0.30</a:t>
                      </a:r>
                    </a:p>
                  </a:txBody>
                  <a:tcPr/>
                </a:tc>
                <a:tc>
                  <a:txBody>
                    <a:bodyPr/>
                    <a:lstStyle/>
                    <a:p>
                      <a:pPr algn="ctr"/>
                      <a:r>
                        <a:rPr lang="en-US" sz="1400">
                          <a:latin typeface="Calibri" panose="020F0502020204030204" pitchFamily="34" charset="0"/>
                          <a:cs typeface="Calibri" panose="020F0502020204030204" pitchFamily="34" charset="0"/>
                        </a:rPr>
                        <a:t>11-40</a:t>
                      </a:r>
                    </a:p>
                  </a:txBody>
                  <a:tcPr/>
                </a:tc>
                <a:extLst>
                  <a:ext uri="{0D108BD9-81ED-4DB2-BD59-A6C34878D82A}">
                    <a16:rowId xmlns:a16="http://schemas.microsoft.com/office/drawing/2014/main" val="2692850065"/>
                  </a:ext>
                </a:extLst>
              </a:tr>
              <a:tr h="243840">
                <a:tc>
                  <a:txBody>
                    <a:bodyPr/>
                    <a:lstStyle/>
                    <a:p>
                      <a:pPr algn="ctr"/>
                      <a:r>
                        <a:rPr lang="en-US" sz="1400">
                          <a:latin typeface="Calibri" panose="020F0502020204030204" pitchFamily="34" charset="0"/>
                          <a:cs typeface="Calibri" panose="020F0502020204030204" pitchFamily="34" charset="0"/>
                        </a:rPr>
                        <a:t>3</a:t>
                      </a:r>
                    </a:p>
                  </a:txBody>
                  <a:tcPr/>
                </a:tc>
                <a:tc>
                  <a:txBody>
                    <a:bodyPr/>
                    <a:lstStyle/>
                    <a:p>
                      <a:pPr algn="ctr"/>
                      <a:r>
                        <a:rPr lang="en-US" sz="1400">
                          <a:latin typeface="Calibri" panose="020F0502020204030204" pitchFamily="34" charset="0"/>
                          <a:cs typeface="Calibri" panose="020F0502020204030204" pitchFamily="34" charset="0"/>
                        </a:rPr>
                        <a:t>0.40</a:t>
                      </a:r>
                    </a:p>
                  </a:txBody>
                  <a:tcPr/>
                </a:tc>
                <a:tc>
                  <a:txBody>
                    <a:bodyPr/>
                    <a:lstStyle/>
                    <a:p>
                      <a:pPr algn="ctr"/>
                      <a:r>
                        <a:rPr lang="en-US" sz="1400">
                          <a:latin typeface="Calibri" panose="020F0502020204030204" pitchFamily="34" charset="0"/>
                          <a:cs typeface="Calibri" panose="020F0502020204030204" pitchFamily="34" charset="0"/>
                        </a:rPr>
                        <a:t>41-80</a:t>
                      </a:r>
                    </a:p>
                  </a:txBody>
                  <a:tcPr/>
                </a:tc>
                <a:extLst>
                  <a:ext uri="{0D108BD9-81ED-4DB2-BD59-A6C34878D82A}">
                    <a16:rowId xmlns:a16="http://schemas.microsoft.com/office/drawing/2014/main" val="2092272901"/>
                  </a:ext>
                </a:extLst>
              </a:tr>
              <a:tr h="243840">
                <a:tc>
                  <a:txBody>
                    <a:bodyPr/>
                    <a:lstStyle/>
                    <a:p>
                      <a:pPr algn="ctr"/>
                      <a:r>
                        <a:rPr lang="en-US" sz="1400">
                          <a:latin typeface="Calibri" panose="020F0502020204030204" pitchFamily="34" charset="0"/>
                          <a:cs typeface="Calibri" panose="020F0502020204030204" pitchFamily="34" charset="0"/>
                        </a:rPr>
                        <a:t>4</a:t>
                      </a:r>
                    </a:p>
                  </a:txBody>
                  <a:tcPr/>
                </a:tc>
                <a:tc>
                  <a:txBody>
                    <a:bodyPr/>
                    <a:lstStyle/>
                    <a:p>
                      <a:pPr algn="ctr"/>
                      <a:r>
                        <a:rPr lang="en-US" sz="1400">
                          <a:latin typeface="Calibri" panose="020F0502020204030204" pitchFamily="34" charset="0"/>
                          <a:cs typeface="Calibri" panose="020F0502020204030204" pitchFamily="34" charset="0"/>
                        </a:rPr>
                        <a:t>0.10</a:t>
                      </a:r>
                    </a:p>
                  </a:txBody>
                  <a:tcPr/>
                </a:tc>
                <a:tc>
                  <a:txBody>
                    <a:bodyPr/>
                    <a:lstStyle/>
                    <a:p>
                      <a:pPr algn="ctr"/>
                      <a:r>
                        <a:rPr lang="en-US" sz="1400">
                          <a:latin typeface="Calibri" panose="020F0502020204030204" pitchFamily="34" charset="0"/>
                          <a:cs typeface="Calibri" panose="020F0502020204030204" pitchFamily="34" charset="0"/>
                        </a:rPr>
                        <a:t>81-90</a:t>
                      </a:r>
                    </a:p>
                  </a:txBody>
                  <a:tcPr/>
                </a:tc>
                <a:extLst>
                  <a:ext uri="{0D108BD9-81ED-4DB2-BD59-A6C34878D82A}">
                    <a16:rowId xmlns:a16="http://schemas.microsoft.com/office/drawing/2014/main" val="4212507466"/>
                  </a:ext>
                </a:extLst>
              </a:tr>
              <a:tr h="243840">
                <a:tc>
                  <a:txBody>
                    <a:bodyPr/>
                    <a:lstStyle/>
                    <a:p>
                      <a:pPr algn="ctr"/>
                      <a:r>
                        <a:rPr lang="en-US" sz="1400">
                          <a:latin typeface="Calibri" panose="020F0502020204030204" pitchFamily="34" charset="0"/>
                          <a:cs typeface="Calibri" panose="020F0502020204030204" pitchFamily="34" charset="0"/>
                        </a:rPr>
                        <a:t>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latin typeface="Calibri" panose="020F0502020204030204" pitchFamily="34" charset="0"/>
                          <a:cs typeface="Calibri" panose="020F0502020204030204" pitchFamily="34" charset="0"/>
                        </a:rPr>
                        <a:t>0.10</a:t>
                      </a:r>
                    </a:p>
                  </a:txBody>
                  <a:tcPr/>
                </a:tc>
                <a:tc>
                  <a:txBody>
                    <a:bodyPr/>
                    <a:lstStyle/>
                    <a:p>
                      <a:pPr algn="ctr"/>
                      <a:r>
                        <a:rPr lang="en-US" sz="1400">
                          <a:latin typeface="Calibri" panose="020F0502020204030204" pitchFamily="34" charset="0"/>
                          <a:cs typeface="Calibri" panose="020F0502020204030204" pitchFamily="34" charset="0"/>
                        </a:rPr>
                        <a:t>91-100</a:t>
                      </a:r>
                    </a:p>
                  </a:txBody>
                  <a:tcPr/>
                </a:tc>
                <a:extLst>
                  <a:ext uri="{0D108BD9-81ED-4DB2-BD59-A6C34878D82A}">
                    <a16:rowId xmlns:a16="http://schemas.microsoft.com/office/drawing/2014/main" val="3863282623"/>
                  </a:ext>
                </a:extLst>
              </a:tr>
            </a:tbl>
          </a:graphicData>
        </a:graphic>
      </p:graphicFrame>
    </p:spTree>
    <p:extLst>
      <p:ext uri="{BB962C8B-B14F-4D97-AF65-F5344CB8AC3E}">
        <p14:creationId xmlns:p14="http://schemas.microsoft.com/office/powerpoint/2010/main" val="38605537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down)">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par>
                                <p:cTn id="13" presetID="2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0483">
                                            <p:txEl>
                                              <p:pRg st="7" end="7"/>
                                            </p:txEl>
                                          </p:spTgt>
                                        </p:tgtEl>
                                        <p:attrNameLst>
                                          <p:attrName>style.visibility</p:attrName>
                                        </p:attrNameLst>
                                      </p:cBhvr>
                                      <p:to>
                                        <p:strVal val="visible"/>
                                      </p:to>
                                    </p:set>
                                    <p:animEffect transition="in" filter="wipe(down)">
                                      <p:cBhvr>
                                        <p:cTn id="20" dur="500"/>
                                        <p:tgtEl>
                                          <p:spTgt spid="20483">
                                            <p:txEl>
                                              <p:pRg st="7" end="7"/>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20483">
                                            <p:txEl>
                                              <p:pRg st="8" end="8"/>
                                            </p:txEl>
                                          </p:spTgt>
                                        </p:tgtEl>
                                        <p:attrNameLst>
                                          <p:attrName>style.visibility</p:attrName>
                                        </p:attrNameLst>
                                      </p:cBhvr>
                                      <p:to>
                                        <p:strVal val="visible"/>
                                      </p:to>
                                    </p:set>
                                    <p:animEffect transition="in" filter="wipe(down)">
                                      <p:cBhvr>
                                        <p:cTn id="23" dur="500"/>
                                        <p:tgtEl>
                                          <p:spTgt spid="20483">
                                            <p:txEl>
                                              <p:pRg st="8" end="8"/>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20483">
                                            <p:txEl>
                                              <p:pRg st="9" end="9"/>
                                            </p:txEl>
                                          </p:spTgt>
                                        </p:tgtEl>
                                        <p:attrNameLst>
                                          <p:attrName>style.visibility</p:attrName>
                                        </p:attrNameLst>
                                      </p:cBhvr>
                                      <p:to>
                                        <p:strVal val="visible"/>
                                      </p:to>
                                    </p:set>
                                    <p:animEffect transition="in" filter="wipe(down)">
                                      <p:cBhvr>
                                        <p:cTn id="26" dur="500"/>
                                        <p:tgtEl>
                                          <p:spTgt spid="20483">
                                            <p:txEl>
                                              <p:pRg st="9" end="9"/>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20483">
                                            <p:txEl>
                                              <p:pRg st="10" end="10"/>
                                            </p:txEl>
                                          </p:spTgt>
                                        </p:tgtEl>
                                        <p:attrNameLst>
                                          <p:attrName>style.visibility</p:attrName>
                                        </p:attrNameLst>
                                      </p:cBhvr>
                                      <p:to>
                                        <p:strVal val="visible"/>
                                      </p:to>
                                    </p:set>
                                    <p:animEffect transition="in" filter="wipe(down)">
                                      <p:cBhvr>
                                        <p:cTn id="29" dur="500"/>
                                        <p:tgtEl>
                                          <p:spTgt spid="20483">
                                            <p:txEl>
                                              <p:pRg st="10" end="10"/>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20483">
                                            <p:txEl>
                                              <p:pRg st="11" end="11"/>
                                            </p:txEl>
                                          </p:spTgt>
                                        </p:tgtEl>
                                        <p:attrNameLst>
                                          <p:attrName>style.visibility</p:attrName>
                                        </p:attrNameLst>
                                      </p:cBhvr>
                                      <p:to>
                                        <p:strVal val="visible"/>
                                      </p:to>
                                    </p:set>
                                    <p:animEffect transition="in" filter="wipe(down)">
                                      <p:cBhvr>
                                        <p:cTn id="32" dur="500"/>
                                        <p:tgtEl>
                                          <p:spTgt spid="204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Solution</a:t>
            </a:r>
          </a:p>
        </p:txBody>
      </p:sp>
      <p:graphicFrame>
        <p:nvGraphicFramePr>
          <p:cNvPr id="6" name="Content Placeholder 3"/>
          <p:cNvGraphicFramePr>
            <a:graphicFrameLocks/>
          </p:cNvGraphicFramePr>
          <p:nvPr>
            <p:extLst>
              <p:ext uri="{D42A27DB-BD31-4B8C-83A1-F6EECF244321}">
                <p14:modId xmlns:p14="http://schemas.microsoft.com/office/powerpoint/2010/main" val="2100454100"/>
              </p:ext>
            </p:extLst>
          </p:nvPr>
        </p:nvGraphicFramePr>
        <p:xfrm>
          <a:off x="455763" y="990600"/>
          <a:ext cx="8229600" cy="460058"/>
        </p:xfrm>
        <a:graphic>
          <a:graphicData uri="http://schemas.openxmlformats.org/drawingml/2006/table">
            <a:tbl>
              <a:tblPr firstRow="1" bandRow="1">
                <a:tableStyleId>{5C22544A-7EE6-4342-B048-85BDC9FD1C3A}</a:tableStyleId>
              </a:tblPr>
              <a:tblGrid>
                <a:gridCol w="729388">
                  <a:extLst>
                    <a:ext uri="{9D8B030D-6E8A-4147-A177-3AD203B41FA5}">
                      <a16:colId xmlns:a16="http://schemas.microsoft.com/office/drawing/2014/main" val="91852094"/>
                    </a:ext>
                  </a:extLst>
                </a:gridCol>
                <a:gridCol w="1328012">
                  <a:extLst>
                    <a:ext uri="{9D8B030D-6E8A-4147-A177-3AD203B41FA5}">
                      <a16:colId xmlns:a16="http://schemas.microsoft.com/office/drawing/2014/main" val="98871183"/>
                    </a:ext>
                  </a:extLst>
                </a:gridCol>
                <a:gridCol w="1066800">
                  <a:extLst>
                    <a:ext uri="{9D8B030D-6E8A-4147-A177-3AD203B41FA5}">
                      <a16:colId xmlns:a16="http://schemas.microsoft.com/office/drawing/2014/main" val="3435465701"/>
                    </a:ext>
                  </a:extLst>
                </a:gridCol>
                <a:gridCol w="1371600">
                  <a:extLst>
                    <a:ext uri="{9D8B030D-6E8A-4147-A177-3AD203B41FA5}">
                      <a16:colId xmlns:a16="http://schemas.microsoft.com/office/drawing/2014/main" val="3360407477"/>
                    </a:ext>
                  </a:extLst>
                </a:gridCol>
                <a:gridCol w="914400">
                  <a:extLst>
                    <a:ext uri="{9D8B030D-6E8A-4147-A177-3AD203B41FA5}">
                      <a16:colId xmlns:a16="http://schemas.microsoft.com/office/drawing/2014/main" val="2508335807"/>
                    </a:ext>
                  </a:extLst>
                </a:gridCol>
                <a:gridCol w="1371600">
                  <a:extLst>
                    <a:ext uri="{9D8B030D-6E8A-4147-A177-3AD203B41FA5}">
                      <a16:colId xmlns:a16="http://schemas.microsoft.com/office/drawing/2014/main" val="4106511841"/>
                    </a:ext>
                  </a:extLst>
                </a:gridCol>
                <a:gridCol w="1447800">
                  <a:extLst>
                    <a:ext uri="{9D8B030D-6E8A-4147-A177-3AD203B41FA5}">
                      <a16:colId xmlns:a16="http://schemas.microsoft.com/office/drawing/2014/main" val="3328469405"/>
                    </a:ext>
                  </a:extLst>
                </a:gridCol>
              </a:tblGrid>
              <a:tr h="460058">
                <a:tc>
                  <a:txBody>
                    <a:bodyPr/>
                    <a:lstStyle/>
                    <a:p>
                      <a:pPr algn="ctr"/>
                      <a:r>
                        <a:rPr lang="en-US" sz="1200" b="0" i="0" u="none" strike="noStrike" kern="1200" baseline="0">
                          <a:solidFill>
                            <a:schemeClr val="lt1"/>
                          </a:solidFill>
                          <a:latin typeface="+mn-lt"/>
                          <a:ea typeface="+mn-ea"/>
                          <a:cs typeface="+mn-cs"/>
                        </a:rPr>
                        <a:t>Day</a:t>
                      </a:r>
                      <a:endParaRPr lang="en-US" sz="1200"/>
                    </a:p>
                  </a:txBody>
                  <a:tcPr/>
                </a:tc>
                <a:tc>
                  <a:txBody>
                    <a:bodyPr/>
                    <a:lstStyle/>
                    <a:p>
                      <a:pPr algn="ctr"/>
                      <a:r>
                        <a:rPr lang="en-US" sz="1200" b="0" i="0" u="none" strike="noStrike" kern="1200" baseline="0">
                          <a:solidFill>
                            <a:schemeClr val="lt1"/>
                          </a:solidFill>
                          <a:latin typeface="+mn-lt"/>
                          <a:ea typeface="+mn-ea"/>
                          <a:cs typeface="+mn-cs"/>
                        </a:rPr>
                        <a:t>Available Cars</a:t>
                      </a:r>
                      <a:endParaRPr lang="en-US" sz="1200" baseline="-25000"/>
                    </a:p>
                  </a:txBody>
                  <a:tcPr/>
                </a:tc>
                <a:tc>
                  <a:txBody>
                    <a:bodyPr/>
                    <a:lstStyle/>
                    <a:p>
                      <a:pPr algn="ctr"/>
                      <a:r>
                        <a:rPr lang="en-US" sz="1200" b="0" i="0" u="none" strike="noStrike" kern="1200" baseline="0">
                          <a:solidFill>
                            <a:schemeClr val="lt1"/>
                          </a:solidFill>
                          <a:latin typeface="+mn-lt"/>
                          <a:ea typeface="+mn-ea"/>
                          <a:cs typeface="+mn-cs"/>
                        </a:rPr>
                        <a:t>r</a:t>
                      </a:r>
                      <a:r>
                        <a:rPr lang="en-US" sz="1200" b="0" i="0" u="none" strike="noStrike" kern="1200" baseline="-25000">
                          <a:solidFill>
                            <a:schemeClr val="lt1"/>
                          </a:solidFill>
                          <a:latin typeface="+mn-lt"/>
                          <a:ea typeface="+mn-ea"/>
                          <a:cs typeface="+mn-cs"/>
                        </a:rPr>
                        <a:t>1</a:t>
                      </a:r>
                      <a:endParaRPr lang="en-US" sz="1200" baseline="-25000"/>
                    </a:p>
                  </a:txBody>
                  <a:tcPr/>
                </a:tc>
                <a:tc>
                  <a:txBody>
                    <a:bodyPr/>
                    <a:lstStyle/>
                    <a:p>
                      <a:pPr algn="ctr"/>
                      <a:r>
                        <a:rPr lang="en-US" sz="1200" b="0" i="0" u="none" strike="noStrike" kern="1200" baseline="0">
                          <a:solidFill>
                            <a:schemeClr val="lt1"/>
                          </a:solidFill>
                          <a:latin typeface="+mn-lt"/>
                          <a:ea typeface="+mn-ea"/>
                          <a:cs typeface="+mn-cs"/>
                        </a:rPr>
                        <a:t>Customers</a:t>
                      </a:r>
                      <a:endParaRPr lang="en-US" sz="1200" baseline="-25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lt1"/>
                          </a:solidFill>
                          <a:latin typeface="+mn-lt"/>
                          <a:ea typeface="+mn-ea"/>
                          <a:cs typeface="+mn-cs"/>
                        </a:rPr>
                        <a:t>r</a:t>
                      </a:r>
                      <a:r>
                        <a:rPr lang="en-US" sz="1200" b="0" i="0" u="none" strike="noStrike" kern="1200" baseline="-25000">
                          <a:solidFill>
                            <a:schemeClr val="lt1"/>
                          </a:solidFill>
                          <a:latin typeface="+mn-lt"/>
                          <a:ea typeface="+mn-ea"/>
                          <a:cs typeface="+mn-cs"/>
                        </a:rPr>
                        <a:t>2</a:t>
                      </a:r>
                      <a:endParaRPr lang="en-US" sz="1200" baseline="-25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lt1"/>
                          </a:solidFill>
                          <a:latin typeface="+mn-lt"/>
                          <a:ea typeface="+mn-ea"/>
                          <a:cs typeface="+mn-cs"/>
                        </a:rPr>
                        <a:t>Duration</a:t>
                      </a:r>
                      <a:endParaRPr lang="en-US" sz="12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t>Return Day</a:t>
                      </a:r>
                    </a:p>
                  </a:txBody>
                  <a:tcPr/>
                </a:tc>
                <a:extLst>
                  <a:ext uri="{0D108BD9-81ED-4DB2-BD59-A6C34878D82A}">
                    <a16:rowId xmlns:a16="http://schemas.microsoft.com/office/drawing/2014/main" val="833419122"/>
                  </a:ext>
                </a:extLst>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4238693909"/>
              </p:ext>
            </p:extLst>
          </p:nvPr>
        </p:nvGraphicFramePr>
        <p:xfrm>
          <a:off x="455763" y="1437322"/>
          <a:ext cx="8229600" cy="4937760"/>
        </p:xfrm>
        <a:graphic>
          <a:graphicData uri="http://schemas.openxmlformats.org/drawingml/2006/table">
            <a:tbl>
              <a:tblPr bandRow="1">
                <a:tableStyleId>{5C22544A-7EE6-4342-B048-85BDC9FD1C3A}</a:tableStyleId>
              </a:tblPr>
              <a:tblGrid>
                <a:gridCol w="729388">
                  <a:extLst>
                    <a:ext uri="{9D8B030D-6E8A-4147-A177-3AD203B41FA5}">
                      <a16:colId xmlns:a16="http://schemas.microsoft.com/office/drawing/2014/main" val="91852094"/>
                    </a:ext>
                  </a:extLst>
                </a:gridCol>
                <a:gridCol w="1328012">
                  <a:extLst>
                    <a:ext uri="{9D8B030D-6E8A-4147-A177-3AD203B41FA5}">
                      <a16:colId xmlns:a16="http://schemas.microsoft.com/office/drawing/2014/main" val="98871183"/>
                    </a:ext>
                  </a:extLst>
                </a:gridCol>
                <a:gridCol w="1066800">
                  <a:extLst>
                    <a:ext uri="{9D8B030D-6E8A-4147-A177-3AD203B41FA5}">
                      <a16:colId xmlns:a16="http://schemas.microsoft.com/office/drawing/2014/main" val="3435465701"/>
                    </a:ext>
                  </a:extLst>
                </a:gridCol>
                <a:gridCol w="1371600">
                  <a:extLst>
                    <a:ext uri="{9D8B030D-6E8A-4147-A177-3AD203B41FA5}">
                      <a16:colId xmlns:a16="http://schemas.microsoft.com/office/drawing/2014/main" val="3360407477"/>
                    </a:ext>
                  </a:extLst>
                </a:gridCol>
                <a:gridCol w="914400">
                  <a:extLst>
                    <a:ext uri="{9D8B030D-6E8A-4147-A177-3AD203B41FA5}">
                      <a16:colId xmlns:a16="http://schemas.microsoft.com/office/drawing/2014/main" val="2508335807"/>
                    </a:ext>
                  </a:extLst>
                </a:gridCol>
                <a:gridCol w="1371600">
                  <a:extLst>
                    <a:ext uri="{9D8B030D-6E8A-4147-A177-3AD203B41FA5}">
                      <a16:colId xmlns:a16="http://schemas.microsoft.com/office/drawing/2014/main" val="4106511841"/>
                    </a:ext>
                  </a:extLst>
                </a:gridCol>
                <a:gridCol w="1447800">
                  <a:extLst>
                    <a:ext uri="{9D8B030D-6E8A-4147-A177-3AD203B41FA5}">
                      <a16:colId xmlns:a16="http://schemas.microsoft.com/office/drawing/2014/main" val="3328469405"/>
                    </a:ext>
                  </a:extLst>
                </a:gridCol>
              </a:tblGrid>
              <a:tr h="266541">
                <a:tc>
                  <a:txBody>
                    <a:bodyPr/>
                    <a:lstStyle/>
                    <a:p>
                      <a:pPr algn="r"/>
                      <a:r>
                        <a:rPr lang="en-US" sz="1200"/>
                        <a:t>1</a:t>
                      </a:r>
                    </a:p>
                  </a:txBody>
                  <a:tcPr/>
                </a:tc>
                <a:tc>
                  <a:txBody>
                    <a:bodyPr/>
                    <a:lstStyle/>
                    <a:p>
                      <a:pPr algn="r"/>
                      <a:r>
                        <a:rPr lang="en-US" sz="1200"/>
                        <a:t>4</a:t>
                      </a:r>
                    </a:p>
                  </a:txBody>
                  <a:tcPr/>
                </a:tc>
                <a:tc>
                  <a:txBody>
                    <a:bodyPr/>
                    <a:lstStyle/>
                    <a:p>
                      <a:pPr algn="r"/>
                      <a:r>
                        <a:rPr lang="en-US" sz="1200"/>
                        <a:t>62</a:t>
                      </a:r>
                    </a:p>
                  </a:txBody>
                  <a:tcPr/>
                </a:tc>
                <a:tc>
                  <a:txBody>
                    <a:bodyPr/>
                    <a:lstStyle/>
                    <a:p>
                      <a:pPr algn="r"/>
                      <a:r>
                        <a:rPr lang="en-US" sz="1200"/>
                        <a:t>2</a:t>
                      </a:r>
                    </a:p>
                  </a:txBody>
                  <a:tcPr/>
                </a:tc>
                <a:tc>
                  <a:txBody>
                    <a:bodyPr/>
                    <a:lstStyle/>
                    <a:p>
                      <a:pPr algn="r"/>
                      <a:r>
                        <a:rPr lang="en-US" sz="1200"/>
                        <a:t>19</a:t>
                      </a:r>
                    </a:p>
                  </a:txBody>
                  <a:tcPr/>
                </a:tc>
                <a:tc>
                  <a:txBody>
                    <a:bodyPr/>
                    <a:lstStyle/>
                    <a:p>
                      <a:pPr algn="r"/>
                      <a:r>
                        <a:rPr lang="en-US" sz="1200"/>
                        <a:t>2</a:t>
                      </a:r>
                    </a:p>
                  </a:txBody>
                  <a:tcPr/>
                </a:tc>
                <a:tc>
                  <a:txBody>
                    <a:bodyPr/>
                    <a:lstStyle/>
                    <a:p>
                      <a:pPr algn="r"/>
                      <a:r>
                        <a:rPr lang="en-US" sz="1200"/>
                        <a:t>3</a:t>
                      </a:r>
                    </a:p>
                  </a:txBody>
                  <a:tcPr/>
                </a:tc>
                <a:extLst>
                  <a:ext uri="{0D108BD9-81ED-4DB2-BD59-A6C34878D82A}">
                    <a16:rowId xmlns:a16="http://schemas.microsoft.com/office/drawing/2014/main" val="2617926344"/>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66</a:t>
                      </a:r>
                    </a:p>
                  </a:txBody>
                  <a:tcPr/>
                </a:tc>
                <a:tc>
                  <a:txBody>
                    <a:bodyPr/>
                    <a:lstStyle/>
                    <a:p>
                      <a:pPr algn="r"/>
                      <a:r>
                        <a:rPr lang="en-US" sz="1200"/>
                        <a:t>3</a:t>
                      </a:r>
                    </a:p>
                  </a:txBody>
                  <a:tcPr/>
                </a:tc>
                <a:tc>
                  <a:txBody>
                    <a:bodyPr/>
                    <a:lstStyle/>
                    <a:p>
                      <a:pPr algn="r"/>
                      <a:r>
                        <a:rPr lang="en-US" sz="1200"/>
                        <a:t>4</a:t>
                      </a:r>
                    </a:p>
                  </a:txBody>
                  <a:tcPr/>
                </a:tc>
                <a:extLst>
                  <a:ext uri="{0D108BD9-81ED-4DB2-BD59-A6C34878D82A}">
                    <a16:rowId xmlns:a16="http://schemas.microsoft.com/office/drawing/2014/main" val="801854916"/>
                  </a:ext>
                </a:extLst>
              </a:tr>
              <a:tr h="266541">
                <a:tc>
                  <a:txBody>
                    <a:bodyPr/>
                    <a:lstStyle/>
                    <a:p>
                      <a:pPr algn="r"/>
                      <a:r>
                        <a:rPr lang="en-US" sz="1200"/>
                        <a:t>2</a:t>
                      </a:r>
                    </a:p>
                  </a:txBody>
                  <a:tcPr/>
                </a:tc>
                <a:tc>
                  <a:txBody>
                    <a:bodyPr/>
                    <a:lstStyle/>
                    <a:p>
                      <a:pPr algn="r"/>
                      <a:r>
                        <a:rPr lang="en-US" sz="1200"/>
                        <a:t>2</a:t>
                      </a:r>
                    </a:p>
                  </a:txBody>
                  <a:tcPr/>
                </a:tc>
                <a:tc>
                  <a:txBody>
                    <a:bodyPr/>
                    <a:lstStyle/>
                    <a:p>
                      <a:pPr algn="r"/>
                      <a:r>
                        <a:rPr lang="en-US" sz="1200"/>
                        <a:t>48</a:t>
                      </a:r>
                    </a:p>
                  </a:txBody>
                  <a:tcPr/>
                </a:tc>
                <a:tc>
                  <a:txBody>
                    <a:bodyPr/>
                    <a:lstStyle/>
                    <a:p>
                      <a:pPr algn="r"/>
                      <a:r>
                        <a:rPr lang="en-US" sz="1200"/>
                        <a:t>2</a:t>
                      </a:r>
                    </a:p>
                  </a:txBody>
                  <a:tcPr/>
                </a:tc>
                <a:tc>
                  <a:txBody>
                    <a:bodyPr/>
                    <a:lstStyle/>
                    <a:p>
                      <a:pPr algn="r"/>
                      <a:r>
                        <a:rPr lang="en-US" sz="1200"/>
                        <a:t>27</a:t>
                      </a:r>
                    </a:p>
                  </a:txBody>
                  <a:tcPr/>
                </a:tc>
                <a:tc>
                  <a:txBody>
                    <a:bodyPr/>
                    <a:lstStyle/>
                    <a:p>
                      <a:pPr algn="r"/>
                      <a:r>
                        <a:rPr lang="en-US" sz="1200"/>
                        <a:t>2</a:t>
                      </a:r>
                    </a:p>
                  </a:txBody>
                  <a:tcPr/>
                </a:tc>
                <a:tc>
                  <a:txBody>
                    <a:bodyPr/>
                    <a:lstStyle/>
                    <a:p>
                      <a:pPr algn="r"/>
                      <a:r>
                        <a:rPr lang="en-US" sz="1200"/>
                        <a:t>4</a:t>
                      </a:r>
                    </a:p>
                  </a:txBody>
                  <a:tcPr/>
                </a:tc>
                <a:extLst>
                  <a:ext uri="{0D108BD9-81ED-4DB2-BD59-A6C34878D82A}">
                    <a16:rowId xmlns:a16="http://schemas.microsoft.com/office/drawing/2014/main" val="1892214790"/>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43</a:t>
                      </a:r>
                    </a:p>
                  </a:txBody>
                  <a:tcPr/>
                </a:tc>
                <a:tc>
                  <a:txBody>
                    <a:bodyPr/>
                    <a:lstStyle/>
                    <a:p>
                      <a:pPr algn="r"/>
                      <a:r>
                        <a:rPr lang="en-US" sz="1200"/>
                        <a:t>3</a:t>
                      </a:r>
                    </a:p>
                  </a:txBody>
                  <a:tcPr/>
                </a:tc>
                <a:tc>
                  <a:txBody>
                    <a:bodyPr/>
                    <a:lstStyle/>
                    <a:p>
                      <a:pPr algn="r"/>
                      <a:r>
                        <a:rPr lang="en-US" sz="1200"/>
                        <a:t>5</a:t>
                      </a:r>
                    </a:p>
                  </a:txBody>
                  <a:tcPr/>
                </a:tc>
                <a:extLst>
                  <a:ext uri="{0D108BD9-81ED-4DB2-BD59-A6C34878D82A}">
                    <a16:rowId xmlns:a16="http://schemas.microsoft.com/office/drawing/2014/main" val="3633036687"/>
                  </a:ext>
                </a:extLst>
              </a:tr>
              <a:tr h="266541">
                <a:tc>
                  <a:txBody>
                    <a:bodyPr/>
                    <a:lstStyle/>
                    <a:p>
                      <a:pPr algn="r"/>
                      <a:r>
                        <a:rPr lang="en-US" sz="1200"/>
                        <a:t>3</a:t>
                      </a:r>
                    </a:p>
                  </a:txBody>
                  <a:tcPr/>
                </a:tc>
                <a:tc>
                  <a:txBody>
                    <a:bodyPr/>
                    <a:lstStyle/>
                    <a:p>
                      <a:pPr algn="r"/>
                      <a:r>
                        <a:rPr lang="en-US" sz="1200"/>
                        <a:t>1</a:t>
                      </a:r>
                    </a:p>
                  </a:txBody>
                  <a:tcPr/>
                </a:tc>
                <a:tc>
                  <a:txBody>
                    <a:bodyPr/>
                    <a:lstStyle/>
                    <a:p>
                      <a:pPr algn="r"/>
                      <a:r>
                        <a:rPr lang="en-US" sz="1200"/>
                        <a:t>96</a:t>
                      </a:r>
                    </a:p>
                  </a:txBody>
                  <a:tcPr/>
                </a:tc>
                <a:tc>
                  <a:txBody>
                    <a:bodyPr/>
                    <a:lstStyle/>
                    <a:p>
                      <a:pPr algn="r"/>
                      <a:r>
                        <a:rPr lang="en-US" sz="1200"/>
                        <a:t>3</a:t>
                      </a:r>
                    </a:p>
                  </a:txBody>
                  <a:tcPr/>
                </a:tc>
                <a:tc>
                  <a:txBody>
                    <a:bodyPr/>
                    <a:lstStyle/>
                    <a:p>
                      <a:pPr algn="r"/>
                      <a:r>
                        <a:rPr lang="en-US" sz="1200"/>
                        <a:t>20</a:t>
                      </a:r>
                    </a:p>
                  </a:txBody>
                  <a:tcPr/>
                </a:tc>
                <a:tc>
                  <a:txBody>
                    <a:bodyPr/>
                    <a:lstStyle/>
                    <a:p>
                      <a:pPr algn="r"/>
                      <a:r>
                        <a:rPr lang="en-US" sz="1200"/>
                        <a:t>2</a:t>
                      </a:r>
                    </a:p>
                  </a:txBody>
                  <a:tcPr/>
                </a:tc>
                <a:tc>
                  <a:txBody>
                    <a:bodyPr/>
                    <a:lstStyle/>
                    <a:p>
                      <a:pPr algn="r"/>
                      <a:r>
                        <a:rPr lang="en-US" sz="1200"/>
                        <a:t>5</a:t>
                      </a:r>
                    </a:p>
                  </a:txBody>
                  <a:tcPr/>
                </a:tc>
                <a:extLst>
                  <a:ext uri="{0D108BD9-81ED-4DB2-BD59-A6C34878D82A}">
                    <a16:rowId xmlns:a16="http://schemas.microsoft.com/office/drawing/2014/main" val="3668554647"/>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a:t>
                      </a:r>
                    </a:p>
                  </a:txBody>
                  <a:tcPr/>
                </a:tc>
                <a:tc>
                  <a:txBody>
                    <a:bodyPr/>
                    <a:lstStyle/>
                    <a:p>
                      <a:pPr algn="r"/>
                      <a:r>
                        <a:rPr lang="en-US" sz="1200"/>
                        <a:t>-</a:t>
                      </a:r>
                    </a:p>
                  </a:txBody>
                  <a:tcPr/>
                </a:tc>
                <a:tc>
                  <a:txBody>
                    <a:bodyPr/>
                    <a:lstStyle/>
                    <a:p>
                      <a:pPr algn="r"/>
                      <a:r>
                        <a:rPr lang="en-US" sz="1200"/>
                        <a:t>-</a:t>
                      </a:r>
                    </a:p>
                  </a:txBody>
                  <a:tcPr/>
                </a:tc>
                <a:extLst>
                  <a:ext uri="{0D108BD9-81ED-4DB2-BD59-A6C34878D82A}">
                    <a16:rowId xmlns:a16="http://schemas.microsoft.com/office/drawing/2014/main" val="2852331646"/>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a:t>
                      </a:r>
                    </a:p>
                  </a:txBody>
                  <a:tcPr/>
                </a:tc>
                <a:tc>
                  <a:txBody>
                    <a:bodyPr/>
                    <a:lstStyle/>
                    <a:p>
                      <a:pPr algn="r"/>
                      <a:r>
                        <a:rPr lang="en-US" sz="1200"/>
                        <a:t>-</a:t>
                      </a:r>
                    </a:p>
                  </a:txBody>
                  <a:tcPr/>
                </a:tc>
                <a:tc>
                  <a:txBody>
                    <a:bodyPr/>
                    <a:lstStyle/>
                    <a:p>
                      <a:pPr algn="r"/>
                      <a:r>
                        <a:rPr lang="en-US" sz="1200"/>
                        <a:t>-</a:t>
                      </a:r>
                    </a:p>
                  </a:txBody>
                  <a:tcPr/>
                </a:tc>
                <a:extLst>
                  <a:ext uri="{0D108BD9-81ED-4DB2-BD59-A6C34878D82A}">
                    <a16:rowId xmlns:a16="http://schemas.microsoft.com/office/drawing/2014/main" val="518104042"/>
                  </a:ext>
                </a:extLst>
              </a:tr>
              <a:tr h="266541">
                <a:tc>
                  <a:txBody>
                    <a:bodyPr/>
                    <a:lstStyle/>
                    <a:p>
                      <a:pPr algn="r"/>
                      <a:r>
                        <a:rPr lang="en-US" sz="1200"/>
                        <a:t>4</a:t>
                      </a:r>
                    </a:p>
                  </a:txBody>
                  <a:tcPr/>
                </a:tc>
                <a:tc>
                  <a:txBody>
                    <a:bodyPr/>
                    <a:lstStyle/>
                    <a:p>
                      <a:pPr algn="r"/>
                      <a:r>
                        <a:rPr lang="en-US" sz="1200"/>
                        <a:t>2</a:t>
                      </a:r>
                    </a:p>
                  </a:txBody>
                  <a:tcPr/>
                </a:tc>
                <a:tc>
                  <a:txBody>
                    <a:bodyPr/>
                    <a:lstStyle/>
                    <a:p>
                      <a:pPr algn="r"/>
                      <a:r>
                        <a:rPr lang="en-US" sz="1200"/>
                        <a:t>86</a:t>
                      </a:r>
                    </a:p>
                  </a:txBody>
                  <a:tcPr/>
                </a:tc>
                <a:tc>
                  <a:txBody>
                    <a:bodyPr/>
                    <a:lstStyle/>
                    <a:p>
                      <a:pPr algn="r"/>
                      <a:r>
                        <a:rPr lang="en-US" sz="1200"/>
                        <a:t>2</a:t>
                      </a:r>
                    </a:p>
                  </a:txBody>
                  <a:tcPr/>
                </a:tc>
                <a:tc>
                  <a:txBody>
                    <a:bodyPr/>
                    <a:lstStyle/>
                    <a:p>
                      <a:pPr algn="r"/>
                      <a:r>
                        <a:rPr lang="en-US" sz="1200"/>
                        <a:t>92</a:t>
                      </a:r>
                    </a:p>
                  </a:txBody>
                  <a:tcPr/>
                </a:tc>
                <a:tc>
                  <a:txBody>
                    <a:bodyPr/>
                    <a:lstStyle/>
                    <a:p>
                      <a:pPr algn="r"/>
                      <a:r>
                        <a:rPr lang="en-US" sz="1200"/>
                        <a:t>5</a:t>
                      </a:r>
                    </a:p>
                  </a:txBody>
                  <a:tcPr/>
                </a:tc>
                <a:tc>
                  <a:txBody>
                    <a:bodyPr/>
                    <a:lstStyle/>
                    <a:p>
                      <a:pPr algn="r"/>
                      <a:r>
                        <a:rPr lang="en-US" sz="1200"/>
                        <a:t>9</a:t>
                      </a:r>
                    </a:p>
                  </a:txBody>
                  <a:tcPr/>
                </a:tc>
                <a:extLst>
                  <a:ext uri="{0D108BD9-81ED-4DB2-BD59-A6C34878D82A}">
                    <a16:rowId xmlns:a16="http://schemas.microsoft.com/office/drawing/2014/main" val="265105717"/>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22</a:t>
                      </a:r>
                    </a:p>
                  </a:txBody>
                  <a:tcPr/>
                </a:tc>
                <a:tc>
                  <a:txBody>
                    <a:bodyPr/>
                    <a:lstStyle/>
                    <a:p>
                      <a:pPr algn="r"/>
                      <a:r>
                        <a:rPr lang="en-US" sz="1200"/>
                        <a:t>2</a:t>
                      </a:r>
                    </a:p>
                  </a:txBody>
                  <a:tcPr/>
                </a:tc>
                <a:tc>
                  <a:txBody>
                    <a:bodyPr/>
                    <a:lstStyle/>
                    <a:p>
                      <a:pPr algn="r"/>
                      <a:r>
                        <a:rPr lang="en-US" sz="1200"/>
                        <a:t>6</a:t>
                      </a:r>
                    </a:p>
                  </a:txBody>
                  <a:tcPr/>
                </a:tc>
                <a:extLst>
                  <a:ext uri="{0D108BD9-81ED-4DB2-BD59-A6C34878D82A}">
                    <a16:rowId xmlns:a16="http://schemas.microsoft.com/office/drawing/2014/main" val="3470889112"/>
                  </a:ext>
                </a:extLst>
              </a:tr>
              <a:tr h="266541">
                <a:tc>
                  <a:txBody>
                    <a:bodyPr/>
                    <a:lstStyle/>
                    <a:p>
                      <a:pPr algn="r"/>
                      <a:r>
                        <a:rPr lang="en-US" sz="1200"/>
                        <a:t>5</a:t>
                      </a:r>
                    </a:p>
                  </a:txBody>
                  <a:tcPr/>
                </a:tc>
                <a:tc>
                  <a:txBody>
                    <a:bodyPr/>
                    <a:lstStyle/>
                    <a:p>
                      <a:pPr algn="r"/>
                      <a:r>
                        <a:rPr lang="en-US" sz="1200"/>
                        <a:t>2</a:t>
                      </a:r>
                    </a:p>
                  </a:txBody>
                  <a:tcPr/>
                </a:tc>
                <a:tc>
                  <a:txBody>
                    <a:bodyPr/>
                    <a:lstStyle/>
                    <a:p>
                      <a:pPr algn="r"/>
                      <a:r>
                        <a:rPr lang="en-US" sz="1200"/>
                        <a:t>86</a:t>
                      </a:r>
                    </a:p>
                  </a:txBody>
                  <a:tcPr/>
                </a:tc>
                <a:tc>
                  <a:txBody>
                    <a:bodyPr/>
                    <a:lstStyle/>
                    <a:p>
                      <a:pPr algn="r"/>
                      <a:r>
                        <a:rPr lang="en-US" sz="1200"/>
                        <a:t>2</a:t>
                      </a:r>
                    </a:p>
                  </a:txBody>
                  <a:tcPr/>
                </a:tc>
                <a:tc>
                  <a:txBody>
                    <a:bodyPr/>
                    <a:lstStyle/>
                    <a:p>
                      <a:pPr algn="r"/>
                      <a:r>
                        <a:rPr lang="en-US" sz="1200"/>
                        <a:t>91</a:t>
                      </a:r>
                    </a:p>
                  </a:txBody>
                  <a:tcPr/>
                </a:tc>
                <a:tc>
                  <a:txBody>
                    <a:bodyPr/>
                    <a:lstStyle/>
                    <a:p>
                      <a:pPr algn="r"/>
                      <a:r>
                        <a:rPr lang="en-US" sz="1200"/>
                        <a:t>5</a:t>
                      </a:r>
                    </a:p>
                  </a:txBody>
                  <a:tcPr/>
                </a:tc>
                <a:tc>
                  <a:txBody>
                    <a:bodyPr/>
                    <a:lstStyle/>
                    <a:p>
                      <a:pPr algn="r"/>
                      <a:r>
                        <a:rPr lang="en-US" sz="1200"/>
                        <a:t>10</a:t>
                      </a:r>
                    </a:p>
                  </a:txBody>
                  <a:tcPr/>
                </a:tc>
                <a:extLst>
                  <a:ext uri="{0D108BD9-81ED-4DB2-BD59-A6C34878D82A}">
                    <a16:rowId xmlns:a16="http://schemas.microsoft.com/office/drawing/2014/main" val="98435291"/>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46</a:t>
                      </a:r>
                    </a:p>
                  </a:txBody>
                  <a:tcPr/>
                </a:tc>
                <a:tc>
                  <a:txBody>
                    <a:bodyPr/>
                    <a:lstStyle/>
                    <a:p>
                      <a:pPr algn="r"/>
                      <a:r>
                        <a:rPr lang="en-US" sz="1200"/>
                        <a:t>3</a:t>
                      </a:r>
                    </a:p>
                  </a:txBody>
                  <a:tcPr/>
                </a:tc>
                <a:tc>
                  <a:txBody>
                    <a:bodyPr/>
                    <a:lstStyle/>
                    <a:p>
                      <a:pPr algn="r"/>
                      <a:r>
                        <a:rPr lang="en-US" sz="1200"/>
                        <a:t>8</a:t>
                      </a:r>
                    </a:p>
                  </a:txBody>
                  <a:tcPr/>
                </a:tc>
                <a:extLst>
                  <a:ext uri="{0D108BD9-81ED-4DB2-BD59-A6C34878D82A}">
                    <a16:rowId xmlns:a16="http://schemas.microsoft.com/office/drawing/2014/main" val="197232416"/>
                  </a:ext>
                </a:extLst>
              </a:tr>
              <a:tr h="266541">
                <a:tc>
                  <a:txBody>
                    <a:bodyPr/>
                    <a:lstStyle/>
                    <a:p>
                      <a:pPr algn="r"/>
                      <a:r>
                        <a:rPr lang="en-US" sz="1200"/>
                        <a:t>6</a:t>
                      </a:r>
                    </a:p>
                  </a:txBody>
                  <a:tcPr/>
                </a:tc>
                <a:tc>
                  <a:txBody>
                    <a:bodyPr/>
                    <a:lstStyle/>
                    <a:p>
                      <a:pPr algn="r"/>
                      <a:r>
                        <a:rPr lang="en-US" sz="1200"/>
                        <a:t>1</a:t>
                      </a:r>
                    </a:p>
                  </a:txBody>
                  <a:tcPr/>
                </a:tc>
                <a:tc>
                  <a:txBody>
                    <a:bodyPr/>
                    <a:lstStyle/>
                    <a:p>
                      <a:pPr algn="r"/>
                      <a:r>
                        <a:rPr lang="en-US" sz="1200"/>
                        <a:t>29</a:t>
                      </a:r>
                    </a:p>
                  </a:txBody>
                  <a:tcPr/>
                </a:tc>
                <a:tc>
                  <a:txBody>
                    <a:bodyPr/>
                    <a:lstStyle/>
                    <a:p>
                      <a:pPr algn="r"/>
                      <a:r>
                        <a:rPr lang="en-US" sz="1200"/>
                        <a:t>1</a:t>
                      </a:r>
                    </a:p>
                  </a:txBody>
                  <a:tcPr/>
                </a:tc>
                <a:tc>
                  <a:txBody>
                    <a:bodyPr/>
                    <a:lstStyle/>
                    <a:p>
                      <a:pPr algn="r"/>
                      <a:r>
                        <a:rPr lang="en-US" sz="1200"/>
                        <a:t>49</a:t>
                      </a:r>
                    </a:p>
                  </a:txBody>
                  <a:tcPr/>
                </a:tc>
                <a:tc>
                  <a:txBody>
                    <a:bodyPr/>
                    <a:lstStyle/>
                    <a:p>
                      <a:pPr algn="r"/>
                      <a:r>
                        <a:rPr lang="en-US" sz="1200"/>
                        <a:t>3</a:t>
                      </a:r>
                    </a:p>
                  </a:txBody>
                  <a:tcPr/>
                </a:tc>
                <a:tc>
                  <a:txBody>
                    <a:bodyPr/>
                    <a:lstStyle/>
                    <a:p>
                      <a:pPr algn="r"/>
                      <a:r>
                        <a:rPr lang="en-US" sz="1200"/>
                        <a:t>9</a:t>
                      </a:r>
                    </a:p>
                  </a:txBody>
                  <a:tcPr/>
                </a:tc>
                <a:extLst>
                  <a:ext uri="{0D108BD9-81ED-4DB2-BD59-A6C34878D82A}">
                    <a16:rowId xmlns:a16="http://schemas.microsoft.com/office/drawing/2014/main" val="2426171583"/>
                  </a:ext>
                </a:extLst>
              </a:tr>
              <a:tr h="266541">
                <a:tc>
                  <a:txBody>
                    <a:bodyPr/>
                    <a:lstStyle/>
                    <a:p>
                      <a:pPr algn="r"/>
                      <a:r>
                        <a:rPr lang="en-US" sz="1200"/>
                        <a:t>7</a:t>
                      </a:r>
                    </a:p>
                  </a:txBody>
                  <a:tcPr/>
                </a:tc>
                <a:tc>
                  <a:txBody>
                    <a:bodyPr/>
                    <a:lstStyle/>
                    <a:p>
                      <a:pPr algn="r"/>
                      <a:r>
                        <a:rPr lang="en-US" sz="1200"/>
                        <a:t>0</a:t>
                      </a:r>
                    </a:p>
                  </a:txBody>
                  <a:tcPr/>
                </a:tc>
                <a:tc>
                  <a:txBody>
                    <a:bodyPr/>
                    <a:lstStyle/>
                    <a:p>
                      <a:pPr algn="r"/>
                      <a:r>
                        <a:rPr lang="en-US" sz="1200"/>
                        <a:t>79</a:t>
                      </a:r>
                    </a:p>
                  </a:txBody>
                  <a:tcPr/>
                </a:tc>
                <a:tc>
                  <a:txBody>
                    <a:bodyPr/>
                    <a:lstStyle/>
                    <a:p>
                      <a:pPr algn="r"/>
                      <a:r>
                        <a:rPr lang="en-US" sz="1200"/>
                        <a:t>2</a:t>
                      </a:r>
                    </a:p>
                  </a:txBody>
                  <a:tcPr/>
                </a:tc>
                <a:tc>
                  <a:txBody>
                    <a:bodyPr/>
                    <a:lstStyle/>
                    <a:p>
                      <a:pPr algn="r"/>
                      <a:r>
                        <a:rPr lang="en-US" sz="1200"/>
                        <a:t>-</a:t>
                      </a:r>
                    </a:p>
                  </a:txBody>
                  <a:tcPr/>
                </a:tc>
                <a:tc>
                  <a:txBody>
                    <a:bodyPr/>
                    <a:lstStyle/>
                    <a:p>
                      <a:pPr algn="r"/>
                      <a:r>
                        <a:rPr lang="en-US" sz="1200"/>
                        <a:t>-</a:t>
                      </a:r>
                    </a:p>
                  </a:txBody>
                  <a:tcPr/>
                </a:tc>
                <a:tc>
                  <a:txBody>
                    <a:bodyPr/>
                    <a:lstStyle/>
                    <a:p>
                      <a:pPr algn="r"/>
                      <a:r>
                        <a:rPr lang="en-US" sz="1200"/>
                        <a:t>-</a:t>
                      </a:r>
                    </a:p>
                  </a:txBody>
                  <a:tcPr/>
                </a:tc>
                <a:extLst>
                  <a:ext uri="{0D108BD9-81ED-4DB2-BD59-A6C34878D82A}">
                    <a16:rowId xmlns:a16="http://schemas.microsoft.com/office/drawing/2014/main" val="3488677295"/>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a:t>
                      </a:r>
                    </a:p>
                  </a:txBody>
                  <a:tcPr/>
                </a:tc>
                <a:tc>
                  <a:txBody>
                    <a:bodyPr/>
                    <a:lstStyle/>
                    <a:p>
                      <a:pPr algn="r"/>
                      <a:r>
                        <a:rPr lang="en-US" sz="1200"/>
                        <a:t>-</a:t>
                      </a:r>
                    </a:p>
                  </a:txBody>
                  <a:tcPr/>
                </a:tc>
                <a:tc>
                  <a:txBody>
                    <a:bodyPr/>
                    <a:lstStyle/>
                    <a:p>
                      <a:pPr algn="r"/>
                      <a:r>
                        <a:rPr lang="en-US" sz="1200"/>
                        <a:t>-</a:t>
                      </a:r>
                    </a:p>
                  </a:txBody>
                  <a:tcPr/>
                </a:tc>
                <a:extLst>
                  <a:ext uri="{0D108BD9-81ED-4DB2-BD59-A6C34878D82A}">
                    <a16:rowId xmlns:a16="http://schemas.microsoft.com/office/drawing/2014/main" val="803737060"/>
                  </a:ext>
                </a:extLst>
              </a:tr>
              <a:tr h="266541">
                <a:tc>
                  <a:txBody>
                    <a:bodyPr/>
                    <a:lstStyle/>
                    <a:p>
                      <a:pPr algn="r"/>
                      <a:r>
                        <a:rPr lang="en-US" sz="1200"/>
                        <a:t>8</a:t>
                      </a:r>
                    </a:p>
                  </a:txBody>
                  <a:tcPr/>
                </a:tc>
                <a:tc>
                  <a:txBody>
                    <a:bodyPr/>
                    <a:lstStyle/>
                    <a:p>
                      <a:pPr algn="r"/>
                      <a:r>
                        <a:rPr lang="en-US" sz="1200"/>
                        <a:t>1</a:t>
                      </a:r>
                    </a:p>
                  </a:txBody>
                  <a:tcPr/>
                </a:tc>
                <a:tc>
                  <a:txBody>
                    <a:bodyPr/>
                    <a:lstStyle/>
                    <a:p>
                      <a:pPr algn="r"/>
                      <a:r>
                        <a:rPr lang="en-US" sz="1200"/>
                        <a:t>22</a:t>
                      </a:r>
                    </a:p>
                  </a:txBody>
                  <a:tcPr/>
                </a:tc>
                <a:tc>
                  <a:txBody>
                    <a:bodyPr/>
                    <a:lstStyle/>
                    <a:p>
                      <a:pPr algn="r"/>
                      <a:r>
                        <a:rPr lang="en-US" sz="1200"/>
                        <a:t>1</a:t>
                      </a:r>
                    </a:p>
                  </a:txBody>
                  <a:tcPr/>
                </a:tc>
                <a:tc>
                  <a:txBody>
                    <a:bodyPr/>
                    <a:lstStyle/>
                    <a:p>
                      <a:pPr algn="r"/>
                      <a:r>
                        <a:rPr lang="en-US" sz="1200"/>
                        <a:t>66</a:t>
                      </a:r>
                    </a:p>
                  </a:txBody>
                  <a:tcPr/>
                </a:tc>
                <a:tc>
                  <a:txBody>
                    <a:bodyPr/>
                    <a:lstStyle/>
                    <a:p>
                      <a:pPr algn="r"/>
                      <a:r>
                        <a:rPr lang="en-US" sz="1200"/>
                        <a:t>3</a:t>
                      </a:r>
                    </a:p>
                  </a:txBody>
                  <a:tcPr/>
                </a:tc>
                <a:tc>
                  <a:txBody>
                    <a:bodyPr/>
                    <a:lstStyle/>
                    <a:p>
                      <a:pPr algn="r"/>
                      <a:r>
                        <a:rPr lang="en-US" sz="1200"/>
                        <a:t>11</a:t>
                      </a:r>
                    </a:p>
                  </a:txBody>
                  <a:tcPr/>
                </a:tc>
                <a:extLst>
                  <a:ext uri="{0D108BD9-81ED-4DB2-BD59-A6C34878D82A}">
                    <a16:rowId xmlns:a16="http://schemas.microsoft.com/office/drawing/2014/main" val="1315780470"/>
                  </a:ext>
                </a:extLst>
              </a:tr>
              <a:tr h="266541">
                <a:tc>
                  <a:txBody>
                    <a:bodyPr/>
                    <a:lstStyle/>
                    <a:p>
                      <a:pPr algn="r"/>
                      <a:r>
                        <a:rPr lang="en-US" sz="1200"/>
                        <a:t>9</a:t>
                      </a:r>
                    </a:p>
                  </a:txBody>
                  <a:tcPr/>
                </a:tc>
                <a:tc>
                  <a:txBody>
                    <a:bodyPr/>
                    <a:lstStyle/>
                    <a:p>
                      <a:pPr algn="r"/>
                      <a:r>
                        <a:rPr lang="en-US" sz="1200"/>
                        <a:t>2</a:t>
                      </a:r>
                    </a:p>
                  </a:txBody>
                  <a:tcPr/>
                </a:tc>
                <a:tc>
                  <a:txBody>
                    <a:bodyPr/>
                    <a:lstStyle/>
                    <a:p>
                      <a:pPr algn="r"/>
                      <a:r>
                        <a:rPr lang="en-US" sz="1200"/>
                        <a:t>8</a:t>
                      </a:r>
                    </a:p>
                  </a:txBody>
                  <a:tcPr/>
                </a:tc>
                <a:tc>
                  <a:txBody>
                    <a:bodyPr/>
                    <a:lstStyle/>
                    <a:p>
                      <a:pPr algn="r"/>
                      <a:r>
                        <a:rPr lang="en-US" sz="1200"/>
                        <a:t>0</a:t>
                      </a:r>
                    </a:p>
                  </a:txBody>
                  <a:tcPr/>
                </a:tc>
                <a:tc>
                  <a:txBody>
                    <a:bodyPr/>
                    <a:lstStyle/>
                    <a:p>
                      <a:pPr algn="r"/>
                      <a:r>
                        <a:rPr lang="en-US" sz="1200"/>
                        <a:t>-</a:t>
                      </a:r>
                    </a:p>
                  </a:txBody>
                  <a:tcPr/>
                </a:tc>
                <a:tc>
                  <a:txBody>
                    <a:bodyPr/>
                    <a:lstStyle/>
                    <a:p>
                      <a:pPr algn="r"/>
                      <a:r>
                        <a:rPr lang="en-US" sz="1200"/>
                        <a:t>-</a:t>
                      </a:r>
                    </a:p>
                  </a:txBody>
                  <a:tcPr/>
                </a:tc>
                <a:tc>
                  <a:txBody>
                    <a:bodyPr/>
                    <a:lstStyle/>
                    <a:p>
                      <a:pPr algn="r"/>
                      <a:r>
                        <a:rPr lang="en-US" sz="1200"/>
                        <a:t>-</a:t>
                      </a:r>
                    </a:p>
                  </a:txBody>
                  <a:tcPr/>
                </a:tc>
                <a:extLst>
                  <a:ext uri="{0D108BD9-81ED-4DB2-BD59-A6C34878D82A}">
                    <a16:rowId xmlns:a16="http://schemas.microsoft.com/office/drawing/2014/main" val="4209868118"/>
                  </a:ext>
                </a:extLst>
              </a:tr>
              <a:tr h="266541">
                <a:tc>
                  <a:txBody>
                    <a:bodyPr/>
                    <a:lstStyle/>
                    <a:p>
                      <a:pPr algn="r"/>
                      <a:r>
                        <a:rPr lang="en-US" sz="1200"/>
                        <a:t>10</a:t>
                      </a:r>
                    </a:p>
                  </a:txBody>
                  <a:tcPr/>
                </a:tc>
                <a:tc>
                  <a:txBody>
                    <a:bodyPr/>
                    <a:lstStyle/>
                    <a:p>
                      <a:pPr algn="r"/>
                      <a:r>
                        <a:rPr lang="en-US" sz="1200"/>
                        <a:t>3</a:t>
                      </a:r>
                    </a:p>
                  </a:txBody>
                  <a:tcPr/>
                </a:tc>
                <a:tc>
                  <a:txBody>
                    <a:bodyPr/>
                    <a:lstStyle/>
                    <a:p>
                      <a:pPr algn="r"/>
                      <a:r>
                        <a:rPr lang="en-US" sz="1200"/>
                        <a:t>62</a:t>
                      </a:r>
                    </a:p>
                  </a:txBody>
                  <a:tcPr/>
                </a:tc>
                <a:tc>
                  <a:txBody>
                    <a:bodyPr/>
                    <a:lstStyle/>
                    <a:p>
                      <a:pPr algn="r"/>
                      <a:r>
                        <a:rPr lang="en-US" sz="1200"/>
                        <a:t>2</a:t>
                      </a:r>
                    </a:p>
                  </a:txBody>
                  <a:tcPr/>
                </a:tc>
                <a:tc>
                  <a:txBody>
                    <a:bodyPr/>
                    <a:lstStyle/>
                    <a:p>
                      <a:pPr algn="r"/>
                      <a:r>
                        <a:rPr lang="en-US" sz="1200"/>
                        <a:t>9</a:t>
                      </a:r>
                    </a:p>
                  </a:txBody>
                  <a:tcPr/>
                </a:tc>
                <a:tc>
                  <a:txBody>
                    <a:bodyPr/>
                    <a:lstStyle/>
                    <a:p>
                      <a:pPr algn="r"/>
                      <a:r>
                        <a:rPr lang="en-US" sz="1200"/>
                        <a:t>1</a:t>
                      </a:r>
                    </a:p>
                  </a:txBody>
                  <a:tcPr/>
                </a:tc>
                <a:tc>
                  <a:txBody>
                    <a:bodyPr/>
                    <a:lstStyle/>
                    <a:p>
                      <a:pPr algn="r"/>
                      <a:r>
                        <a:rPr lang="en-US" sz="1200"/>
                        <a:t>11</a:t>
                      </a:r>
                    </a:p>
                  </a:txBody>
                  <a:tcPr/>
                </a:tc>
                <a:extLst>
                  <a:ext uri="{0D108BD9-81ED-4DB2-BD59-A6C34878D82A}">
                    <a16:rowId xmlns:a16="http://schemas.microsoft.com/office/drawing/2014/main" val="934738615"/>
                  </a:ext>
                </a:extLst>
              </a:tr>
              <a:tr h="266541">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endParaRPr lang="en-US" sz="1200"/>
                    </a:p>
                  </a:txBody>
                  <a:tcPr/>
                </a:tc>
                <a:tc>
                  <a:txBody>
                    <a:bodyPr/>
                    <a:lstStyle/>
                    <a:p>
                      <a:pPr algn="r"/>
                      <a:r>
                        <a:rPr lang="en-US" sz="1200"/>
                        <a:t>81</a:t>
                      </a:r>
                    </a:p>
                  </a:txBody>
                  <a:tcPr/>
                </a:tc>
                <a:tc>
                  <a:txBody>
                    <a:bodyPr/>
                    <a:lstStyle/>
                    <a:p>
                      <a:pPr algn="r"/>
                      <a:r>
                        <a:rPr lang="en-US" sz="1200"/>
                        <a:t>4</a:t>
                      </a:r>
                    </a:p>
                  </a:txBody>
                  <a:tcPr/>
                </a:tc>
                <a:tc>
                  <a:txBody>
                    <a:bodyPr/>
                    <a:lstStyle/>
                    <a:p>
                      <a:pPr algn="r"/>
                      <a:r>
                        <a:rPr lang="en-US" sz="1200" dirty="0"/>
                        <a:t>14</a:t>
                      </a:r>
                    </a:p>
                  </a:txBody>
                  <a:tcPr/>
                </a:tc>
                <a:extLst>
                  <a:ext uri="{0D108BD9-81ED-4DB2-BD59-A6C34878D82A}">
                    <a16:rowId xmlns:a16="http://schemas.microsoft.com/office/drawing/2014/main" val="2499213825"/>
                  </a:ext>
                </a:extLst>
              </a:tr>
            </a:tbl>
          </a:graphicData>
        </a:graphic>
      </p:graphicFrame>
    </p:spTree>
    <p:extLst>
      <p:ext uri="{BB962C8B-B14F-4D97-AF65-F5344CB8AC3E}">
        <p14:creationId xmlns:p14="http://schemas.microsoft.com/office/powerpoint/2010/main" val="1407709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effectLst/>
      </a:spPr>
      <a:bodyPr vert="horz" wrap="square" lIns="0" tIns="45720" rIns="91440" bIns="45720" numCol="1" anchor="t" anchorCtr="0" compatLnSpc="1">
        <a:prstTxWarp prst="textNoShape">
          <a:avLst/>
        </a:prstTxWarp>
        <a:spAutoFit/>
      </a:bodyPr>
      <a:lstStyle>
        <a:defPPr marL="228600" marR="0" indent="0" algn="l" defTabSz="914400" rtl="0" eaLnBrk="0" fontAlgn="base" latinLnBrk="0" hangingPunct="0">
          <a:lnSpc>
            <a:spcPct val="100000"/>
          </a:lnSpc>
          <a:spcBef>
            <a:spcPct val="0"/>
          </a:spcBef>
          <a:spcAft>
            <a:spcPct val="0"/>
          </a:spcAft>
          <a:buClrTx/>
          <a:buSzTx/>
          <a:buFontTx/>
          <a:buNone/>
          <a:tabLst/>
          <a:defRPr kumimoji="0" lang="en-US" sz="1800" b="0" i="0" u="sng"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effectLst/>
      </a:spPr>
      <a:bodyPr vert="horz" wrap="square" lIns="0" tIns="45720" rIns="91440" bIns="45720" numCol="1" anchor="t" anchorCtr="0" compatLnSpc="1">
        <a:prstTxWarp prst="textNoShape">
          <a:avLst/>
        </a:prstTxWarp>
        <a:spAutoFit/>
      </a:bodyPr>
      <a:lstStyle>
        <a:defPPr marL="228600" marR="0" indent="0" algn="l" defTabSz="914400" rtl="0" eaLnBrk="0" fontAlgn="base" latinLnBrk="0" hangingPunct="0">
          <a:lnSpc>
            <a:spcPct val="100000"/>
          </a:lnSpc>
          <a:spcBef>
            <a:spcPct val="0"/>
          </a:spcBef>
          <a:spcAft>
            <a:spcPct val="0"/>
          </a:spcAft>
          <a:buClrTx/>
          <a:buSzTx/>
          <a:buFontTx/>
          <a:buNone/>
          <a:tabLst/>
          <a:defRPr kumimoji="0" lang="en-US" sz="1800" b="0" i="0" u="sng"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effectLst/>
      </a:spPr>
      <a:bodyPr vert="horz" wrap="square" lIns="0" tIns="45720" rIns="91440" bIns="45720" numCol="1" anchor="t" anchorCtr="0" compatLnSpc="1">
        <a:prstTxWarp prst="textNoShape">
          <a:avLst/>
        </a:prstTxWarp>
        <a:spAutoFit/>
      </a:bodyPr>
      <a:lstStyle>
        <a:defPPr marL="228600" marR="0" indent="0" algn="l" defTabSz="914400" rtl="0" eaLnBrk="0" fontAlgn="base" latinLnBrk="0" hangingPunct="0">
          <a:lnSpc>
            <a:spcPct val="100000"/>
          </a:lnSpc>
          <a:spcBef>
            <a:spcPct val="0"/>
          </a:spcBef>
          <a:spcAft>
            <a:spcPct val="0"/>
          </a:spcAft>
          <a:buClrTx/>
          <a:buSzTx/>
          <a:buFontTx/>
          <a:buNone/>
          <a:tabLst/>
          <a:defRPr kumimoji="0" lang="en-US" sz="1800" b="0" i="0" u="sng"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effectLst/>
      </a:spPr>
      <a:bodyPr vert="horz" wrap="square" lIns="0" tIns="45720" rIns="91440" bIns="45720" numCol="1" anchor="t" anchorCtr="0" compatLnSpc="1">
        <a:prstTxWarp prst="textNoShape">
          <a:avLst/>
        </a:prstTxWarp>
        <a:spAutoFit/>
      </a:bodyPr>
      <a:lstStyle>
        <a:defPPr marL="228600" marR="0" indent="0" algn="l" defTabSz="914400" rtl="0" eaLnBrk="0" fontAlgn="base" latinLnBrk="0" hangingPunct="0">
          <a:lnSpc>
            <a:spcPct val="100000"/>
          </a:lnSpc>
          <a:spcBef>
            <a:spcPct val="0"/>
          </a:spcBef>
          <a:spcAft>
            <a:spcPct val="0"/>
          </a:spcAft>
          <a:buClrTx/>
          <a:buSzTx/>
          <a:buFontTx/>
          <a:buNone/>
          <a:tabLst/>
          <a:defRPr kumimoji="0" lang="en-US" sz="1800" b="0" i="0" u="sng"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TotalTime>
  <Words>1982</Words>
  <Application>Microsoft Office PowerPoint</Application>
  <PresentationFormat>On-screen Show (4:3)</PresentationFormat>
  <Paragraphs>698</Paragraphs>
  <Slides>19</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Calibri</vt:lpstr>
      <vt:lpstr>Times New Roman</vt:lpstr>
      <vt:lpstr>Wingdings</vt:lpstr>
      <vt:lpstr>Default Design</vt:lpstr>
      <vt:lpstr>1_Default Design</vt:lpstr>
      <vt:lpstr>Simulation</vt:lpstr>
      <vt:lpstr>Purpose of Simulation</vt:lpstr>
      <vt:lpstr>Example</vt:lpstr>
      <vt:lpstr>Example (contd.)</vt:lpstr>
      <vt:lpstr>PowerPoint Presentation</vt:lpstr>
      <vt:lpstr>Generating Random Numbers from Other Distributions</vt:lpstr>
      <vt:lpstr>Simulation of an M/M/1 queue</vt:lpstr>
      <vt:lpstr>Simulation of M/M/1 Queue</vt:lpstr>
      <vt:lpstr>PowerPoint Presentation</vt:lpstr>
      <vt:lpstr>PowerPoint Presentation</vt:lpstr>
      <vt:lpstr>Performance Measures </vt:lpstr>
      <vt:lpstr>Problem</vt:lpstr>
      <vt:lpstr>PowerPoint Presentation</vt:lpstr>
      <vt:lpstr>Problem</vt:lpstr>
      <vt:lpstr>PowerPoint Presentation</vt:lpstr>
      <vt:lpstr>Inventory System Simulation</vt:lpstr>
      <vt:lpstr>PowerPoint Presentation</vt:lpstr>
      <vt:lpstr>Problem</vt:lpstr>
      <vt:lpstr>Solution</vt:lpstr>
    </vt:vector>
  </TitlesOfParts>
  <Company>IIML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Queuing Theory</dc:title>
  <dc:creator>Sonia</dc:creator>
  <cp:lastModifiedBy>Prof. Sonia Singh</cp:lastModifiedBy>
  <cp:revision>7</cp:revision>
  <dcterms:created xsi:type="dcterms:W3CDTF">2007-01-12T06:11:12Z</dcterms:created>
  <dcterms:modified xsi:type="dcterms:W3CDTF">2023-02-17T12:38:29Z</dcterms:modified>
</cp:coreProperties>
</file>