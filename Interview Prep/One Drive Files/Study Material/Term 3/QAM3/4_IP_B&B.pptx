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8" r:id="rId2"/>
  </p:sldMasterIdLst>
  <p:notesMasterIdLst>
    <p:notesMasterId r:id="rId22"/>
  </p:notesMasterIdLst>
  <p:sldIdLst>
    <p:sldId id="289" r:id="rId3"/>
    <p:sldId id="292" r:id="rId4"/>
    <p:sldId id="294" r:id="rId5"/>
    <p:sldId id="295" r:id="rId6"/>
    <p:sldId id="296" r:id="rId7"/>
    <p:sldId id="298" r:id="rId8"/>
    <p:sldId id="297" r:id="rId9"/>
    <p:sldId id="299" r:id="rId10"/>
    <p:sldId id="300" r:id="rId11"/>
    <p:sldId id="322" r:id="rId12"/>
    <p:sldId id="301" r:id="rId13"/>
    <p:sldId id="302" r:id="rId14"/>
    <p:sldId id="303" r:id="rId15"/>
    <p:sldId id="304" r:id="rId16"/>
    <p:sldId id="305" r:id="rId17"/>
    <p:sldId id="306" r:id="rId18"/>
    <p:sldId id="310" r:id="rId19"/>
    <p:sldId id="307" r:id="rId20"/>
    <p:sldId id="309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onia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0066CC"/>
    <a:srgbClr val="CC3399"/>
    <a:srgbClr val="6600CC"/>
    <a:srgbClr val="006400"/>
    <a:srgbClr val="3333FF"/>
    <a:srgbClr val="000066"/>
    <a:srgbClr val="CC00CC"/>
    <a:srgbClr val="FFFF0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F2207-F992-4C46-8E02-06C598E95280}" v="1" dt="2023-01-23T18:17:30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57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Sonia Singh" userId="6f675423-8f79-44df-83d5-6930672ff1de" providerId="ADAL" clId="{AE1A8B15-2139-784A-9DF8-D053E4395CCA}"/>
    <pc:docChg chg="undo redo custSel modSld">
      <pc:chgData name="Prof. Sonia Singh" userId="6f675423-8f79-44df-83d5-6930672ff1de" providerId="ADAL" clId="{AE1A8B15-2139-784A-9DF8-D053E4395CCA}" dt="2023-01-12T14:29:54.777" v="379" actId="166"/>
      <pc:docMkLst>
        <pc:docMk/>
      </pc:docMkLst>
      <pc:sldChg chg="modSp mod">
        <pc:chgData name="Prof. Sonia Singh" userId="6f675423-8f79-44df-83d5-6930672ff1de" providerId="ADAL" clId="{AE1A8B15-2139-784A-9DF8-D053E4395CCA}" dt="2023-01-12T13:54:52.154" v="5" actId="14100"/>
        <pc:sldMkLst>
          <pc:docMk/>
          <pc:sldMk cId="2988911992" sldId="273"/>
        </pc:sldMkLst>
        <pc:picChg chg="mod">
          <ac:chgData name="Prof. Sonia Singh" userId="6f675423-8f79-44df-83d5-6930672ff1de" providerId="ADAL" clId="{AE1A8B15-2139-784A-9DF8-D053E4395CCA}" dt="2023-01-12T13:54:20.362" v="0" actId="14826"/>
          <ac:picMkLst>
            <pc:docMk/>
            <pc:sldMk cId="2988911992" sldId="273"/>
            <ac:picMk id="4" creationId="{BA93A022-461B-4148-9515-4D0FF05AF809}"/>
          </ac:picMkLst>
        </pc:picChg>
        <pc:picChg chg="mod">
          <ac:chgData name="Prof. Sonia Singh" userId="6f675423-8f79-44df-83d5-6930672ff1de" providerId="ADAL" clId="{AE1A8B15-2139-784A-9DF8-D053E4395CCA}" dt="2023-01-12T13:54:52.154" v="5" actId="14100"/>
          <ac:picMkLst>
            <pc:docMk/>
            <pc:sldMk cId="2988911992" sldId="273"/>
            <ac:picMk id="8" creationId="{E2B42CC8-5287-409E-8186-ED7704BBD463}"/>
          </ac:picMkLst>
        </pc:picChg>
      </pc:sldChg>
      <pc:sldChg chg="addSp delSp modSp mod addAnim delAnim modAnim">
        <pc:chgData name="Prof. Sonia Singh" userId="6f675423-8f79-44df-83d5-6930672ff1de" providerId="ADAL" clId="{AE1A8B15-2139-784A-9DF8-D053E4395CCA}" dt="2023-01-12T14:29:54.777" v="379" actId="166"/>
        <pc:sldMkLst>
          <pc:docMk/>
          <pc:sldMk cId="2010874300" sldId="329"/>
        </pc:sldMkLst>
        <pc:spChg chg="mod">
          <ac:chgData name="Prof. Sonia Singh" userId="6f675423-8f79-44df-83d5-6930672ff1de" providerId="ADAL" clId="{AE1A8B15-2139-784A-9DF8-D053E4395CCA}" dt="2023-01-12T14:00:59.067" v="98" actId="20577"/>
          <ac:spMkLst>
            <pc:docMk/>
            <pc:sldMk cId="2010874300" sldId="329"/>
            <ac:spMk id="2" creationId="{E516A3B8-AADC-515E-61B2-1CD57C2F1FC6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6" creationId="{BCA4C1EA-6081-A4BD-3562-C0CAAF39B004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7" creationId="{0C41FE4B-31C9-E633-D46C-0176AE03B916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8" creationId="{C09C8B6E-FFE3-4450-29FC-19345D44218F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9" creationId="{D70B9AF3-C533-A8DC-CEAC-2E9A84534070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0" creationId="{0471D9DB-5876-F4DF-F229-6D5730806126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1" creationId="{55290766-E51F-BEC0-8ECA-A404BC775366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2" creationId="{B7F027C4-31E8-D47F-EDD8-D31CF9799278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3" creationId="{AC4C8987-9983-5393-2C94-1CBDDA51E5DD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4" creationId="{1195EE2E-A497-96D1-D0D3-2F4554B02D85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5" creationId="{FF6C08FA-9B03-A001-63A9-238B0ADAD44E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6" creationId="{785FD728-6289-BC58-0C37-765840A4DB25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7" creationId="{D08118D9-E23B-02CB-5E73-1250642584AF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8" creationId="{55B9A46A-7EFB-2F2B-9AB3-43851A7D8AD6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19" creationId="{67F8A4B2-E99B-FD79-ACB0-F9F139F1BDAF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0" creationId="{4CDDD683-624E-2A02-D743-26594B34D3DA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1" creationId="{C52B9C56-501C-ED65-E242-29A8949B7749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2" creationId="{53150C55-23F3-99EF-40E3-A0907926B6A3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3" creationId="{6721F316-74FE-4A0A-A078-460A50582232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4" creationId="{81A90110-AEE3-20E1-E565-478082CD3EFE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5" creationId="{4EF22538-BDDD-D4E7-51AC-F60FB9EC6DB8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6" creationId="{1679DE01-0E01-F643-958A-87C405009122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7" creationId="{6231680E-11AA-7F4D-D88E-191245C97735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8" creationId="{9B6410F2-BAFD-943B-DB84-086A810E3FD1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29" creationId="{39237580-9A79-3A50-D1BC-C5FAF8C39433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30" creationId="{12D55EAB-929A-B881-8E34-9C4503218C3C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31" creationId="{F5C7F4C1-5657-16DB-A78E-F8767BAB3A0C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32" creationId="{029A16DA-DEA6-761B-95AF-F2E073FFA2A5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33" creationId="{B7000E25-563F-188B-105D-01FAAAD58A35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35" creationId="{ABED0BB5-5F52-4EE5-C658-668A7469E6F3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36" creationId="{B48C0598-ACBA-30A6-DE9B-4B6E6C21B711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37" creationId="{5A3FBFAF-4252-C173-8BC2-E7430D69FBE9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38" creationId="{E530549C-58CC-660E-DD96-E0FD6231C2B2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39" creationId="{619E5E33-9783-ED10-86B7-7A1D88F6D521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40" creationId="{AA9254DF-93DF-C6D6-2CBE-45E021432AF2}"/>
          </ac:spMkLst>
        </pc:spChg>
        <pc:spChg chg="mod">
          <ac:chgData name="Prof. Sonia Singh" userId="6f675423-8f79-44df-83d5-6930672ff1de" providerId="ADAL" clId="{AE1A8B15-2139-784A-9DF8-D053E4395CCA}" dt="2023-01-12T13:55:44.607" v="7"/>
          <ac:spMkLst>
            <pc:docMk/>
            <pc:sldMk cId="2010874300" sldId="329"/>
            <ac:spMk id="41" creationId="{571374A6-0105-0B2C-851E-DBE57D472021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42" creationId="{A8E691A8-DE66-F619-B17D-C8F4D3F2906E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43" creationId="{32C686C2-08B8-5F0B-A039-4629957F0A49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44" creationId="{370679DA-9B82-7424-3555-AE6B5A591F73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45" creationId="{3D9E9E1B-81EE-D9BE-EECC-1A8982E0C308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46" creationId="{B1BD275D-83EF-BB16-E9F9-F4B68231D372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47" creationId="{67E03702-BAB9-3FD9-8F30-4B7CD9BE9EBE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48" creationId="{CC3D158C-75A8-DFD9-003B-FEB7E5B38A5B}"/>
          </ac:spMkLst>
        </pc:spChg>
        <pc:spChg chg="add del mod">
          <ac:chgData name="Prof. Sonia Singh" userId="6f675423-8f79-44df-83d5-6930672ff1de" providerId="ADAL" clId="{AE1A8B15-2139-784A-9DF8-D053E4395CCA}" dt="2023-01-12T13:55:48.037" v="8"/>
          <ac:spMkLst>
            <pc:docMk/>
            <pc:sldMk cId="2010874300" sldId="329"/>
            <ac:spMk id="49" creationId="{D726381B-5FF2-47A6-4747-1271681B06DF}"/>
          </ac:spMkLst>
        </pc:spChg>
        <pc:spChg chg="add del mod topLvl">
          <ac:chgData name="Prof. Sonia Singh" userId="6f675423-8f79-44df-83d5-6930672ff1de" providerId="ADAL" clId="{AE1A8B15-2139-784A-9DF8-D053E4395CCA}" dt="2023-01-12T14:24:58.457" v="346" actId="165"/>
          <ac:spMkLst>
            <pc:docMk/>
            <pc:sldMk cId="2010874300" sldId="329"/>
            <ac:spMk id="52" creationId="{A5837D10-0D9B-EAC6-6B24-849AB4D988CF}"/>
          </ac:spMkLst>
        </pc:spChg>
        <pc:spChg chg="del mod">
          <ac:chgData name="Prof. Sonia Singh" userId="6f675423-8f79-44df-83d5-6930672ff1de" providerId="ADAL" clId="{AE1A8B15-2139-784A-9DF8-D053E4395CCA}" dt="2023-01-12T14:22:09.497" v="316" actId="21"/>
          <ac:spMkLst>
            <pc:docMk/>
            <pc:sldMk cId="2010874300" sldId="329"/>
            <ac:spMk id="53" creationId="{D278D3C6-E604-EB0E-3A26-C9ABF84B971A}"/>
          </ac:spMkLst>
        </pc:spChg>
        <pc:spChg chg="del mod topLvl">
          <ac:chgData name="Prof. Sonia Singh" userId="6f675423-8f79-44df-83d5-6930672ff1de" providerId="ADAL" clId="{AE1A8B15-2139-784A-9DF8-D053E4395CCA}" dt="2023-01-12T14:29:48.232" v="378" actId="478"/>
          <ac:spMkLst>
            <pc:docMk/>
            <pc:sldMk cId="2010874300" sldId="329"/>
            <ac:spMk id="54" creationId="{0E5EDD89-CC9F-6AD7-2FE4-2CAB6822783D}"/>
          </ac:spMkLst>
        </pc:spChg>
        <pc:spChg chg="del mod">
          <ac:chgData name="Prof. Sonia Singh" userId="6f675423-8f79-44df-83d5-6930672ff1de" providerId="ADAL" clId="{AE1A8B15-2139-784A-9DF8-D053E4395CCA}" dt="2023-01-12T14:23:21.175" v="331" actId="478"/>
          <ac:spMkLst>
            <pc:docMk/>
            <pc:sldMk cId="2010874300" sldId="329"/>
            <ac:spMk id="55" creationId="{726B9B61-616F-943D-5010-8FC53B28FBA6}"/>
          </ac:spMkLst>
        </pc:spChg>
        <pc:spChg chg="del mod topLvl">
          <ac:chgData name="Prof. Sonia Singh" userId="6f675423-8f79-44df-83d5-6930672ff1de" providerId="ADAL" clId="{AE1A8B15-2139-784A-9DF8-D053E4395CCA}" dt="2023-01-12T14:25:35.657" v="351" actId="478"/>
          <ac:spMkLst>
            <pc:docMk/>
            <pc:sldMk cId="2010874300" sldId="329"/>
            <ac:spMk id="56" creationId="{F539C3A4-DAA0-9CA4-06DE-BB1EAEB95C13}"/>
          </ac:spMkLst>
        </pc:spChg>
        <pc:spChg chg="del mod topLvl">
          <ac:chgData name="Prof. Sonia Singh" userId="6f675423-8f79-44df-83d5-6930672ff1de" providerId="ADAL" clId="{AE1A8B15-2139-784A-9DF8-D053E4395CCA}" dt="2023-01-12T14:25:44.683" v="354" actId="478"/>
          <ac:spMkLst>
            <pc:docMk/>
            <pc:sldMk cId="2010874300" sldId="329"/>
            <ac:spMk id="57" creationId="{C2ABA7FB-8AE7-83CB-EE9F-C1CE038C2BE1}"/>
          </ac:spMkLst>
        </pc:spChg>
        <pc:spChg chg="del mod topLvl">
          <ac:chgData name="Prof. Sonia Singh" userId="6f675423-8f79-44df-83d5-6930672ff1de" providerId="ADAL" clId="{AE1A8B15-2139-784A-9DF8-D053E4395CCA}" dt="2023-01-12T14:25:59.209" v="358" actId="478"/>
          <ac:spMkLst>
            <pc:docMk/>
            <pc:sldMk cId="2010874300" sldId="329"/>
            <ac:spMk id="58" creationId="{32634644-B22D-4587-5747-811816F34506}"/>
          </ac:spMkLst>
        </pc:spChg>
        <pc:spChg chg="del mod">
          <ac:chgData name="Prof. Sonia Singh" userId="6f675423-8f79-44df-83d5-6930672ff1de" providerId="ADAL" clId="{AE1A8B15-2139-784A-9DF8-D053E4395CCA}" dt="2023-01-12T14:21:41.947" v="308" actId="478"/>
          <ac:spMkLst>
            <pc:docMk/>
            <pc:sldMk cId="2010874300" sldId="329"/>
            <ac:spMk id="59" creationId="{E158FEF7-F0A5-F545-4E3D-C38337BF23A7}"/>
          </ac:spMkLst>
        </pc:spChg>
        <pc:spChg chg="del mod">
          <ac:chgData name="Prof. Sonia Singh" userId="6f675423-8f79-44df-83d5-6930672ff1de" providerId="ADAL" clId="{AE1A8B15-2139-784A-9DF8-D053E4395CCA}" dt="2023-01-12T14:22:03.503" v="314" actId="478"/>
          <ac:spMkLst>
            <pc:docMk/>
            <pc:sldMk cId="2010874300" sldId="329"/>
            <ac:spMk id="60" creationId="{AD305FBB-B2DB-E6AA-B638-5FA04B9AAFB5}"/>
          </ac:spMkLst>
        </pc:spChg>
        <pc:spChg chg="del mod">
          <ac:chgData name="Prof. Sonia Singh" userId="6f675423-8f79-44df-83d5-6930672ff1de" providerId="ADAL" clId="{AE1A8B15-2139-784A-9DF8-D053E4395CCA}" dt="2023-01-12T14:21:54.134" v="311" actId="478"/>
          <ac:spMkLst>
            <pc:docMk/>
            <pc:sldMk cId="2010874300" sldId="329"/>
            <ac:spMk id="61" creationId="{2F9A74C5-06D2-C12D-7289-C61D62B25602}"/>
          </ac:spMkLst>
        </pc:spChg>
        <pc:spChg chg="mod topLvl">
          <ac:chgData name="Prof. Sonia Singh" userId="6f675423-8f79-44df-83d5-6930672ff1de" providerId="ADAL" clId="{AE1A8B15-2139-784A-9DF8-D053E4395CCA}" dt="2023-01-12T14:25:28.706" v="349" actId="165"/>
          <ac:spMkLst>
            <pc:docMk/>
            <pc:sldMk cId="2010874300" sldId="329"/>
            <ac:spMk id="62" creationId="{F13D465B-3624-C732-A0EE-8DA640677CDD}"/>
          </ac:spMkLst>
        </pc:spChg>
        <pc:spChg chg="mod topLvl">
          <ac:chgData name="Prof. Sonia Singh" userId="6f675423-8f79-44df-83d5-6930672ff1de" providerId="ADAL" clId="{AE1A8B15-2139-784A-9DF8-D053E4395CCA}" dt="2023-01-12T14:25:28.706" v="349" actId="165"/>
          <ac:spMkLst>
            <pc:docMk/>
            <pc:sldMk cId="2010874300" sldId="329"/>
            <ac:spMk id="63" creationId="{9DA986C0-28B3-0CBD-5F0E-7BD4BF105887}"/>
          </ac:spMkLst>
        </pc:spChg>
        <pc:spChg chg="mod topLvl">
          <ac:chgData name="Prof. Sonia Singh" userId="6f675423-8f79-44df-83d5-6930672ff1de" providerId="ADAL" clId="{AE1A8B15-2139-784A-9DF8-D053E4395CCA}" dt="2023-01-12T14:25:28.706" v="349" actId="165"/>
          <ac:spMkLst>
            <pc:docMk/>
            <pc:sldMk cId="2010874300" sldId="329"/>
            <ac:spMk id="64" creationId="{7AD035D7-75EC-C623-88D2-DE66B26F52AB}"/>
          </ac:spMkLst>
        </pc:spChg>
        <pc:spChg chg="add del mod">
          <ac:chgData name="Prof. Sonia Singh" userId="6f675423-8f79-44df-83d5-6930672ff1de" providerId="ADAL" clId="{AE1A8B15-2139-784A-9DF8-D053E4395CCA}" dt="2023-01-12T14:23:12.154" v="329" actId="21"/>
          <ac:spMkLst>
            <pc:docMk/>
            <pc:sldMk cId="2010874300" sldId="329"/>
            <ac:spMk id="65" creationId="{C07459D5-65F2-521A-B8D6-9B5F26A5DF9B}"/>
          </ac:spMkLst>
        </pc:spChg>
        <pc:spChg chg="del mod">
          <ac:chgData name="Prof. Sonia Singh" userId="6f675423-8f79-44df-83d5-6930672ff1de" providerId="ADAL" clId="{AE1A8B15-2139-784A-9DF8-D053E4395CCA}" dt="2023-01-12T14:22:12.551" v="317" actId="478"/>
          <ac:spMkLst>
            <pc:docMk/>
            <pc:sldMk cId="2010874300" sldId="329"/>
            <ac:spMk id="66" creationId="{6E2F7AC5-1D7A-C002-4E8C-8C38B98ED2BA}"/>
          </ac:spMkLst>
        </pc:spChg>
        <pc:spChg chg="del mod">
          <ac:chgData name="Prof. Sonia Singh" userId="6f675423-8f79-44df-83d5-6930672ff1de" providerId="ADAL" clId="{AE1A8B15-2139-784A-9DF8-D053E4395CCA}" dt="2023-01-12T14:22:21.326" v="320" actId="478"/>
          <ac:spMkLst>
            <pc:docMk/>
            <pc:sldMk cId="2010874300" sldId="329"/>
            <ac:spMk id="67" creationId="{F0A2B1C8-7B06-3924-9448-DB1F96117FA4}"/>
          </ac:spMkLst>
        </pc:spChg>
        <pc:spChg chg="mod topLvl">
          <ac:chgData name="Prof. Sonia Singh" userId="6f675423-8f79-44df-83d5-6930672ff1de" providerId="ADAL" clId="{AE1A8B15-2139-784A-9DF8-D053E4395CCA}" dt="2023-01-12T14:25:28.706" v="349" actId="165"/>
          <ac:spMkLst>
            <pc:docMk/>
            <pc:sldMk cId="2010874300" sldId="329"/>
            <ac:spMk id="68" creationId="{692312A5-3309-D6B2-24A6-095B74AB1B0B}"/>
          </ac:spMkLst>
        </pc:spChg>
        <pc:spChg chg="del mod">
          <ac:chgData name="Prof. Sonia Singh" userId="6f675423-8f79-44df-83d5-6930672ff1de" providerId="ADAL" clId="{AE1A8B15-2139-784A-9DF8-D053E4395CCA}" dt="2023-01-12T14:22:18.329" v="319" actId="21"/>
          <ac:spMkLst>
            <pc:docMk/>
            <pc:sldMk cId="2010874300" sldId="329"/>
            <ac:spMk id="69" creationId="{5480710D-1084-D837-4F5F-BD0707F2D4CA}"/>
          </ac:spMkLst>
        </pc:spChg>
        <pc:spChg chg="del mod topLvl">
          <ac:chgData name="Prof. Sonia Singh" userId="6f675423-8f79-44df-83d5-6930672ff1de" providerId="ADAL" clId="{AE1A8B15-2139-784A-9DF8-D053E4395CCA}" dt="2023-01-12T14:25:52.273" v="356" actId="21"/>
          <ac:spMkLst>
            <pc:docMk/>
            <pc:sldMk cId="2010874300" sldId="329"/>
            <ac:spMk id="70" creationId="{2ABC489F-85A9-402B-1F1A-1523A5B30025}"/>
          </ac:spMkLst>
        </pc:spChg>
        <pc:spChg chg="add del mod">
          <ac:chgData name="Prof. Sonia Singh" userId="6f675423-8f79-44df-83d5-6930672ff1de" providerId="ADAL" clId="{AE1A8B15-2139-784A-9DF8-D053E4395CCA}" dt="2023-01-12T14:21:25.016" v="304" actId="21"/>
          <ac:spMkLst>
            <pc:docMk/>
            <pc:sldMk cId="2010874300" sldId="329"/>
            <ac:spMk id="71" creationId="{17EA7454-B961-AD93-2728-588EE284CEAE}"/>
          </ac:spMkLst>
        </pc:spChg>
        <pc:spChg chg="del mod">
          <ac:chgData name="Prof. Sonia Singh" userId="6f675423-8f79-44df-83d5-6930672ff1de" providerId="ADAL" clId="{AE1A8B15-2139-784A-9DF8-D053E4395CCA}" dt="2023-01-12T14:21:51.291" v="310" actId="21"/>
          <ac:spMkLst>
            <pc:docMk/>
            <pc:sldMk cId="2010874300" sldId="329"/>
            <ac:spMk id="72" creationId="{45F5DD9B-82CF-DADA-1B97-CCE5440AB288}"/>
          </ac:spMkLst>
        </pc:spChg>
        <pc:spChg chg="del mod">
          <ac:chgData name="Prof. Sonia Singh" userId="6f675423-8f79-44df-83d5-6930672ff1de" providerId="ADAL" clId="{AE1A8B15-2139-784A-9DF8-D053E4395CCA}" dt="2023-01-12T14:22:00.265" v="313" actId="21"/>
          <ac:spMkLst>
            <pc:docMk/>
            <pc:sldMk cId="2010874300" sldId="329"/>
            <ac:spMk id="73" creationId="{DE5B706E-FDA1-25EC-2550-8F496217D094}"/>
          </ac:spMkLst>
        </pc:spChg>
        <pc:spChg chg="del mod">
          <ac:chgData name="Prof. Sonia Singh" userId="6f675423-8f79-44df-83d5-6930672ff1de" providerId="ADAL" clId="{AE1A8B15-2139-784A-9DF8-D053E4395CCA}" dt="2023-01-12T14:18:05.216" v="270" actId="21"/>
          <ac:spMkLst>
            <pc:docMk/>
            <pc:sldMk cId="2010874300" sldId="329"/>
            <ac:spMk id="74" creationId="{9F9E48D9-1EF1-0C8D-437D-511D7EB322D3}"/>
          </ac:spMkLst>
        </pc:spChg>
        <pc:spChg chg="del mod topLvl">
          <ac:chgData name="Prof. Sonia Singh" userId="6f675423-8f79-44df-83d5-6930672ff1de" providerId="ADAL" clId="{AE1A8B15-2139-784A-9DF8-D053E4395CCA}" dt="2023-01-12T14:25:32.989" v="350" actId="21"/>
          <ac:spMkLst>
            <pc:docMk/>
            <pc:sldMk cId="2010874300" sldId="329"/>
            <ac:spMk id="75" creationId="{25442F13-5C84-5D8F-221D-F75BDE71B2A3}"/>
          </ac:spMkLst>
        </pc:spChg>
        <pc:spChg chg="del mod topLvl">
          <ac:chgData name="Prof. Sonia Singh" userId="6f675423-8f79-44df-83d5-6930672ff1de" providerId="ADAL" clId="{AE1A8B15-2139-784A-9DF8-D053E4395CCA}" dt="2023-01-12T14:25:42.558" v="353" actId="21"/>
          <ac:spMkLst>
            <pc:docMk/>
            <pc:sldMk cId="2010874300" sldId="329"/>
            <ac:spMk id="76" creationId="{1EB8F628-0726-A975-F313-F2151CD4F39F}"/>
          </ac:spMkLst>
        </pc:spChg>
        <pc:spChg chg="add mod">
          <ac:chgData name="Prof. Sonia Singh" userId="6f675423-8f79-44df-83d5-6930672ff1de" providerId="ADAL" clId="{AE1A8B15-2139-784A-9DF8-D053E4395CCA}" dt="2023-01-12T14:20:28.995" v="298" actId="14100"/>
          <ac:spMkLst>
            <pc:docMk/>
            <pc:sldMk cId="2010874300" sldId="329"/>
            <ac:spMk id="77" creationId="{83EB1490-97B9-ECBA-C399-31AA55E42E18}"/>
          </ac:spMkLst>
        </pc:spChg>
        <pc:spChg chg="add mod">
          <ac:chgData name="Prof. Sonia Singh" userId="6f675423-8f79-44df-83d5-6930672ff1de" providerId="ADAL" clId="{AE1A8B15-2139-784A-9DF8-D053E4395CCA}" dt="2023-01-12T14:29:54.777" v="379" actId="166"/>
          <ac:spMkLst>
            <pc:docMk/>
            <pc:sldMk cId="2010874300" sldId="329"/>
            <ac:spMk id="78" creationId="{F009293C-064F-4EDD-BA2B-BF3F8428DD21}"/>
          </ac:spMkLst>
        </pc:spChg>
        <pc:spChg chg="add del mod">
          <ac:chgData name="Prof. Sonia Singh" userId="6f675423-8f79-44df-83d5-6930672ff1de" providerId="ADAL" clId="{AE1A8B15-2139-784A-9DF8-D053E4395CCA}" dt="2023-01-12T14:00:01.570" v="85" actId="478"/>
          <ac:spMkLst>
            <pc:docMk/>
            <pc:sldMk cId="2010874300" sldId="329"/>
            <ac:spMk id="79" creationId="{81526AE4-5A81-437E-E3E0-640A093CBF77}"/>
          </ac:spMkLst>
        </pc:spChg>
        <pc:spChg chg="mod topLvl">
          <ac:chgData name="Prof. Sonia Singh" userId="6f675423-8f79-44df-83d5-6930672ff1de" providerId="ADAL" clId="{AE1A8B15-2139-784A-9DF8-D053E4395CCA}" dt="2023-01-12T14:29:08.032" v="377" actId="12788"/>
          <ac:spMkLst>
            <pc:docMk/>
            <pc:sldMk cId="2010874300" sldId="329"/>
            <ac:spMk id="81" creationId="{FD50B232-C770-3309-48EF-F2E023E4D95A}"/>
          </ac:spMkLst>
        </pc:spChg>
        <pc:spChg chg="mod topLvl">
          <ac:chgData name="Prof. Sonia Singh" userId="6f675423-8f79-44df-83d5-6930672ff1de" providerId="ADAL" clId="{AE1A8B15-2139-784A-9DF8-D053E4395CCA}" dt="2023-01-12T14:28:46.950" v="375" actId="12788"/>
          <ac:spMkLst>
            <pc:docMk/>
            <pc:sldMk cId="2010874300" sldId="329"/>
            <ac:spMk id="82" creationId="{825944D8-6804-2FDC-007A-EB0C806A8683}"/>
          </ac:spMkLst>
        </pc:spChg>
        <pc:spChg chg="mod topLvl">
          <ac:chgData name="Prof. Sonia Singh" userId="6f675423-8f79-44df-83d5-6930672ff1de" providerId="ADAL" clId="{AE1A8B15-2139-784A-9DF8-D053E4395CCA}" dt="2023-01-12T14:28:56.731" v="376" actId="12788"/>
          <ac:spMkLst>
            <pc:docMk/>
            <pc:sldMk cId="2010874300" sldId="329"/>
            <ac:spMk id="83" creationId="{1E4342B4-7F60-4835-CD1E-CE3BECD3554D}"/>
          </ac:spMkLst>
        </pc:spChg>
        <pc:spChg chg="mod topLvl">
          <ac:chgData name="Prof. Sonia Singh" userId="6f675423-8f79-44df-83d5-6930672ff1de" providerId="ADAL" clId="{AE1A8B15-2139-784A-9DF8-D053E4395CCA}" dt="2023-01-12T14:28:56.731" v="376" actId="12788"/>
          <ac:spMkLst>
            <pc:docMk/>
            <pc:sldMk cId="2010874300" sldId="329"/>
            <ac:spMk id="84" creationId="{D16DCD60-D1F4-1A45-E121-97DBA48B16EB}"/>
          </ac:spMkLst>
        </pc:spChg>
        <pc:spChg chg="mod topLvl">
          <ac:chgData name="Prof. Sonia Singh" userId="6f675423-8f79-44df-83d5-6930672ff1de" providerId="ADAL" clId="{AE1A8B15-2139-784A-9DF8-D053E4395CCA}" dt="2023-01-12T14:28:46.950" v="375" actId="12788"/>
          <ac:spMkLst>
            <pc:docMk/>
            <pc:sldMk cId="2010874300" sldId="329"/>
            <ac:spMk id="85" creationId="{3ACAF0E6-01C4-AC01-BF7F-F0A72572CB91}"/>
          </ac:spMkLst>
        </pc:spChg>
        <pc:spChg chg="mod topLvl">
          <ac:chgData name="Prof. Sonia Singh" userId="6f675423-8f79-44df-83d5-6930672ff1de" providerId="ADAL" clId="{AE1A8B15-2139-784A-9DF8-D053E4395CCA}" dt="2023-01-12T14:29:08.032" v="377" actId="12788"/>
          <ac:spMkLst>
            <pc:docMk/>
            <pc:sldMk cId="2010874300" sldId="329"/>
            <ac:spMk id="86" creationId="{4052C999-6B84-6BBC-110F-F99195494DB4}"/>
          </ac:spMkLst>
        </pc:spChg>
        <pc:spChg chg="mod topLvl">
          <ac:chgData name="Prof. Sonia Singh" userId="6f675423-8f79-44df-83d5-6930672ff1de" providerId="ADAL" clId="{AE1A8B15-2139-784A-9DF8-D053E4395CCA}" dt="2023-01-12T14:29:08.032" v="377" actId="12788"/>
          <ac:spMkLst>
            <pc:docMk/>
            <pc:sldMk cId="2010874300" sldId="329"/>
            <ac:spMk id="87" creationId="{A0B7713A-F117-8C99-AF87-6A99831295AA}"/>
          </ac:spMkLst>
        </pc:spChg>
        <pc:spChg chg="add del mod">
          <ac:chgData name="Prof. Sonia Singh" userId="6f675423-8f79-44df-83d5-6930672ff1de" providerId="ADAL" clId="{AE1A8B15-2139-784A-9DF8-D053E4395CCA}" dt="2023-01-12T14:00:03.287" v="86" actId="478"/>
          <ac:spMkLst>
            <pc:docMk/>
            <pc:sldMk cId="2010874300" sldId="329"/>
            <ac:spMk id="88" creationId="{F1C1394F-FF43-5E36-B565-76BB4FD0DA48}"/>
          </ac:spMkLst>
        </pc:spChg>
        <pc:spChg chg="add del mod">
          <ac:chgData name="Prof. Sonia Singh" userId="6f675423-8f79-44df-83d5-6930672ff1de" providerId="ADAL" clId="{AE1A8B15-2139-784A-9DF8-D053E4395CCA}" dt="2023-01-12T14:00:04.445" v="87" actId="478"/>
          <ac:spMkLst>
            <pc:docMk/>
            <pc:sldMk cId="2010874300" sldId="329"/>
            <ac:spMk id="89" creationId="{252B8722-C7BA-0235-61B2-E96ABC7FB6A3}"/>
          </ac:spMkLst>
        </pc:spChg>
        <pc:spChg chg="add del mod">
          <ac:chgData name="Prof. Sonia Singh" userId="6f675423-8f79-44df-83d5-6930672ff1de" providerId="ADAL" clId="{AE1A8B15-2139-784A-9DF8-D053E4395CCA}" dt="2023-01-12T14:00:08.691" v="89" actId="478"/>
          <ac:spMkLst>
            <pc:docMk/>
            <pc:sldMk cId="2010874300" sldId="329"/>
            <ac:spMk id="90" creationId="{8B66A2CC-88C7-CA77-496E-83F912218E79}"/>
          </ac:spMkLst>
        </pc:spChg>
        <pc:spChg chg="add del mod">
          <ac:chgData name="Prof. Sonia Singh" userId="6f675423-8f79-44df-83d5-6930672ff1de" providerId="ADAL" clId="{AE1A8B15-2139-784A-9DF8-D053E4395CCA}" dt="2023-01-12T14:00:06.399" v="88" actId="478"/>
          <ac:spMkLst>
            <pc:docMk/>
            <pc:sldMk cId="2010874300" sldId="329"/>
            <ac:spMk id="91" creationId="{3E874B2B-4D16-ED1A-048A-C1C93E1B34F0}"/>
          </ac:spMkLst>
        </pc:spChg>
        <pc:spChg chg="add del mod">
          <ac:chgData name="Prof. Sonia Singh" userId="6f675423-8f79-44df-83d5-6930672ff1de" providerId="ADAL" clId="{AE1A8B15-2139-784A-9DF8-D053E4395CCA}" dt="2023-01-12T13:55:57.561" v="12" actId="478"/>
          <ac:spMkLst>
            <pc:docMk/>
            <pc:sldMk cId="2010874300" sldId="329"/>
            <ac:spMk id="92" creationId="{21E93B71-C241-2828-6CE4-4196DE522C68}"/>
          </ac:spMkLst>
        </pc:spChg>
        <pc:spChg chg="add del mod">
          <ac:chgData name="Prof. Sonia Singh" userId="6f675423-8f79-44df-83d5-6930672ff1de" providerId="ADAL" clId="{AE1A8B15-2139-784A-9DF8-D053E4395CCA}" dt="2023-01-12T13:55:59.193" v="13" actId="478"/>
          <ac:spMkLst>
            <pc:docMk/>
            <pc:sldMk cId="2010874300" sldId="329"/>
            <ac:spMk id="93" creationId="{824015AC-B371-F089-20DE-CF5DF342F304}"/>
          </ac:spMkLst>
        </pc:spChg>
        <pc:spChg chg="add del mod">
          <ac:chgData name="Prof. Sonia Singh" userId="6f675423-8f79-44df-83d5-6930672ff1de" providerId="ADAL" clId="{AE1A8B15-2139-784A-9DF8-D053E4395CCA}" dt="2023-01-12T13:56:01.449" v="14" actId="478"/>
          <ac:spMkLst>
            <pc:docMk/>
            <pc:sldMk cId="2010874300" sldId="329"/>
            <ac:spMk id="94" creationId="{A0EB66A1-53E0-5373-212B-E2ED9A5E5C92}"/>
          </ac:spMkLst>
        </pc:spChg>
        <pc:spChg chg="add del mod">
          <ac:chgData name="Prof. Sonia Singh" userId="6f675423-8f79-44df-83d5-6930672ff1de" providerId="ADAL" clId="{AE1A8B15-2139-784A-9DF8-D053E4395CCA}" dt="2023-01-12T13:55:55.346" v="11" actId="478"/>
          <ac:spMkLst>
            <pc:docMk/>
            <pc:sldMk cId="2010874300" sldId="329"/>
            <ac:spMk id="95" creationId="{77EC03F4-2AE9-4C33-BC03-DA75214C3ECD}"/>
          </ac:spMkLst>
        </pc:spChg>
        <pc:spChg chg="add del mod topLvl">
          <ac:chgData name="Prof. Sonia Singh" userId="6f675423-8f79-44df-83d5-6930672ff1de" providerId="ADAL" clId="{AE1A8B15-2139-784A-9DF8-D053E4395CCA}" dt="2023-01-12T14:24:35.960" v="342" actId="478"/>
          <ac:spMkLst>
            <pc:docMk/>
            <pc:sldMk cId="2010874300" sldId="329"/>
            <ac:spMk id="96" creationId="{5BEE3A99-8D06-FED5-AD99-098FFBB25CF2}"/>
          </ac:spMkLst>
        </pc:spChg>
        <pc:spChg chg="add del mod topLvl">
          <ac:chgData name="Prof. Sonia Singh" userId="6f675423-8f79-44df-83d5-6930672ff1de" providerId="ADAL" clId="{AE1A8B15-2139-784A-9DF8-D053E4395CCA}" dt="2023-01-12T14:29:08.032" v="377" actId="12788"/>
          <ac:spMkLst>
            <pc:docMk/>
            <pc:sldMk cId="2010874300" sldId="329"/>
            <ac:spMk id="98" creationId="{6DE6A63C-AAAF-7BF1-66B8-6DA9315851F6}"/>
          </ac:spMkLst>
        </pc:spChg>
        <pc:spChg chg="add del mod topLvl">
          <ac:chgData name="Prof. Sonia Singh" userId="6f675423-8f79-44df-83d5-6930672ff1de" providerId="ADAL" clId="{AE1A8B15-2139-784A-9DF8-D053E4395CCA}" dt="2023-01-12T14:28:46.950" v="375" actId="12788"/>
          <ac:spMkLst>
            <pc:docMk/>
            <pc:sldMk cId="2010874300" sldId="329"/>
            <ac:spMk id="99" creationId="{09DEA983-F08B-75BF-9E51-C943F03B05C6}"/>
          </ac:spMkLst>
        </pc:spChg>
        <pc:spChg chg="add del mod topLvl">
          <ac:chgData name="Prof. Sonia Singh" userId="6f675423-8f79-44df-83d5-6930672ff1de" providerId="ADAL" clId="{AE1A8B15-2139-784A-9DF8-D053E4395CCA}" dt="2023-01-12T14:28:56.731" v="376" actId="12788"/>
          <ac:spMkLst>
            <pc:docMk/>
            <pc:sldMk cId="2010874300" sldId="329"/>
            <ac:spMk id="100" creationId="{1B4FCBEE-DD41-57DF-C81A-929A860F144D}"/>
          </ac:spMkLst>
        </pc:spChg>
        <pc:spChg chg="add del mod topLvl">
          <ac:chgData name="Prof. Sonia Singh" userId="6f675423-8f79-44df-83d5-6930672ff1de" providerId="ADAL" clId="{AE1A8B15-2139-784A-9DF8-D053E4395CCA}" dt="2023-01-12T14:28:56.731" v="376" actId="12788"/>
          <ac:spMkLst>
            <pc:docMk/>
            <pc:sldMk cId="2010874300" sldId="329"/>
            <ac:spMk id="101" creationId="{B69F7217-30C1-3190-0CB6-E61C4329FCC7}"/>
          </ac:spMkLst>
        </pc:spChg>
        <pc:spChg chg="add del mod topLvl">
          <ac:chgData name="Prof. Sonia Singh" userId="6f675423-8f79-44df-83d5-6930672ff1de" providerId="ADAL" clId="{AE1A8B15-2139-784A-9DF8-D053E4395CCA}" dt="2023-01-12T14:28:46.950" v="375" actId="12788"/>
          <ac:spMkLst>
            <pc:docMk/>
            <pc:sldMk cId="2010874300" sldId="329"/>
            <ac:spMk id="102" creationId="{2F39A383-4107-6813-E7DB-45D7C1D3A755}"/>
          </ac:spMkLst>
        </pc:spChg>
        <pc:spChg chg="add del mod topLvl">
          <ac:chgData name="Prof. Sonia Singh" userId="6f675423-8f79-44df-83d5-6930672ff1de" providerId="ADAL" clId="{AE1A8B15-2139-784A-9DF8-D053E4395CCA}" dt="2023-01-12T14:29:08.032" v="377" actId="12788"/>
          <ac:spMkLst>
            <pc:docMk/>
            <pc:sldMk cId="2010874300" sldId="329"/>
            <ac:spMk id="103" creationId="{DAAFF260-FE7F-C19C-720E-33CE24FAE8B5}"/>
          </ac:spMkLst>
        </pc:spChg>
        <pc:spChg chg="del mod topLvl">
          <ac:chgData name="Prof. Sonia Singh" userId="6f675423-8f79-44df-83d5-6930672ff1de" providerId="ADAL" clId="{AE1A8B15-2139-784A-9DF8-D053E4395CCA}" dt="2023-01-12T14:02:19.024" v="108" actId="478"/>
          <ac:spMkLst>
            <pc:docMk/>
            <pc:sldMk cId="2010874300" sldId="329"/>
            <ac:spMk id="104" creationId="{7CD28101-C6D4-6B66-BA24-046842CA40D6}"/>
          </ac:spMkLst>
        </pc:spChg>
        <pc:spChg chg="add del mod topLvl">
          <ac:chgData name="Prof. Sonia Singh" userId="6f675423-8f79-44df-83d5-6930672ff1de" providerId="ADAL" clId="{AE1A8B15-2139-784A-9DF8-D053E4395CCA}" dt="2023-01-12T14:28:46.950" v="375" actId="12788"/>
          <ac:spMkLst>
            <pc:docMk/>
            <pc:sldMk cId="2010874300" sldId="329"/>
            <ac:spMk id="105" creationId="{6B2011AD-728A-BF24-E862-00F30DF58F3E}"/>
          </ac:spMkLst>
        </pc:spChg>
        <pc:spChg chg="add del mod">
          <ac:chgData name="Prof. Sonia Singh" userId="6f675423-8f79-44df-83d5-6930672ff1de" providerId="ADAL" clId="{AE1A8B15-2139-784A-9DF8-D053E4395CCA}" dt="2023-01-12T14:00:54.046" v="94"/>
          <ac:spMkLst>
            <pc:docMk/>
            <pc:sldMk cId="2010874300" sldId="329"/>
            <ac:spMk id="106" creationId="{BAB5B7F0-8D11-D36D-69ED-1A8D8DC3AA9C}"/>
          </ac:spMkLst>
        </pc:spChg>
        <pc:spChg chg="add del mod topLvl">
          <ac:chgData name="Prof. Sonia Singh" userId="6f675423-8f79-44df-83d5-6930672ff1de" providerId="ADAL" clId="{AE1A8B15-2139-784A-9DF8-D053E4395CCA}" dt="2023-01-12T14:28:56.731" v="376" actId="12788"/>
          <ac:spMkLst>
            <pc:docMk/>
            <pc:sldMk cId="2010874300" sldId="329"/>
            <ac:spMk id="108" creationId="{DC277386-A475-709C-D3D1-4B4A3D9D4D63}"/>
          </ac:spMkLst>
        </pc:spChg>
        <pc:spChg chg="add mod topLvl">
          <ac:chgData name="Prof. Sonia Singh" userId="6f675423-8f79-44df-83d5-6930672ff1de" providerId="ADAL" clId="{AE1A8B15-2139-784A-9DF8-D053E4395CCA}" dt="2023-01-12T14:21:05.695" v="300" actId="14100"/>
          <ac:spMkLst>
            <pc:docMk/>
            <pc:sldMk cId="2010874300" sldId="329"/>
            <ac:spMk id="109" creationId="{B59D78DB-277A-A473-ADC8-567C67C67815}"/>
          </ac:spMkLst>
        </pc:spChg>
        <pc:spChg chg="add mod">
          <ac:chgData name="Prof. Sonia Singh" userId="6f675423-8f79-44df-83d5-6930672ff1de" providerId="ADAL" clId="{AE1A8B15-2139-784A-9DF8-D053E4395CCA}" dt="2023-01-12T14:14:04.642" v="198" actId="1038"/>
          <ac:spMkLst>
            <pc:docMk/>
            <pc:sldMk cId="2010874300" sldId="329"/>
            <ac:spMk id="110" creationId="{5F6468DC-3D1D-52B8-BC25-B3A7950A969A}"/>
          </ac:spMkLst>
        </pc:spChg>
        <pc:spChg chg="add mod">
          <ac:chgData name="Prof. Sonia Singh" userId="6f675423-8f79-44df-83d5-6930672ff1de" providerId="ADAL" clId="{AE1A8B15-2139-784A-9DF8-D053E4395CCA}" dt="2023-01-12T14:14:04.642" v="198" actId="1038"/>
          <ac:spMkLst>
            <pc:docMk/>
            <pc:sldMk cId="2010874300" sldId="329"/>
            <ac:spMk id="111" creationId="{8C2A7270-F479-31DE-2873-48E2C25082BE}"/>
          </ac:spMkLst>
        </pc:spChg>
        <pc:spChg chg="add mod">
          <ac:chgData name="Prof. Sonia Singh" userId="6f675423-8f79-44df-83d5-6930672ff1de" providerId="ADAL" clId="{AE1A8B15-2139-784A-9DF8-D053E4395CCA}" dt="2023-01-12T14:14:04.642" v="198" actId="1038"/>
          <ac:spMkLst>
            <pc:docMk/>
            <pc:sldMk cId="2010874300" sldId="329"/>
            <ac:spMk id="112" creationId="{2C33E15A-6ACE-BA94-33B6-36615478FE70}"/>
          </ac:spMkLst>
        </pc:spChg>
        <pc:spChg chg="add mod">
          <ac:chgData name="Prof. Sonia Singh" userId="6f675423-8f79-44df-83d5-6930672ff1de" providerId="ADAL" clId="{AE1A8B15-2139-784A-9DF8-D053E4395CCA}" dt="2023-01-12T14:14:04.642" v="198" actId="1038"/>
          <ac:spMkLst>
            <pc:docMk/>
            <pc:sldMk cId="2010874300" sldId="329"/>
            <ac:spMk id="113" creationId="{C74EAEE1-005C-8D9B-6262-C53EB5960BCF}"/>
          </ac:spMkLst>
        </pc:spChg>
        <pc:spChg chg="add mod">
          <ac:chgData name="Prof. Sonia Singh" userId="6f675423-8f79-44df-83d5-6930672ff1de" providerId="ADAL" clId="{AE1A8B15-2139-784A-9DF8-D053E4395CCA}" dt="2023-01-12T14:14:04.642" v="198" actId="1038"/>
          <ac:spMkLst>
            <pc:docMk/>
            <pc:sldMk cId="2010874300" sldId="329"/>
            <ac:spMk id="114" creationId="{915F76B1-BF75-E687-A144-BFA5B266A0A7}"/>
          </ac:spMkLst>
        </pc:spChg>
        <pc:spChg chg="add mod">
          <ac:chgData name="Prof. Sonia Singh" userId="6f675423-8f79-44df-83d5-6930672ff1de" providerId="ADAL" clId="{AE1A8B15-2139-784A-9DF8-D053E4395CCA}" dt="2023-01-12T14:14:04.642" v="198" actId="1038"/>
          <ac:spMkLst>
            <pc:docMk/>
            <pc:sldMk cId="2010874300" sldId="329"/>
            <ac:spMk id="115" creationId="{287764EC-DE67-0AFA-82AD-638DD9CE6C10}"/>
          </ac:spMkLst>
        </pc:spChg>
        <pc:spChg chg="add mod topLvl">
          <ac:chgData name="Prof. Sonia Singh" userId="6f675423-8f79-44df-83d5-6930672ff1de" providerId="ADAL" clId="{AE1A8B15-2139-784A-9DF8-D053E4395CCA}" dt="2023-01-12T14:22:54.494" v="328" actId="1035"/>
          <ac:spMkLst>
            <pc:docMk/>
            <pc:sldMk cId="2010874300" sldId="329"/>
            <ac:spMk id="119" creationId="{C5EACE96-0B10-139F-4BDC-7ACEC03C3AC0}"/>
          </ac:spMkLst>
        </pc:spChg>
        <pc:spChg chg="add mod">
          <ac:chgData name="Prof. Sonia Singh" userId="6f675423-8f79-44df-83d5-6930672ff1de" providerId="ADAL" clId="{AE1A8B15-2139-784A-9DF8-D053E4395CCA}" dt="2023-01-12T14:15:54.172" v="248" actId="1037"/>
          <ac:spMkLst>
            <pc:docMk/>
            <pc:sldMk cId="2010874300" sldId="329"/>
            <ac:spMk id="120" creationId="{44B75769-04AA-789E-C172-D963C230281D}"/>
          </ac:spMkLst>
        </pc:spChg>
        <pc:spChg chg="add del mod">
          <ac:chgData name="Prof. Sonia Singh" userId="6f675423-8f79-44df-83d5-6930672ff1de" providerId="ADAL" clId="{AE1A8B15-2139-784A-9DF8-D053E4395CCA}" dt="2023-01-12T14:17:58.171" v="269" actId="21"/>
          <ac:spMkLst>
            <pc:docMk/>
            <pc:sldMk cId="2010874300" sldId="329"/>
            <ac:spMk id="122" creationId="{101BF9C3-3976-D7D3-ED5F-0D11DF1BBDB3}"/>
          </ac:spMkLst>
        </pc:spChg>
        <pc:spChg chg="add del mod">
          <ac:chgData name="Prof. Sonia Singh" userId="6f675423-8f79-44df-83d5-6930672ff1de" providerId="ADAL" clId="{AE1A8B15-2139-784A-9DF8-D053E4395CCA}" dt="2023-01-12T14:23:14.755" v="330" actId="478"/>
          <ac:spMkLst>
            <pc:docMk/>
            <pc:sldMk cId="2010874300" sldId="329"/>
            <ac:spMk id="123" creationId="{A24DC6DA-BF0F-B3AB-F79F-DA25962339C6}"/>
          </ac:spMkLst>
        </pc:spChg>
        <pc:spChg chg="add mod">
          <ac:chgData name="Prof. Sonia Singh" userId="6f675423-8f79-44df-83d5-6930672ff1de" providerId="ADAL" clId="{AE1A8B15-2139-784A-9DF8-D053E4395CCA}" dt="2023-01-12T14:21:43.997" v="309"/>
          <ac:spMkLst>
            <pc:docMk/>
            <pc:sldMk cId="2010874300" sldId="329"/>
            <ac:spMk id="124" creationId="{0DC5812E-5331-D19A-FA58-554BAC97390D}"/>
          </ac:spMkLst>
        </pc:spChg>
        <pc:spChg chg="add mod">
          <ac:chgData name="Prof. Sonia Singh" userId="6f675423-8f79-44df-83d5-6930672ff1de" providerId="ADAL" clId="{AE1A8B15-2139-784A-9DF8-D053E4395CCA}" dt="2023-01-12T14:21:56.436" v="312"/>
          <ac:spMkLst>
            <pc:docMk/>
            <pc:sldMk cId="2010874300" sldId="329"/>
            <ac:spMk id="125" creationId="{E34488DB-CD05-EDC5-1DE7-D9AB3272E82E}"/>
          </ac:spMkLst>
        </pc:spChg>
        <pc:spChg chg="add mod">
          <ac:chgData name="Prof. Sonia Singh" userId="6f675423-8f79-44df-83d5-6930672ff1de" providerId="ADAL" clId="{AE1A8B15-2139-784A-9DF8-D053E4395CCA}" dt="2023-01-12T14:22:03.957" v="315"/>
          <ac:spMkLst>
            <pc:docMk/>
            <pc:sldMk cId="2010874300" sldId="329"/>
            <ac:spMk id="126" creationId="{DB9124EF-583B-86C8-51BA-B0794A16A27B}"/>
          </ac:spMkLst>
        </pc:spChg>
        <pc:spChg chg="add mod">
          <ac:chgData name="Prof. Sonia Singh" userId="6f675423-8f79-44df-83d5-6930672ff1de" providerId="ADAL" clId="{AE1A8B15-2139-784A-9DF8-D053E4395CCA}" dt="2023-01-12T14:28:56.731" v="376" actId="12788"/>
          <ac:spMkLst>
            <pc:docMk/>
            <pc:sldMk cId="2010874300" sldId="329"/>
            <ac:spMk id="127" creationId="{2FACDD02-0EA0-2AFC-6442-99DF7FAA91C3}"/>
          </ac:spMkLst>
        </pc:spChg>
        <pc:spChg chg="add mod">
          <ac:chgData name="Prof. Sonia Singh" userId="6f675423-8f79-44df-83d5-6930672ff1de" providerId="ADAL" clId="{AE1A8B15-2139-784A-9DF8-D053E4395CCA}" dt="2023-01-12T14:28:46.950" v="375" actId="12788"/>
          <ac:spMkLst>
            <pc:docMk/>
            <pc:sldMk cId="2010874300" sldId="329"/>
            <ac:spMk id="128" creationId="{BB7EEA9D-5BDF-2396-C3FA-95DDEEAA226D}"/>
          </ac:spMkLst>
        </pc:spChg>
        <pc:spChg chg="add del mod">
          <ac:chgData name="Prof. Sonia Singh" userId="6f675423-8f79-44df-83d5-6930672ff1de" providerId="ADAL" clId="{AE1A8B15-2139-784A-9DF8-D053E4395CCA}" dt="2023-01-12T14:26:39.421" v="365" actId="478"/>
          <ac:spMkLst>
            <pc:docMk/>
            <pc:sldMk cId="2010874300" sldId="329"/>
            <ac:spMk id="129" creationId="{6931701A-3FED-C70D-6C26-5D106EE2066D}"/>
          </ac:spMkLst>
        </pc:spChg>
        <pc:spChg chg="add mod">
          <ac:chgData name="Prof. Sonia Singh" userId="6f675423-8f79-44df-83d5-6930672ff1de" providerId="ADAL" clId="{AE1A8B15-2139-784A-9DF8-D053E4395CCA}" dt="2023-01-12T14:25:37.137" v="352"/>
          <ac:spMkLst>
            <pc:docMk/>
            <pc:sldMk cId="2010874300" sldId="329"/>
            <ac:spMk id="130" creationId="{AD818FB4-77A8-92EA-E0BC-805932701346}"/>
          </ac:spMkLst>
        </pc:spChg>
        <pc:spChg chg="add mod">
          <ac:chgData name="Prof. Sonia Singh" userId="6f675423-8f79-44df-83d5-6930672ff1de" providerId="ADAL" clId="{AE1A8B15-2139-784A-9DF8-D053E4395CCA}" dt="2023-01-12T14:25:46.593" v="355"/>
          <ac:spMkLst>
            <pc:docMk/>
            <pc:sldMk cId="2010874300" sldId="329"/>
            <ac:spMk id="131" creationId="{E1C4DC0E-EFEC-EB62-9C28-1366D2C41D0C}"/>
          </ac:spMkLst>
        </pc:spChg>
        <pc:spChg chg="add mod">
          <ac:chgData name="Prof. Sonia Singh" userId="6f675423-8f79-44df-83d5-6930672ff1de" providerId="ADAL" clId="{AE1A8B15-2139-784A-9DF8-D053E4395CCA}" dt="2023-01-12T14:25:53.908" v="357"/>
          <ac:spMkLst>
            <pc:docMk/>
            <pc:sldMk cId="2010874300" sldId="329"/>
            <ac:spMk id="132" creationId="{19DF6E8B-F183-35CD-7430-D29510FCCCF2}"/>
          </ac:spMkLst>
        </pc:spChg>
        <pc:spChg chg="add mod">
          <ac:chgData name="Prof. Sonia Singh" userId="6f675423-8f79-44df-83d5-6930672ff1de" providerId="ADAL" clId="{AE1A8B15-2139-784A-9DF8-D053E4395CCA}" dt="2023-01-12T14:26:08.101" v="360" actId="1076"/>
          <ac:spMkLst>
            <pc:docMk/>
            <pc:sldMk cId="2010874300" sldId="329"/>
            <ac:spMk id="133" creationId="{091076CD-44A1-02B9-5A31-34C0A45DB7FA}"/>
          </ac:spMkLst>
        </pc:spChg>
        <pc:spChg chg="add mod">
          <ac:chgData name="Prof. Sonia Singh" userId="6f675423-8f79-44df-83d5-6930672ff1de" providerId="ADAL" clId="{AE1A8B15-2139-784A-9DF8-D053E4395CCA}" dt="2023-01-12T14:28:27.525" v="374" actId="692"/>
          <ac:spMkLst>
            <pc:docMk/>
            <pc:sldMk cId="2010874300" sldId="329"/>
            <ac:spMk id="134" creationId="{AA7FD653-8E18-6C8C-CB7E-F0DE01CE069D}"/>
          </ac:spMkLst>
        </pc:spChg>
        <pc:grpChg chg="add del mod">
          <ac:chgData name="Prof. Sonia Singh" userId="6f675423-8f79-44df-83d5-6930672ff1de" providerId="ADAL" clId="{AE1A8B15-2139-784A-9DF8-D053E4395CCA}" dt="2023-01-12T13:55:48.037" v="8"/>
          <ac:grpSpMkLst>
            <pc:docMk/>
            <pc:sldMk cId="2010874300" sldId="329"/>
            <ac:grpSpMk id="3" creationId="{43DEA1FB-0A0B-6839-D43E-282BDA084391}"/>
          </ac:grpSpMkLst>
        </pc:grpChg>
        <pc:grpChg chg="mod">
          <ac:chgData name="Prof. Sonia Singh" userId="6f675423-8f79-44df-83d5-6930672ff1de" providerId="ADAL" clId="{AE1A8B15-2139-784A-9DF8-D053E4395CCA}" dt="2023-01-12T13:55:44.607" v="7"/>
          <ac:grpSpMkLst>
            <pc:docMk/>
            <pc:sldMk cId="2010874300" sldId="329"/>
            <ac:grpSpMk id="5" creationId="{E871AD90-1EDA-211F-142A-3E7D9E2692C6}"/>
          </ac:grpSpMkLst>
        </pc:grpChg>
        <pc:grpChg chg="add del mod">
          <ac:chgData name="Prof. Sonia Singh" userId="6f675423-8f79-44df-83d5-6930672ff1de" providerId="ADAL" clId="{AE1A8B15-2139-784A-9DF8-D053E4395CCA}" dt="2023-01-12T13:55:48.037" v="8"/>
          <ac:grpSpMkLst>
            <pc:docMk/>
            <pc:sldMk cId="2010874300" sldId="329"/>
            <ac:grpSpMk id="34" creationId="{5088BFCF-10C5-E805-B0F5-17F9D27E8A9A}"/>
          </ac:grpSpMkLst>
        </pc:grpChg>
        <pc:grpChg chg="add del mod topLvl">
          <ac:chgData name="Prof. Sonia Singh" userId="6f675423-8f79-44df-83d5-6930672ff1de" providerId="ADAL" clId="{AE1A8B15-2139-784A-9DF8-D053E4395CCA}" dt="2023-01-12T14:24:58.457" v="346" actId="165"/>
          <ac:grpSpMkLst>
            <pc:docMk/>
            <pc:sldMk cId="2010874300" sldId="329"/>
            <ac:grpSpMk id="50" creationId="{8864D4AF-DD7F-A5A2-BBA9-25A8C6EEE9DB}"/>
          </ac:grpSpMkLst>
        </pc:grpChg>
        <pc:grpChg chg="add del mod topLvl">
          <ac:chgData name="Prof. Sonia Singh" userId="6f675423-8f79-44df-83d5-6930672ff1de" providerId="ADAL" clId="{AE1A8B15-2139-784A-9DF8-D053E4395CCA}" dt="2023-01-12T14:25:28.706" v="349" actId="165"/>
          <ac:grpSpMkLst>
            <pc:docMk/>
            <pc:sldMk cId="2010874300" sldId="329"/>
            <ac:grpSpMk id="51" creationId="{78E51CA4-DB67-F941-C973-66F496F7C3D8}"/>
          </ac:grpSpMkLst>
        </pc:grpChg>
        <pc:grpChg chg="add del mod topLvl">
          <ac:chgData name="Prof. Sonia Singh" userId="6f675423-8f79-44df-83d5-6930672ff1de" providerId="ADAL" clId="{AE1A8B15-2139-784A-9DF8-D053E4395CCA}" dt="2023-01-12T14:25:28.706" v="349" actId="165"/>
          <ac:grpSpMkLst>
            <pc:docMk/>
            <pc:sldMk cId="2010874300" sldId="329"/>
            <ac:grpSpMk id="80" creationId="{07CEE5EA-320A-FEEB-EAC5-B96015D74D40}"/>
          </ac:grpSpMkLst>
        </pc:grpChg>
        <pc:grpChg chg="add del mod">
          <ac:chgData name="Prof. Sonia Singh" userId="6f675423-8f79-44df-83d5-6930672ff1de" providerId="ADAL" clId="{AE1A8B15-2139-784A-9DF8-D053E4395CCA}" dt="2023-01-12T14:01:15.551" v="101" actId="165"/>
          <ac:grpSpMkLst>
            <pc:docMk/>
            <pc:sldMk cId="2010874300" sldId="329"/>
            <ac:grpSpMk id="97" creationId="{83347AB4-A1A4-7BD5-32AE-D2C85C770C8A}"/>
          </ac:grpSpMkLst>
        </pc:grpChg>
        <pc:grpChg chg="add del">
          <ac:chgData name="Prof. Sonia Singh" userId="6f675423-8f79-44df-83d5-6930672ff1de" providerId="ADAL" clId="{AE1A8B15-2139-784A-9DF8-D053E4395CCA}" dt="2023-01-12T14:09:20.358" v="155" actId="165"/>
          <ac:grpSpMkLst>
            <pc:docMk/>
            <pc:sldMk cId="2010874300" sldId="329"/>
            <ac:grpSpMk id="116" creationId="{19C687EE-2819-F0DC-65F7-7D296327F553}"/>
          </ac:grpSpMkLst>
        </pc:grpChg>
        <pc:grpChg chg="add del topLvl">
          <ac:chgData name="Prof. Sonia Singh" userId="6f675423-8f79-44df-83d5-6930672ff1de" providerId="ADAL" clId="{AE1A8B15-2139-784A-9DF8-D053E4395CCA}" dt="2023-01-12T14:24:58.457" v="346" actId="165"/>
          <ac:grpSpMkLst>
            <pc:docMk/>
            <pc:sldMk cId="2010874300" sldId="329"/>
            <ac:grpSpMk id="117" creationId="{EFCBE2A5-E1D4-6359-34C8-63AEC0EBDF70}"/>
          </ac:grpSpMkLst>
        </pc:grpChg>
        <pc:grpChg chg="add del mod topLvl">
          <ac:chgData name="Prof. Sonia Singh" userId="6f675423-8f79-44df-83d5-6930672ff1de" providerId="ADAL" clId="{AE1A8B15-2139-784A-9DF8-D053E4395CCA}" dt="2023-01-12T14:24:54.098" v="345" actId="165"/>
          <ac:grpSpMkLst>
            <pc:docMk/>
            <pc:sldMk cId="2010874300" sldId="329"/>
            <ac:grpSpMk id="118" creationId="{EA4BD066-086B-C7AD-842A-42F6F86601A8}"/>
          </ac:grpSpMkLst>
        </pc:grpChg>
        <pc:grpChg chg="add del mod">
          <ac:chgData name="Prof. Sonia Singh" userId="6f675423-8f79-44df-83d5-6930672ff1de" providerId="ADAL" clId="{AE1A8B15-2139-784A-9DF8-D053E4395CCA}" dt="2023-01-12T14:21:36.204" v="307" actId="165"/>
          <ac:grpSpMkLst>
            <pc:docMk/>
            <pc:sldMk cId="2010874300" sldId="329"/>
            <ac:grpSpMk id="121" creationId="{BDEEBFCB-1C69-F73B-C0B6-C357738023ED}"/>
          </ac:grpSpMkLst>
        </pc:grpChg>
        <pc:picChg chg="mod">
          <ac:chgData name="Prof. Sonia Singh" userId="6f675423-8f79-44df-83d5-6930672ff1de" providerId="ADAL" clId="{AE1A8B15-2139-784A-9DF8-D053E4395CCA}" dt="2023-01-12T13:56:08.419" v="15" actId="14100"/>
          <ac:picMkLst>
            <pc:docMk/>
            <pc:sldMk cId="2010874300" sldId="329"/>
            <ac:picMk id="4" creationId="{482FE0D5-A9D9-7A3B-3989-0E09743AC94C}"/>
          </ac:picMkLst>
        </pc:picChg>
        <pc:picChg chg="add del">
          <ac:chgData name="Prof. Sonia Singh" userId="6f675423-8f79-44df-83d5-6930672ff1de" providerId="ADAL" clId="{AE1A8B15-2139-784A-9DF8-D053E4395CCA}" dt="2023-01-12T14:00:56.750" v="96"/>
          <ac:picMkLst>
            <pc:docMk/>
            <pc:sldMk cId="2010874300" sldId="329"/>
            <ac:picMk id="107" creationId="{F255383D-3985-7568-D814-1DA7C9DE7D98}"/>
          </ac:picMkLst>
        </pc:picChg>
        <pc:cxnChg chg="add del">
          <ac:chgData name="Prof. Sonia Singh" userId="6f675423-8f79-44df-83d5-6930672ff1de" providerId="ADAL" clId="{AE1A8B15-2139-784A-9DF8-D053E4395CCA}" dt="2023-01-12T14:28:04.718" v="373" actId="11529"/>
          <ac:cxnSpMkLst>
            <pc:docMk/>
            <pc:sldMk cId="2010874300" sldId="329"/>
            <ac:cxnSpMk id="136" creationId="{106FC7E2-1C03-048E-5606-27921CA5A847}"/>
          </ac:cxnSpMkLst>
        </pc:cxnChg>
      </pc:sldChg>
    </pc:docChg>
  </pc:docChgLst>
  <pc:docChgLst>
    <pc:chgData name="Prof. Sonia Singh" userId="6f675423-8f79-44df-83d5-6930672ff1de" providerId="ADAL" clId="{778F2207-F992-4C46-8E02-06C598E95280}"/>
    <pc:docChg chg="undo redo custSel addSld modSld">
      <pc:chgData name="Prof. Sonia Singh" userId="6f675423-8f79-44df-83d5-6930672ff1de" providerId="ADAL" clId="{778F2207-F992-4C46-8E02-06C598E95280}" dt="2023-01-23T18:17:44.053" v="380" actId="20577"/>
      <pc:docMkLst>
        <pc:docMk/>
      </pc:docMkLst>
      <pc:sldChg chg="addSp delSp modSp mod">
        <pc:chgData name="Prof. Sonia Singh" userId="6f675423-8f79-44df-83d5-6930672ff1de" providerId="ADAL" clId="{778F2207-F992-4C46-8E02-06C598E95280}" dt="2023-01-12T11:59:35.703" v="207" actId="20577"/>
        <pc:sldMkLst>
          <pc:docMk/>
          <pc:sldMk cId="2988911992" sldId="273"/>
        </pc:sldMkLst>
        <pc:spChg chg="mod">
          <ac:chgData name="Prof. Sonia Singh" userId="6f675423-8f79-44df-83d5-6930672ff1de" providerId="ADAL" clId="{778F2207-F992-4C46-8E02-06C598E95280}" dt="2023-01-12T11:59:35.703" v="207" actId="20577"/>
          <ac:spMkLst>
            <pc:docMk/>
            <pc:sldMk cId="2988911992" sldId="273"/>
            <ac:spMk id="2" creationId="{00000000-0000-0000-0000-000000000000}"/>
          </ac:spMkLst>
        </pc:spChg>
        <pc:grpChg chg="del">
          <ac:chgData name="Prof. Sonia Singh" userId="6f675423-8f79-44df-83d5-6930672ff1de" providerId="ADAL" clId="{778F2207-F992-4C46-8E02-06C598E95280}" dt="2023-01-12T11:57:12.793" v="94" actId="478"/>
          <ac:grpSpMkLst>
            <pc:docMk/>
            <pc:sldMk cId="2988911992" sldId="273"/>
            <ac:grpSpMk id="11" creationId="{987F33E3-D2B9-45AA-A990-4B77F559B7D0}"/>
          </ac:grpSpMkLst>
        </pc:grpChg>
        <pc:grpChg chg="del">
          <ac:chgData name="Prof. Sonia Singh" userId="6f675423-8f79-44df-83d5-6930672ff1de" providerId="ADAL" clId="{778F2207-F992-4C46-8E02-06C598E95280}" dt="2023-01-12T11:57:14.513" v="95" actId="478"/>
          <ac:grpSpMkLst>
            <pc:docMk/>
            <pc:sldMk cId="2988911992" sldId="273"/>
            <ac:grpSpMk id="14" creationId="{30F37A82-85EF-4B2E-99FC-78D21CB663F7}"/>
          </ac:grpSpMkLst>
        </pc:grpChg>
        <pc:grpChg chg="add del">
          <ac:chgData name="Prof. Sonia Singh" userId="6f675423-8f79-44df-83d5-6930672ff1de" providerId="ADAL" clId="{778F2207-F992-4C46-8E02-06C598E95280}" dt="2023-01-12T11:57:26.034" v="99" actId="478"/>
          <ac:grpSpMkLst>
            <pc:docMk/>
            <pc:sldMk cId="2988911992" sldId="273"/>
            <ac:grpSpMk id="17" creationId="{01197BD2-088D-4FC7-93C2-53950D68025C}"/>
          </ac:grpSpMkLst>
        </pc:grpChg>
        <pc:picChg chg="mod">
          <ac:chgData name="Prof. Sonia Singh" userId="6f675423-8f79-44df-83d5-6930672ff1de" providerId="ADAL" clId="{778F2207-F992-4C46-8E02-06C598E95280}" dt="2023-01-12T11:59:22.124" v="199" actId="1076"/>
          <ac:picMkLst>
            <pc:docMk/>
            <pc:sldMk cId="2988911992" sldId="273"/>
            <ac:picMk id="4" creationId="{BA93A022-461B-4148-9515-4D0FF05AF809}"/>
          </ac:picMkLst>
        </pc:picChg>
        <pc:picChg chg="del">
          <ac:chgData name="Prof. Sonia Singh" userId="6f675423-8f79-44df-83d5-6930672ff1de" providerId="ADAL" clId="{778F2207-F992-4C46-8E02-06C598E95280}" dt="2023-01-12T11:57:29.482" v="100" actId="478"/>
          <ac:picMkLst>
            <pc:docMk/>
            <pc:sldMk cId="2988911992" sldId="273"/>
            <ac:picMk id="6" creationId="{11ED32E8-DD82-44D7-885D-B023365FDD46}"/>
          </ac:picMkLst>
        </pc:picChg>
        <pc:picChg chg="mod">
          <ac:chgData name="Prof. Sonia Singh" userId="6f675423-8f79-44df-83d5-6930672ff1de" providerId="ADAL" clId="{778F2207-F992-4C46-8E02-06C598E95280}" dt="2023-01-12T11:59:06.991" v="178" actId="1076"/>
          <ac:picMkLst>
            <pc:docMk/>
            <pc:sldMk cId="2988911992" sldId="273"/>
            <ac:picMk id="8" creationId="{E2B42CC8-5287-409E-8186-ED7704BBD463}"/>
          </ac:picMkLst>
        </pc:picChg>
        <pc:inkChg chg="del">
          <ac:chgData name="Prof. Sonia Singh" userId="6f675423-8f79-44df-83d5-6930672ff1de" providerId="ADAL" clId="{778F2207-F992-4C46-8E02-06C598E95280}" dt="2023-01-12T11:57:16.812" v="96" actId="478"/>
          <ac:inkMkLst>
            <pc:docMk/>
            <pc:sldMk cId="2988911992" sldId="273"/>
            <ac:inkMk id="7" creationId="{EFD32D5F-22F2-4242-91C5-D10A0175CC3B}"/>
          </ac:inkMkLst>
        </pc:inkChg>
      </pc:sldChg>
      <pc:sldChg chg="addSp modSp mod setBg">
        <pc:chgData name="Prof. Sonia Singh" userId="6f675423-8f79-44df-83d5-6930672ff1de" providerId="ADAL" clId="{778F2207-F992-4C46-8E02-06C598E95280}" dt="2023-01-12T11:41:49.646" v="0" actId="26606"/>
        <pc:sldMkLst>
          <pc:docMk/>
          <pc:sldMk cId="0" sldId="289"/>
        </pc:sldMkLst>
        <pc:spChg chg="mod">
          <ac:chgData name="Prof. Sonia Singh" userId="6f675423-8f79-44df-83d5-6930672ff1de" providerId="ADAL" clId="{778F2207-F992-4C46-8E02-06C598E95280}" dt="2023-01-12T11:41:49.646" v="0" actId="26606"/>
          <ac:spMkLst>
            <pc:docMk/>
            <pc:sldMk cId="0" sldId="289"/>
            <ac:spMk id="18434" creationId="{00000000-0000-0000-0000-000000000000}"/>
          </ac:spMkLst>
        </pc:spChg>
        <pc:spChg chg="add">
          <ac:chgData name="Prof. Sonia Singh" userId="6f675423-8f79-44df-83d5-6930672ff1de" providerId="ADAL" clId="{778F2207-F992-4C46-8E02-06C598E95280}" dt="2023-01-12T11:41:49.646" v="0" actId="26606"/>
          <ac:spMkLst>
            <pc:docMk/>
            <pc:sldMk cId="0" sldId="289"/>
            <ac:spMk id="18440" creationId="{676A1B86-DC99-46B9-B5AA-A7E928EA9CF7}"/>
          </ac:spMkLst>
        </pc:spChg>
        <pc:spChg chg="add">
          <ac:chgData name="Prof. Sonia Singh" userId="6f675423-8f79-44df-83d5-6930672ff1de" providerId="ADAL" clId="{778F2207-F992-4C46-8E02-06C598E95280}" dt="2023-01-12T11:41:49.646" v="0" actId="26606"/>
          <ac:spMkLst>
            <pc:docMk/>
            <pc:sldMk cId="0" sldId="289"/>
            <ac:spMk id="18442" creationId="{E9304FFE-74E9-4316-B822-F35A685E2D09}"/>
          </ac:spMkLst>
        </pc:spChg>
        <pc:picChg chg="add">
          <ac:chgData name="Prof. Sonia Singh" userId="6f675423-8f79-44df-83d5-6930672ff1de" providerId="ADAL" clId="{778F2207-F992-4C46-8E02-06C598E95280}" dt="2023-01-12T11:41:49.646" v="0" actId="26606"/>
          <ac:picMkLst>
            <pc:docMk/>
            <pc:sldMk cId="0" sldId="289"/>
            <ac:picMk id="18436" creationId="{58ACA9B0-1C5C-8058-74B3-AACC4D715387}"/>
          </ac:picMkLst>
        </pc:picChg>
      </pc:sldChg>
      <pc:sldChg chg="addSp delSp modSp mod addAnim delAnim">
        <pc:chgData name="Prof. Sonia Singh" userId="6f675423-8f79-44df-83d5-6930672ff1de" providerId="ADAL" clId="{778F2207-F992-4C46-8E02-06C598E95280}" dt="2023-01-23T18:17:44.053" v="380" actId="20577"/>
        <pc:sldMkLst>
          <pc:docMk/>
          <pc:sldMk cId="0" sldId="292"/>
        </pc:sldMkLst>
        <pc:spChg chg="add del mod">
          <ac:chgData name="Prof. Sonia Singh" userId="6f675423-8f79-44df-83d5-6930672ff1de" providerId="ADAL" clId="{778F2207-F992-4C46-8E02-06C598E95280}" dt="2023-01-23T18:11:58.657" v="264" actId="478"/>
          <ac:spMkLst>
            <pc:docMk/>
            <pc:sldMk cId="0" sldId="292"/>
            <ac:spMk id="148" creationId="{00000000-0000-0000-0000-000000000000}"/>
          </ac:spMkLst>
        </pc:spChg>
        <pc:spChg chg="add del">
          <ac:chgData name="Prof. Sonia Singh" userId="6f675423-8f79-44df-83d5-6930672ff1de" providerId="ADAL" clId="{778F2207-F992-4C46-8E02-06C598E95280}" dt="2023-01-23T18:11:53.602" v="262" actId="478"/>
          <ac:spMkLst>
            <pc:docMk/>
            <pc:sldMk cId="0" sldId="292"/>
            <ac:spMk id="149" creationId="{00000000-0000-0000-0000-000000000000}"/>
          </ac:spMkLst>
        </pc:spChg>
        <pc:spChg chg="mod">
          <ac:chgData name="Prof. Sonia Singh" userId="6f675423-8f79-44df-83d5-6930672ff1de" providerId="ADAL" clId="{778F2207-F992-4C46-8E02-06C598E95280}" dt="2023-01-23T18:17:44.053" v="380" actId="20577"/>
          <ac:spMkLst>
            <pc:docMk/>
            <pc:sldMk cId="0" sldId="292"/>
            <ac:spMk id="21507" creationId="{00000000-0000-0000-0000-000000000000}"/>
          </ac:spMkLst>
        </pc:spChg>
        <pc:grpChg chg="add del">
          <ac:chgData name="Prof. Sonia Singh" userId="6f675423-8f79-44df-83d5-6930672ff1de" providerId="ADAL" clId="{778F2207-F992-4C46-8E02-06C598E95280}" dt="2023-01-23T18:11:46.750" v="261" actId="478"/>
          <ac:grpSpMkLst>
            <pc:docMk/>
            <pc:sldMk cId="0" sldId="292"/>
            <ac:grpSpMk id="2" creationId="{00000000-0000-0000-0000-000000000000}"/>
          </ac:grpSpMkLst>
        </pc:grpChg>
        <pc:grpChg chg="add del">
          <ac:chgData name="Prof. Sonia Singh" userId="6f675423-8f79-44df-83d5-6930672ff1de" providerId="ADAL" clId="{778F2207-F992-4C46-8E02-06C598E95280}" dt="2023-01-23T18:11:46.750" v="261" actId="478"/>
          <ac:grpSpMkLst>
            <pc:docMk/>
            <pc:sldMk cId="0" sldId="292"/>
            <ac:grpSpMk id="5" creationId="{00000000-0000-0000-0000-000000000000}"/>
          </ac:grpSpMkLst>
        </pc:grpChg>
      </pc:sldChg>
      <pc:sldChg chg="modSp mod">
        <pc:chgData name="Prof. Sonia Singh" userId="6f675423-8f79-44df-83d5-6930672ff1de" providerId="ADAL" clId="{778F2207-F992-4C46-8E02-06C598E95280}" dt="2023-01-23T18:11:35.886" v="260" actId="1036"/>
        <pc:sldMkLst>
          <pc:docMk/>
          <pc:sldMk cId="0" sldId="294"/>
        </pc:sldMkLst>
        <pc:grpChg chg="mod">
          <ac:chgData name="Prof. Sonia Singh" userId="6f675423-8f79-44df-83d5-6930672ff1de" providerId="ADAL" clId="{778F2207-F992-4C46-8E02-06C598E95280}" dt="2023-01-23T18:11:35.886" v="260" actId="1036"/>
          <ac:grpSpMkLst>
            <pc:docMk/>
            <pc:sldMk cId="0" sldId="294"/>
            <ac:grpSpMk id="2" creationId="{00000000-0000-0000-0000-000000000000}"/>
          </ac:grpSpMkLst>
        </pc:grpChg>
        <pc:grpChg chg="mod">
          <ac:chgData name="Prof. Sonia Singh" userId="6f675423-8f79-44df-83d5-6930672ff1de" providerId="ADAL" clId="{778F2207-F992-4C46-8E02-06C598E95280}" dt="2023-01-23T18:11:35.886" v="260" actId="1036"/>
          <ac:grpSpMkLst>
            <pc:docMk/>
            <pc:sldMk cId="0" sldId="294"/>
            <ac:grpSpMk id="4" creationId="{00000000-0000-0000-0000-000000000000}"/>
          </ac:grpSpMkLst>
        </pc:grpChg>
      </pc:sldChg>
      <pc:sldChg chg="modSp mod">
        <pc:chgData name="Prof. Sonia Singh" userId="6f675423-8f79-44df-83d5-6930672ff1de" providerId="ADAL" clId="{778F2207-F992-4C46-8E02-06C598E95280}" dt="2023-01-12T11:56:41.404" v="92" actId="114"/>
        <pc:sldMkLst>
          <pc:docMk/>
          <pc:sldMk cId="3681253884" sldId="323"/>
        </pc:sldMkLst>
        <pc:spChg chg="mod">
          <ac:chgData name="Prof. Sonia Singh" userId="6f675423-8f79-44df-83d5-6930672ff1de" providerId="ADAL" clId="{778F2207-F992-4C46-8E02-06C598E95280}" dt="2023-01-12T11:56:41.404" v="92" actId="114"/>
          <ac:spMkLst>
            <pc:docMk/>
            <pc:sldMk cId="3681253884" sldId="323"/>
            <ac:spMk id="56393" creationId="{00000000-0000-0000-0000-000000000000}"/>
          </ac:spMkLst>
        </pc:spChg>
      </pc:sldChg>
      <pc:sldChg chg="addSp delSp modSp mod setBg">
        <pc:chgData name="Prof. Sonia Singh" userId="6f675423-8f79-44df-83d5-6930672ff1de" providerId="ADAL" clId="{778F2207-F992-4C46-8E02-06C598E95280}" dt="2023-01-12T11:45:32.803" v="27" actId="14100"/>
        <pc:sldMkLst>
          <pc:docMk/>
          <pc:sldMk cId="1377468708" sldId="326"/>
        </pc:sldMkLst>
        <pc:spChg chg="mod">
          <ac:chgData name="Prof. Sonia Singh" userId="6f675423-8f79-44df-83d5-6930672ff1de" providerId="ADAL" clId="{778F2207-F992-4C46-8E02-06C598E95280}" dt="2023-01-12T11:45:05.008" v="23" actId="14100"/>
          <ac:spMkLst>
            <pc:docMk/>
            <pc:sldMk cId="1377468708" sldId="326"/>
            <ac:spMk id="168962" creationId="{00000000-0000-0000-0000-000000000000}"/>
          </ac:spMkLst>
        </pc:spChg>
        <pc:spChg chg="mod">
          <ac:chgData name="Prof. Sonia Singh" userId="6f675423-8f79-44df-83d5-6930672ff1de" providerId="ADAL" clId="{778F2207-F992-4C46-8E02-06C598E95280}" dt="2023-01-12T11:45:32.803" v="27" actId="14100"/>
          <ac:spMkLst>
            <pc:docMk/>
            <pc:sldMk cId="1377468708" sldId="326"/>
            <ac:spMk id="168963" creationId="{00000000-0000-0000-0000-000000000000}"/>
          </ac:spMkLst>
        </pc:spChg>
        <pc:spChg chg="add del">
          <ac:chgData name="Prof. Sonia Singh" userId="6f675423-8f79-44df-83d5-6930672ff1de" providerId="ADAL" clId="{778F2207-F992-4C46-8E02-06C598E95280}" dt="2023-01-12T11:42:44.609" v="2" actId="26606"/>
          <ac:spMkLst>
            <pc:docMk/>
            <pc:sldMk cId="1377468708" sldId="326"/>
            <ac:spMk id="168968" creationId="{0741393E-C764-4C6F-8886-35CFF2E48351}"/>
          </ac:spMkLst>
        </pc:spChg>
        <pc:spChg chg="add del">
          <ac:chgData name="Prof. Sonia Singh" userId="6f675423-8f79-44df-83d5-6930672ff1de" providerId="ADAL" clId="{778F2207-F992-4C46-8E02-06C598E95280}" dt="2023-01-12T11:44:43.795" v="20" actId="26606"/>
          <ac:spMkLst>
            <pc:docMk/>
            <pc:sldMk cId="1377468708" sldId="326"/>
            <ac:spMk id="168969" creationId="{8B3A2D1A-45FC-4F95-B150-1C13EF2F6D09}"/>
          </ac:spMkLst>
        </pc:spChg>
        <pc:spChg chg="add del">
          <ac:chgData name="Prof. Sonia Singh" userId="6f675423-8f79-44df-83d5-6930672ff1de" providerId="ADAL" clId="{778F2207-F992-4C46-8E02-06C598E95280}" dt="2023-01-12T11:42:44.609" v="2" actId="26606"/>
          <ac:spMkLst>
            <pc:docMk/>
            <pc:sldMk cId="1377468708" sldId="326"/>
            <ac:spMk id="168970" creationId="{390890DC-37FF-4B49-BD4C-FE4232F69B37}"/>
          </ac:spMkLst>
        </pc:spChg>
        <pc:spChg chg="add del">
          <ac:chgData name="Prof. Sonia Singh" userId="6f675423-8f79-44df-83d5-6930672ff1de" providerId="ADAL" clId="{778F2207-F992-4C46-8E02-06C598E95280}" dt="2023-01-12T11:44:43.795" v="20" actId="26606"/>
          <ac:spMkLst>
            <pc:docMk/>
            <pc:sldMk cId="1377468708" sldId="326"/>
            <ac:spMk id="168971" creationId="{F3768FD5-DD7A-43C7-8DEA-1F5DB3CB5B95}"/>
          </ac:spMkLst>
        </pc:spChg>
        <pc:spChg chg="add">
          <ac:chgData name="Prof. Sonia Singh" userId="6f675423-8f79-44df-83d5-6930672ff1de" providerId="ADAL" clId="{778F2207-F992-4C46-8E02-06C598E95280}" dt="2023-01-12T11:44:43.795" v="20" actId="26606"/>
          <ac:spMkLst>
            <pc:docMk/>
            <pc:sldMk cId="1377468708" sldId="326"/>
            <ac:spMk id="168976" creationId="{79BB35BC-D5C2-4C8B-A22A-A71E6191913B}"/>
          </ac:spMkLst>
        </pc:spChg>
        <pc:picChg chg="add mod">
          <ac:chgData name="Prof. Sonia Singh" userId="6f675423-8f79-44df-83d5-6930672ff1de" providerId="ADAL" clId="{778F2207-F992-4C46-8E02-06C598E95280}" dt="2023-01-12T11:44:43.795" v="20" actId="26606"/>
          <ac:picMkLst>
            <pc:docMk/>
            <pc:sldMk cId="1377468708" sldId="326"/>
            <ac:picMk id="168965" creationId="{18779234-FBC2-0A89-6400-1BF764EA19F6}"/>
          </ac:picMkLst>
        </pc:picChg>
      </pc:sldChg>
      <pc:sldChg chg="addSp modSp mod setBg">
        <pc:chgData name="Prof. Sonia Singh" userId="6f675423-8f79-44df-83d5-6930672ff1de" providerId="ADAL" clId="{778F2207-F992-4C46-8E02-06C598E95280}" dt="2023-01-12T11:49:12.993" v="55" actId="6549"/>
        <pc:sldMkLst>
          <pc:docMk/>
          <pc:sldMk cId="1319047759" sldId="327"/>
        </pc:sldMkLst>
        <pc:spChg chg="mod">
          <ac:chgData name="Prof. Sonia Singh" userId="6f675423-8f79-44df-83d5-6930672ff1de" providerId="ADAL" clId="{778F2207-F992-4C46-8E02-06C598E95280}" dt="2023-01-12T11:46:29.392" v="28" actId="26606"/>
          <ac:spMkLst>
            <pc:docMk/>
            <pc:sldMk cId="1319047759" sldId="327"/>
            <ac:spMk id="171010" creationId="{00000000-0000-0000-0000-000000000000}"/>
          </ac:spMkLst>
        </pc:spChg>
        <pc:spChg chg="mod">
          <ac:chgData name="Prof. Sonia Singh" userId="6f675423-8f79-44df-83d5-6930672ff1de" providerId="ADAL" clId="{778F2207-F992-4C46-8E02-06C598E95280}" dt="2023-01-12T11:49:12.993" v="55" actId="6549"/>
          <ac:spMkLst>
            <pc:docMk/>
            <pc:sldMk cId="1319047759" sldId="327"/>
            <ac:spMk id="171011" creationId="{00000000-0000-0000-0000-000000000000}"/>
          </ac:spMkLst>
        </pc:spChg>
        <pc:spChg chg="add">
          <ac:chgData name="Prof. Sonia Singh" userId="6f675423-8f79-44df-83d5-6930672ff1de" providerId="ADAL" clId="{778F2207-F992-4C46-8E02-06C598E95280}" dt="2023-01-12T11:46:29.392" v="28" actId="26606"/>
          <ac:spMkLst>
            <pc:docMk/>
            <pc:sldMk cId="1319047759" sldId="327"/>
            <ac:spMk id="171016" creationId="{A0339EE9-5436-4860-BBFC-7CD7C90DBAE8}"/>
          </ac:spMkLst>
        </pc:spChg>
        <pc:spChg chg="add">
          <ac:chgData name="Prof. Sonia Singh" userId="6f675423-8f79-44df-83d5-6930672ff1de" providerId="ADAL" clId="{778F2207-F992-4C46-8E02-06C598E95280}" dt="2023-01-12T11:46:29.392" v="28" actId="26606"/>
          <ac:spMkLst>
            <pc:docMk/>
            <pc:sldMk cId="1319047759" sldId="327"/>
            <ac:spMk id="171018" creationId="{AA770EBD-5B77-46EC-BF58-EF27ACD6B47C}"/>
          </ac:spMkLst>
        </pc:spChg>
      </pc:sldChg>
      <pc:sldChg chg="modSp">
        <pc:chgData name="Prof. Sonia Singh" userId="6f675423-8f79-44df-83d5-6930672ff1de" providerId="ADAL" clId="{778F2207-F992-4C46-8E02-06C598E95280}" dt="2023-01-12T11:48:40.571" v="53" actId="5793"/>
        <pc:sldMkLst>
          <pc:docMk/>
          <pc:sldMk cId="2588570923" sldId="328"/>
        </pc:sldMkLst>
        <pc:spChg chg="mod">
          <ac:chgData name="Prof. Sonia Singh" userId="6f675423-8f79-44df-83d5-6930672ff1de" providerId="ADAL" clId="{778F2207-F992-4C46-8E02-06C598E95280}" dt="2023-01-12T11:48:40.571" v="53" actId="5793"/>
          <ac:spMkLst>
            <pc:docMk/>
            <pc:sldMk cId="2588570923" sldId="328"/>
            <ac:spMk id="3" creationId="{22FF9AA0-5993-3815-4B6B-E26224720732}"/>
          </ac:spMkLst>
        </pc:spChg>
      </pc:sldChg>
      <pc:sldChg chg="addSp delSp modSp new mod setBg">
        <pc:chgData name="Prof. Sonia Singh" userId="6f675423-8f79-44df-83d5-6930672ff1de" providerId="ADAL" clId="{778F2207-F992-4C46-8E02-06C598E95280}" dt="2023-01-12T11:56:18.622" v="90" actId="14100"/>
        <pc:sldMkLst>
          <pc:docMk/>
          <pc:sldMk cId="2010874300" sldId="329"/>
        </pc:sldMkLst>
        <pc:spChg chg="mod">
          <ac:chgData name="Prof. Sonia Singh" userId="6f675423-8f79-44df-83d5-6930672ff1de" providerId="ADAL" clId="{778F2207-F992-4C46-8E02-06C598E95280}" dt="2023-01-12T11:56:13.072" v="89" actId="26606"/>
          <ac:spMkLst>
            <pc:docMk/>
            <pc:sldMk cId="2010874300" sldId="329"/>
            <ac:spMk id="2" creationId="{E516A3B8-AADC-515E-61B2-1CD57C2F1FC6}"/>
          </ac:spMkLst>
        </pc:spChg>
        <pc:spChg chg="del">
          <ac:chgData name="Prof. Sonia Singh" userId="6f675423-8f79-44df-83d5-6930672ff1de" providerId="ADAL" clId="{778F2207-F992-4C46-8E02-06C598E95280}" dt="2023-01-12T11:55:44.663" v="81" actId="478"/>
          <ac:spMkLst>
            <pc:docMk/>
            <pc:sldMk cId="2010874300" sldId="329"/>
            <ac:spMk id="3" creationId="{9B521381-5A56-1C14-2FFB-FE4D8C805CDF}"/>
          </ac:spMkLst>
        </pc:spChg>
        <pc:spChg chg="add del">
          <ac:chgData name="Prof. Sonia Singh" userId="6f675423-8f79-44df-83d5-6930672ff1de" providerId="ADAL" clId="{778F2207-F992-4C46-8E02-06C598E95280}" dt="2023-01-12T11:56:10.057" v="87" actId="26606"/>
          <ac:spMkLst>
            <pc:docMk/>
            <pc:sldMk cId="2010874300" sldId="329"/>
            <ac:spMk id="9" creationId="{A4AC5506-6312-4701-8D3C-40187889A947}"/>
          </ac:spMkLst>
        </pc:spChg>
        <pc:picChg chg="add del mod">
          <ac:chgData name="Prof. Sonia Singh" userId="6f675423-8f79-44df-83d5-6930672ff1de" providerId="ADAL" clId="{778F2207-F992-4C46-8E02-06C598E95280}" dt="2023-01-12T11:56:18.622" v="90" actId="14100"/>
          <ac:picMkLst>
            <pc:docMk/>
            <pc:sldMk cId="2010874300" sldId="329"/>
            <ac:picMk id="4" creationId="{482FE0D5-A9D9-7A3B-3989-0E09743AC94C}"/>
          </ac:picMkLst>
        </pc:picChg>
      </pc:sldChg>
      <pc:sldChg chg="add">
        <pc:chgData name="Prof. Sonia Singh" userId="6f675423-8f79-44df-83d5-6930672ff1de" providerId="ADAL" clId="{778F2207-F992-4C46-8E02-06C598E95280}" dt="2023-01-12T11:57:08.533" v="93"/>
        <pc:sldMkLst>
          <pc:docMk/>
          <pc:sldMk cId="2105758757" sldId="330"/>
        </pc:sldMkLst>
      </pc:sldChg>
    </pc:docChg>
  </pc:docChgLst>
  <pc:docChgLst>
    <pc:chgData name="Prof. Sonia Singh" userId="6f675423-8f79-44df-83d5-6930672ff1de" providerId="ADAL" clId="{8416D35F-F762-40EE-BF42-7B735B2A1C00}"/>
    <pc:docChg chg="undo custSel modSld">
      <pc:chgData name="Prof. Sonia Singh" userId="6f675423-8f79-44df-83d5-6930672ff1de" providerId="ADAL" clId="{8416D35F-F762-40EE-BF42-7B735B2A1C00}" dt="2023-01-16T08:21:26.995" v="166" actId="1036"/>
      <pc:docMkLst>
        <pc:docMk/>
      </pc:docMkLst>
      <pc:sldChg chg="addSp delSp modSp mod modShow">
        <pc:chgData name="Prof. Sonia Singh" userId="6f675423-8f79-44df-83d5-6930672ff1de" providerId="ADAL" clId="{8416D35F-F762-40EE-BF42-7B735B2A1C00}" dt="2023-01-16T08:21:26.995" v="166" actId="1036"/>
        <pc:sldMkLst>
          <pc:docMk/>
          <pc:sldMk cId="2988911992" sldId="273"/>
        </pc:sldMkLst>
        <pc:spChg chg="add mod">
          <ac:chgData name="Prof. Sonia Singh" userId="6f675423-8f79-44df-83d5-6930672ff1de" providerId="ADAL" clId="{8416D35F-F762-40EE-BF42-7B735B2A1C00}" dt="2023-01-16T08:21:04.836" v="141" actId="1076"/>
          <ac:spMkLst>
            <pc:docMk/>
            <pc:sldMk cId="2988911992" sldId="273"/>
            <ac:spMk id="12" creationId="{50E0B140-624D-41A8-A802-4100B10B66CC}"/>
          </ac:spMkLst>
        </pc:spChg>
        <pc:spChg chg="add mod">
          <ac:chgData name="Prof. Sonia Singh" userId="6f675423-8f79-44df-83d5-6930672ff1de" providerId="ADAL" clId="{8416D35F-F762-40EE-BF42-7B735B2A1C00}" dt="2023-01-16T08:21:04.836" v="141" actId="1076"/>
          <ac:spMkLst>
            <pc:docMk/>
            <pc:sldMk cId="2988911992" sldId="273"/>
            <ac:spMk id="18" creationId="{F68E2C48-3984-42FB-991E-CEDA22C6471C}"/>
          </ac:spMkLst>
        </pc:spChg>
        <pc:spChg chg="add mod">
          <ac:chgData name="Prof. Sonia Singh" userId="6f675423-8f79-44df-83d5-6930672ff1de" providerId="ADAL" clId="{8416D35F-F762-40EE-BF42-7B735B2A1C00}" dt="2023-01-16T08:21:26.995" v="166" actId="1036"/>
          <ac:spMkLst>
            <pc:docMk/>
            <pc:sldMk cId="2988911992" sldId="273"/>
            <ac:spMk id="24" creationId="{15905272-B5B6-4B81-8F2B-3042C6107F37}"/>
          </ac:spMkLst>
        </pc:spChg>
        <pc:spChg chg="add del mod">
          <ac:chgData name="Prof. Sonia Singh" userId="6f675423-8f79-44df-83d5-6930672ff1de" providerId="ADAL" clId="{8416D35F-F762-40EE-BF42-7B735B2A1C00}" dt="2023-01-16T08:19:11.800" v="63" actId="478"/>
          <ac:spMkLst>
            <pc:docMk/>
            <pc:sldMk cId="2988911992" sldId="273"/>
            <ac:spMk id="36" creationId="{DD3093FD-B83F-4BED-8495-CEA18EF0BA23}"/>
          </ac:spMkLst>
        </pc:spChg>
        <pc:spChg chg="add mod">
          <ac:chgData name="Prof. Sonia Singh" userId="6f675423-8f79-44df-83d5-6930672ff1de" providerId="ADAL" clId="{8416D35F-F762-40EE-BF42-7B735B2A1C00}" dt="2023-01-16T08:21:26.995" v="166" actId="1036"/>
          <ac:spMkLst>
            <pc:docMk/>
            <pc:sldMk cId="2988911992" sldId="273"/>
            <ac:spMk id="50" creationId="{421D666D-7353-476B-9FE2-C7E91E0D38E8}"/>
          </ac:spMkLst>
        </pc:spChg>
        <pc:inkChg chg="add del mod">
          <ac:chgData name="Prof. Sonia Singh" userId="6f675423-8f79-44df-83d5-6930672ff1de" providerId="ADAL" clId="{8416D35F-F762-40EE-BF42-7B735B2A1C00}" dt="2023-01-16T08:14:59.028" v="44"/>
          <ac:inkMkLst>
            <pc:docMk/>
            <pc:sldMk cId="2988911992" sldId="273"/>
            <ac:inkMk id="3" creationId="{046B6683-8F6D-41D8-ED7F-1F8BD7E572D3}"/>
          </ac:inkMkLst>
        </pc:inkChg>
        <pc:inkChg chg="add del">
          <ac:chgData name="Prof. Sonia Singh" userId="6f675423-8f79-44df-83d5-6930672ff1de" providerId="ADAL" clId="{8416D35F-F762-40EE-BF42-7B735B2A1C00}" dt="2023-01-16T08:15:15.352" v="45"/>
          <ac:inkMkLst>
            <pc:docMk/>
            <pc:sldMk cId="2988911992" sldId="273"/>
            <ac:inkMk id="5" creationId="{6655A861-66EC-2E82-A45A-A5BE1FFBDFC0}"/>
          </ac:inkMkLst>
        </pc:inkChg>
        <pc:inkChg chg="add del">
          <ac:chgData name="Prof. Sonia Singh" userId="6f675423-8f79-44df-83d5-6930672ff1de" providerId="ADAL" clId="{8416D35F-F762-40EE-BF42-7B735B2A1C00}" dt="2023-01-16T08:15:17.267" v="46"/>
          <ac:inkMkLst>
            <pc:docMk/>
            <pc:sldMk cId="2988911992" sldId="273"/>
            <ac:inkMk id="6" creationId="{C9F679E2-96FF-A39D-1FF4-6C73E093A129}"/>
          </ac:inkMkLst>
        </pc:inkChg>
        <pc:inkChg chg="add del">
          <ac:chgData name="Prof. Sonia Singh" userId="6f675423-8f79-44df-83d5-6930672ff1de" providerId="ADAL" clId="{8416D35F-F762-40EE-BF42-7B735B2A1C00}" dt="2023-01-16T08:15:20.831" v="47"/>
          <ac:inkMkLst>
            <pc:docMk/>
            <pc:sldMk cId="2988911992" sldId="273"/>
            <ac:inkMk id="7" creationId="{478ADF16-C925-C181-5B06-BE7483BF9E04}"/>
          </ac:inkMkLst>
        </pc:inkChg>
        <pc:inkChg chg="add del mod">
          <ac:chgData name="Prof. Sonia Singh" userId="6f675423-8f79-44df-83d5-6930672ff1de" providerId="ADAL" clId="{8416D35F-F762-40EE-BF42-7B735B2A1C00}" dt="2023-01-16T08:19:48.613" v="86" actId="478"/>
          <ac:inkMkLst>
            <pc:docMk/>
            <pc:sldMk cId="2988911992" sldId="273"/>
            <ac:inkMk id="9" creationId="{9ABCBA38-F2F2-44EA-DF30-9DA0E4F66BB3}"/>
          </ac:inkMkLst>
        </pc:inkChg>
        <pc:inkChg chg="add">
          <ac:chgData name="Prof. Sonia Singh" userId="6f675423-8f79-44df-83d5-6930672ff1de" providerId="ADAL" clId="{8416D35F-F762-40EE-BF42-7B735B2A1C00}" dt="2023-01-16T08:15:37.677" v="48" actId="9405"/>
          <ac:inkMkLst>
            <pc:docMk/>
            <pc:sldMk cId="2988911992" sldId="273"/>
            <ac:inkMk id="10" creationId="{8C1E9774-42EC-8074-5D75-BD8260BA5125}"/>
          </ac:inkMkLst>
        </pc:inkChg>
        <pc:inkChg chg="add del mod">
          <ac:chgData name="Prof. Sonia Singh" userId="6f675423-8f79-44df-83d5-6930672ff1de" providerId="ADAL" clId="{8416D35F-F762-40EE-BF42-7B735B2A1C00}" dt="2023-01-16T08:17:04.471" v="53" actId="34122"/>
          <ac:inkMkLst>
            <pc:docMk/>
            <pc:sldMk cId="2988911992" sldId="273"/>
            <ac:inkMk id="11" creationId="{CF5B7F17-9BE9-783C-EAE2-DB88C8935A65}"/>
          </ac:inkMkLst>
        </pc:inkChg>
      </pc:sldChg>
      <pc:sldChg chg="modSp mod">
        <pc:chgData name="Prof. Sonia Singh" userId="6f675423-8f79-44df-83d5-6930672ff1de" providerId="ADAL" clId="{8416D35F-F762-40EE-BF42-7B735B2A1C00}" dt="2023-01-12T12:01:48.573" v="0" actId="2711"/>
        <pc:sldMkLst>
          <pc:docMk/>
          <pc:sldMk cId="0" sldId="290"/>
        </pc:sldMkLst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72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79" creationId="{6737E36D-4B64-4546-B9C7-3BF6543746DE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491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492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493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495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496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497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498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499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0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1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2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3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4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5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6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7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8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09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0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1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2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3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4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5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6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7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8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19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20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21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22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23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24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25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19526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23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61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62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63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64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65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66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67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68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69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70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71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72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73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74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75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76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77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78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80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81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82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83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84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85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86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87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88" creationId="{00000000-0000-0000-0000-000000000000}"/>
          </ac:spMkLst>
        </pc:spChg>
        <pc:spChg chg="mod">
          <ac:chgData name="Prof. Sonia Singh" userId="6f675423-8f79-44df-83d5-6930672ff1de" providerId="ADAL" clId="{8416D35F-F762-40EE-BF42-7B735B2A1C00}" dt="2023-01-12T12:01:48.573" v="0" actId="2711"/>
          <ac:spMkLst>
            <pc:docMk/>
            <pc:sldMk cId="0" sldId="290"/>
            <ac:spMk id="56393" creationId="{00000000-0000-0000-0000-000000000000}"/>
          </ac:spMkLst>
        </pc:spChg>
      </pc:sldChg>
      <pc:sldChg chg="addSp delSp modSp mod addAnim delAnim modAnim">
        <pc:chgData name="Prof. Sonia Singh" userId="6f675423-8f79-44df-83d5-6930672ff1de" providerId="ADAL" clId="{8416D35F-F762-40EE-BF42-7B735B2A1C00}" dt="2023-01-16T08:13:47.032" v="42"/>
        <pc:sldMkLst>
          <pc:docMk/>
          <pc:sldMk cId="2010874300" sldId="329"/>
        </pc:sldMkLst>
        <pc:spChg chg="mod">
          <ac:chgData name="Prof. Sonia Singh" userId="6f675423-8f79-44df-83d5-6930672ff1de" providerId="ADAL" clId="{8416D35F-F762-40EE-BF42-7B735B2A1C00}" dt="2023-01-16T05:21:21.796" v="13" actId="6549"/>
          <ac:spMkLst>
            <pc:docMk/>
            <pc:sldMk cId="2010874300" sldId="329"/>
            <ac:spMk id="2" creationId="{E516A3B8-AADC-515E-61B2-1CD57C2F1FC6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52" creationId="{A5837D10-0D9B-EAC6-6B24-849AB4D988CF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62" creationId="{F13D465B-3624-C732-A0EE-8DA640677CDD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63" creationId="{9DA986C0-28B3-0CBD-5F0E-7BD4BF105887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64" creationId="{7AD035D7-75EC-C623-88D2-DE66B26F52AB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68" creationId="{692312A5-3309-D6B2-24A6-095B74AB1B0B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77" creationId="{83EB1490-97B9-ECBA-C399-31AA55E42E18}"/>
          </ac:spMkLst>
        </pc:spChg>
        <pc:spChg chg="add del 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78" creationId="{F009293C-064F-4EDD-BA2B-BF3F8428DD21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81" creationId="{FD50B232-C770-3309-48EF-F2E023E4D95A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82" creationId="{825944D8-6804-2FDC-007A-EB0C806A8683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83" creationId="{1E4342B4-7F60-4835-CD1E-CE3BECD3554D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84" creationId="{D16DCD60-D1F4-1A45-E121-97DBA48B16EB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85" creationId="{3ACAF0E6-01C4-AC01-BF7F-F0A72572CB91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86" creationId="{4052C999-6B84-6BBC-110F-F99195494DB4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87" creationId="{A0B7713A-F117-8C99-AF87-6A99831295AA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98" creationId="{6DE6A63C-AAAF-7BF1-66B8-6DA9315851F6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99" creationId="{09DEA983-F08B-75BF-9E51-C943F03B05C6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00" creationId="{1B4FCBEE-DD41-57DF-C81A-929A860F144D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01" creationId="{B69F7217-30C1-3190-0CB6-E61C4329FCC7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02" creationId="{2F39A383-4107-6813-E7DB-45D7C1D3A755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03" creationId="{DAAFF260-FE7F-C19C-720E-33CE24FAE8B5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05" creationId="{6B2011AD-728A-BF24-E862-00F30DF58F3E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08" creationId="{DC277386-A475-709C-D3D1-4B4A3D9D4D63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09" creationId="{B59D78DB-277A-A473-ADC8-567C67C67815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19" creationId="{C5EACE96-0B10-139F-4BDC-7ACEC03C3AC0}"/>
          </ac:spMkLst>
        </pc:spChg>
        <pc:spChg chg="del mod topLvl">
          <ac:chgData name="Prof. Sonia Singh" userId="6f675423-8f79-44df-83d5-6930672ff1de" providerId="ADAL" clId="{8416D35F-F762-40EE-BF42-7B735B2A1C00}" dt="2023-01-16T08:12:47.893" v="38" actId="478"/>
          <ac:spMkLst>
            <pc:docMk/>
            <pc:sldMk cId="2010874300" sldId="329"/>
            <ac:spMk id="120" creationId="{44B75769-04AA-789E-C172-D963C230281D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24" creationId="{0DC5812E-5331-D19A-FA58-554BAC97390D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25" creationId="{E34488DB-CD05-EDC5-1DE7-D9AB3272E82E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26" creationId="{DB9124EF-583B-86C8-51BA-B0794A16A27B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27" creationId="{2FACDD02-0EA0-2AFC-6442-99DF7FAA91C3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28" creationId="{BB7EEA9D-5BDF-2396-C3FA-95DDEEAA226D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30" creationId="{AD818FB4-77A8-92EA-E0BC-805932701346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31" creationId="{E1C4DC0E-EFEC-EB62-9C28-1366D2C41D0C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32" creationId="{19DF6E8B-F183-35CD-7430-D29510FCCCF2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33" creationId="{091076CD-44A1-02B9-5A31-34C0A45DB7FA}"/>
          </ac:spMkLst>
        </pc:spChg>
        <pc:spChg chg="mod topLvl">
          <ac:chgData name="Prof. Sonia Singh" userId="6f675423-8f79-44df-83d5-6930672ff1de" providerId="ADAL" clId="{8416D35F-F762-40EE-BF42-7B735B2A1C00}" dt="2023-01-16T08:13:11.432" v="39" actId="164"/>
          <ac:spMkLst>
            <pc:docMk/>
            <pc:sldMk cId="2010874300" sldId="329"/>
            <ac:spMk id="134" creationId="{AA7FD653-8E18-6C8C-CB7E-F0DE01CE069D}"/>
          </ac:spMkLst>
        </pc:spChg>
        <pc:grpChg chg="add mod">
          <ac:chgData name="Prof. Sonia Singh" userId="6f675423-8f79-44df-83d5-6930672ff1de" providerId="ADAL" clId="{8416D35F-F762-40EE-BF42-7B735B2A1C00}" dt="2023-01-16T08:13:11.432" v="39" actId="164"/>
          <ac:grpSpMkLst>
            <pc:docMk/>
            <pc:sldMk cId="2010874300" sldId="329"/>
            <ac:grpSpMk id="3" creationId="{140042C4-EC8D-A1B5-9745-5425015E4AE4}"/>
          </ac:grpSpMkLst>
        </pc:grpChg>
        <pc:grpChg chg="add mod">
          <ac:chgData name="Prof. Sonia Singh" userId="6f675423-8f79-44df-83d5-6930672ff1de" providerId="ADAL" clId="{8416D35F-F762-40EE-BF42-7B735B2A1C00}" dt="2023-01-16T05:26:40.914" v="28" actId="164"/>
          <ac:grpSpMkLst>
            <pc:docMk/>
            <pc:sldMk cId="2010874300" sldId="329"/>
            <ac:grpSpMk id="3" creationId="{514755BE-4230-53EB-3E3C-03BAECB446C4}"/>
          </ac:grpSpMkLst>
        </pc:grpChg>
        <pc:grpChg chg="add del mod">
          <ac:chgData name="Prof. Sonia Singh" userId="6f675423-8f79-44df-83d5-6930672ff1de" providerId="ADAL" clId="{8416D35F-F762-40EE-BF42-7B735B2A1C00}" dt="2023-01-16T08:12:27" v="37" actId="165"/>
          <ac:grpSpMkLst>
            <pc:docMk/>
            <pc:sldMk cId="2010874300" sldId="329"/>
            <ac:grpSpMk id="5" creationId="{4BA97BA2-81C8-742D-F6C3-F0C191CBFBD2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F167D0B-BE16-4478-8253-E9770225DDC4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D9B932D-F4E6-4CA3-8366-91BBC3AB3D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16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FD3C00-5A2B-4B94-B98A-00EB8318969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9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9B932D-F4E6-4CA3-8366-91BBC3AB3D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681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C7EBFB-3116-4591-B5FE-D3CCBCC4E9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232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BE947-4826-4663-A54C-DDF6B0DEB82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952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A7907C-C5F0-44F4-A93F-7DB9EB2BA9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77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C6D764-9C0D-4C7B-89D8-A7FF08909A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880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09EBE-1124-4CE9-9AEC-FF21AC4A4B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758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49EC0-B0E1-4279-8FB4-ECB68B2B7A7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970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4E2D1C-AA03-4E12-B005-402371A8D1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701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11AE4A-856A-4119-AA76-BD9E94FD6A8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38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B08EA-9646-4691-ADA1-88D0FEF0DD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976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431AB-6615-405E-B3A4-F6D2B43510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32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E12851-1E08-4C97-A5B7-804C988FE6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09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FBB5-5FCF-4EC1-97E7-707378397B54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2F382-94CA-44FE-B060-8ED59F7455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/>
          </a:bodyPr>
          <a:lstStyle>
            <a:lvl1pPr>
              <a:defRPr sz="3200" b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>
                <a:solidFill>
                  <a:srgbClr val="0066CC"/>
                </a:solidFill>
              </a:defRPr>
            </a:lvl2pPr>
            <a:lvl3pPr>
              <a:defRPr sz="2000">
                <a:solidFill>
                  <a:srgbClr val="CC3399"/>
                </a:solidFill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E52D6E-9410-4541-AD6B-3C9E8F9C7DC1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4FE8C-7559-41D9-9ED3-200BF777B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DA76D-5079-4272-9278-5A7021B612AD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04DE1-01FA-4574-9612-E67D368F6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88EB-F71E-4930-BCA4-196A3E319F50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2EEAB-C529-4102-807A-F2C6BC9D9B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20AF34-58E3-4BBE-A806-6B3BD8D29D35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7B9D7-E495-45DA-B258-D65B6A7E2D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D7166-4423-4F5C-9DF8-9FAD48530EE6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DCC265-046B-4C3F-A70A-6B4EC652E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75715A-9855-4105-9B43-3E3A5740D2CE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C5A52-4B56-4332-98AC-2BE716BBE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66440D-C989-4F53-ABF7-11C6EDB9B2CB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E3B3B-5466-44B5-956C-2CCEFEE21A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9851D-4298-4014-AF0C-0A27283E994E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09C7D-4B31-4595-86B5-C84B727C0D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8F61B-28AE-4638-8091-91BAD094AB50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80F9F-68B2-4C34-A97B-ED88828E8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21A18-2DAA-4E8A-B012-DDF9A5DE1E62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3CCDA-ED39-4A02-AFD3-86E3F9710B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87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"/>
            <a:ext cx="9144000" cy="745067"/>
          </a:xfr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79443"/>
            <a:ext cx="7886700" cy="4997520"/>
          </a:xfrm>
        </p:spPr>
        <p:txBody>
          <a:bodyPr/>
          <a:lstStyle>
            <a:lvl2pPr>
              <a:defRPr>
                <a:solidFill>
                  <a:srgbClr val="0070C0"/>
                </a:solidFill>
              </a:defRPr>
            </a:lvl2pPr>
            <a:lvl3pPr>
              <a:defRPr>
                <a:solidFill>
                  <a:srgbClr val="993366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4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453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033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828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4175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9487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20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770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9216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5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98929F5-DDCD-4F95-973A-F69CD9729517}" type="datetimeFigureOut">
              <a:rPr lang="en-US"/>
              <a:pPr>
                <a:defRPr/>
              </a:pPr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C274D1B-9866-491F-A450-BBAA7DD9B3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B5495-F6E2-464C-90C7-E115B24A1933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1C9A2-BE69-424F-B629-188EF9CCA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33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40" name="Rectangle 18439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2" name="Rectangle 18441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34" name="TextBox 1"/>
          <p:cNvSpPr txBox="1">
            <a:spLocks noChangeArrowheads="1"/>
          </p:cNvSpPr>
          <p:nvPr/>
        </p:nvSpPr>
        <p:spPr bwMode="auto">
          <a:xfrm>
            <a:off x="3871912" y="1562669"/>
            <a:ext cx="4305930" cy="29978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ts val="4560"/>
              </a:lnSpc>
              <a:spcAft>
                <a:spcPts val="600"/>
              </a:spcAft>
              <a:buClr>
                <a:srgbClr val="0033CC"/>
              </a:buClr>
            </a:pPr>
            <a:r>
              <a:rPr lang="en-US" sz="3800" u="none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Branch and Bound (B&amp;B) Algorithm for solving an integer linear programming problem</a:t>
            </a:r>
          </a:p>
        </p:txBody>
      </p:sp>
      <p:pic>
        <p:nvPicPr>
          <p:cNvPr id="18436" name="Picture 18435" descr="Geometric shapes on a wooden background">
            <a:extLst>
              <a:ext uri="{FF2B5EF4-FFF2-40B4-BE49-F238E27FC236}">
                <a16:creationId xmlns:a16="http://schemas.microsoft.com/office/drawing/2014/main" id="{58ACA9B0-1C5C-8058-74B3-AACC4D7153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348" r="43594" b="-1"/>
          <a:stretch/>
        </p:blipFill>
        <p:spPr>
          <a:xfrm>
            <a:off x="-5449" y="10"/>
            <a:ext cx="2677211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LP vs. IP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2575" indent="-282575">
              <a:lnSpc>
                <a:spcPts val="2880"/>
              </a:lnSpc>
              <a:spcBef>
                <a:spcPts val="600"/>
              </a:spcBef>
            </a:pPr>
            <a:r>
              <a:rPr lang="en-US" sz="2400" dirty="0"/>
              <a:t>IPs are much harder to solve than LP!</a:t>
            </a:r>
          </a:p>
          <a:p>
            <a:pPr marL="282575" indent="-282575">
              <a:lnSpc>
                <a:spcPts val="2880"/>
              </a:lnSpc>
              <a:spcBef>
                <a:spcPts val="600"/>
              </a:spcBef>
            </a:pPr>
            <a:r>
              <a:rPr lang="en-US" sz="2400" dirty="0">
                <a:solidFill>
                  <a:srgbClr val="0070C0"/>
                </a:solidFill>
              </a:rPr>
              <a:t>No efficient algorithm in general!</a:t>
            </a:r>
            <a:r>
              <a:rPr lang="en-US" sz="2400" dirty="0"/>
              <a:t> </a:t>
            </a:r>
          </a:p>
          <a:p>
            <a:pPr marL="0" indent="0">
              <a:lnSpc>
                <a:spcPts val="2880"/>
              </a:lnSpc>
              <a:spcBef>
                <a:spcPts val="600"/>
              </a:spcBef>
              <a:buNone/>
            </a:pPr>
            <a:endParaRPr lang="en-IN" sz="2400" dirty="0"/>
          </a:p>
          <a:p>
            <a:pPr marL="0" indent="0">
              <a:lnSpc>
                <a:spcPts val="2880"/>
              </a:lnSpc>
              <a:spcBef>
                <a:spcPts val="600"/>
              </a:spcBef>
              <a:buNone/>
            </a:pPr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Comparison:</a:t>
            </a:r>
          </a:p>
          <a:p>
            <a:pPr marL="739775" lvl="1" indent="-282575">
              <a:lnSpc>
                <a:spcPts val="2880"/>
              </a:lnSpc>
              <a:spcBef>
                <a:spcPts val="600"/>
              </a:spcBef>
            </a:pPr>
            <a:r>
              <a:rPr lang="en-IN" dirty="0"/>
              <a:t>LP: Optimal solution occurs at a corner point.</a:t>
            </a:r>
          </a:p>
          <a:p>
            <a:pPr marL="739775" lvl="2" indent="-282575">
              <a:lnSpc>
                <a:spcPts val="2880"/>
              </a:lnSpc>
              <a:spcBef>
                <a:spcPts val="600"/>
              </a:spcBef>
            </a:pPr>
            <a:r>
              <a:rPr lang="en-IN" sz="2400" dirty="0"/>
              <a:t>IP: can’t say</a:t>
            </a:r>
          </a:p>
          <a:p>
            <a:pPr marL="739775" lvl="1" indent="-282575">
              <a:lnSpc>
                <a:spcPts val="2880"/>
              </a:lnSpc>
              <a:spcBef>
                <a:spcPts val="600"/>
              </a:spcBef>
            </a:pPr>
            <a:r>
              <a:rPr lang="en-IN" dirty="0"/>
              <a:t>LP: Feasible region for LP is a convex set.</a:t>
            </a:r>
          </a:p>
          <a:p>
            <a:pPr marL="739775" lvl="2" indent="-282575">
              <a:lnSpc>
                <a:spcPts val="2880"/>
              </a:lnSpc>
              <a:spcBef>
                <a:spcPts val="600"/>
              </a:spcBef>
            </a:pPr>
            <a:r>
              <a:rPr lang="en-IN" sz="2400" dirty="0"/>
              <a:t>IP: not a convex set</a:t>
            </a:r>
          </a:p>
          <a:p>
            <a:pPr marL="739775" lvl="1" indent="-282575">
              <a:lnSpc>
                <a:spcPts val="2880"/>
              </a:lnSpc>
              <a:spcBef>
                <a:spcPts val="600"/>
              </a:spcBef>
            </a:pPr>
            <a:r>
              <a:rPr lang="en-IN" dirty="0"/>
              <a:t>LP: Local optimal solution is global. </a:t>
            </a:r>
          </a:p>
          <a:p>
            <a:pPr marL="739775" lvl="2" indent="-282575">
              <a:lnSpc>
                <a:spcPts val="2880"/>
              </a:lnSpc>
              <a:spcBef>
                <a:spcPts val="600"/>
              </a:spcBef>
            </a:pPr>
            <a:r>
              <a:rPr lang="en-IN" sz="2400" dirty="0"/>
              <a:t>IP: Not necessary</a:t>
            </a:r>
            <a:endParaRPr lang="en-IN" sz="2400" dirty="0">
              <a:solidFill>
                <a:schemeClr val="tx1"/>
              </a:solidFill>
            </a:endParaRPr>
          </a:p>
          <a:p>
            <a:pPr marL="282575" lvl="1" indent="-282575">
              <a:spcBef>
                <a:spcPts val="600"/>
              </a:spcBef>
            </a:pP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Integral Polyhedron</a:t>
            </a:r>
          </a:p>
        </p:txBody>
      </p:sp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304800" y="1828800"/>
            <a:ext cx="3962400" cy="3490913"/>
            <a:chOff x="192" y="1776"/>
            <a:chExt cx="2496" cy="2199"/>
          </a:xfrm>
        </p:grpSpPr>
        <p:sp>
          <p:nvSpPr>
            <p:cNvPr id="23602" name="Line 76"/>
            <p:cNvSpPr>
              <a:spLocks noChangeShapeType="1"/>
            </p:cNvSpPr>
            <p:nvPr/>
          </p:nvSpPr>
          <p:spPr bwMode="auto">
            <a:xfrm flipV="1">
              <a:off x="1200" y="1959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03" name="Line 77"/>
            <p:cNvSpPr>
              <a:spLocks noChangeShapeType="1"/>
            </p:cNvSpPr>
            <p:nvPr/>
          </p:nvSpPr>
          <p:spPr bwMode="auto">
            <a:xfrm>
              <a:off x="319" y="3264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04" name="Line 78"/>
            <p:cNvSpPr>
              <a:spLocks noChangeShapeType="1"/>
            </p:cNvSpPr>
            <p:nvPr/>
          </p:nvSpPr>
          <p:spPr bwMode="auto">
            <a:xfrm>
              <a:off x="319" y="2880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05" name="Line 79"/>
            <p:cNvSpPr>
              <a:spLocks noChangeShapeType="1"/>
            </p:cNvSpPr>
            <p:nvPr/>
          </p:nvSpPr>
          <p:spPr bwMode="auto">
            <a:xfrm>
              <a:off x="319" y="2496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06" name="Line 80"/>
            <p:cNvSpPr>
              <a:spLocks noChangeShapeType="1"/>
            </p:cNvSpPr>
            <p:nvPr/>
          </p:nvSpPr>
          <p:spPr bwMode="auto">
            <a:xfrm>
              <a:off x="319" y="2112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07" name="Line 81"/>
            <p:cNvSpPr>
              <a:spLocks noChangeShapeType="1"/>
            </p:cNvSpPr>
            <p:nvPr/>
          </p:nvSpPr>
          <p:spPr bwMode="auto">
            <a:xfrm>
              <a:off x="321" y="3641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08" name="Line 82"/>
            <p:cNvSpPr>
              <a:spLocks noChangeShapeType="1"/>
            </p:cNvSpPr>
            <p:nvPr/>
          </p:nvSpPr>
          <p:spPr bwMode="auto">
            <a:xfrm rot="-5400000">
              <a:off x="1525" y="3707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09" name="Line 83"/>
            <p:cNvSpPr>
              <a:spLocks noChangeShapeType="1"/>
            </p:cNvSpPr>
            <p:nvPr/>
          </p:nvSpPr>
          <p:spPr bwMode="auto">
            <a:xfrm rot="-5400000">
              <a:off x="2293" y="3707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0" name="Line 84"/>
            <p:cNvSpPr>
              <a:spLocks noChangeShapeType="1"/>
            </p:cNvSpPr>
            <p:nvPr/>
          </p:nvSpPr>
          <p:spPr bwMode="auto">
            <a:xfrm rot="-5400000">
              <a:off x="1909" y="3707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1" name="Line 85"/>
            <p:cNvSpPr>
              <a:spLocks noChangeShapeType="1"/>
            </p:cNvSpPr>
            <p:nvPr/>
          </p:nvSpPr>
          <p:spPr bwMode="auto">
            <a:xfrm>
              <a:off x="434" y="3641"/>
              <a:ext cx="22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2" name="Line 86"/>
            <p:cNvSpPr>
              <a:spLocks noChangeShapeType="1"/>
            </p:cNvSpPr>
            <p:nvPr/>
          </p:nvSpPr>
          <p:spPr bwMode="auto">
            <a:xfrm rot="-5400000">
              <a:off x="1141" y="3707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3" name="Line 87"/>
            <p:cNvSpPr>
              <a:spLocks noChangeShapeType="1"/>
            </p:cNvSpPr>
            <p:nvPr/>
          </p:nvSpPr>
          <p:spPr bwMode="auto">
            <a:xfrm rot="-5400000">
              <a:off x="744" y="372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4" name="Line 88"/>
            <p:cNvSpPr>
              <a:spLocks noChangeShapeType="1"/>
            </p:cNvSpPr>
            <p:nvPr/>
          </p:nvSpPr>
          <p:spPr bwMode="auto">
            <a:xfrm>
              <a:off x="432" y="1776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5" name="Line 89"/>
            <p:cNvSpPr>
              <a:spLocks noChangeShapeType="1"/>
            </p:cNvSpPr>
            <p:nvPr/>
          </p:nvSpPr>
          <p:spPr bwMode="auto">
            <a:xfrm flipV="1">
              <a:off x="816" y="1968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6" name="Line 90"/>
            <p:cNvSpPr>
              <a:spLocks noChangeShapeType="1"/>
            </p:cNvSpPr>
            <p:nvPr/>
          </p:nvSpPr>
          <p:spPr bwMode="auto">
            <a:xfrm flipV="1">
              <a:off x="432" y="3255"/>
              <a:ext cx="220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7" name="Line 91"/>
            <p:cNvSpPr>
              <a:spLocks noChangeShapeType="1"/>
            </p:cNvSpPr>
            <p:nvPr/>
          </p:nvSpPr>
          <p:spPr bwMode="auto">
            <a:xfrm flipV="1">
              <a:off x="1584" y="1959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8" name="Line 92"/>
            <p:cNvSpPr>
              <a:spLocks noChangeShapeType="1"/>
            </p:cNvSpPr>
            <p:nvPr/>
          </p:nvSpPr>
          <p:spPr bwMode="auto">
            <a:xfrm flipV="1">
              <a:off x="1968" y="1959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19" name="Line 93"/>
            <p:cNvSpPr>
              <a:spLocks noChangeShapeType="1"/>
            </p:cNvSpPr>
            <p:nvPr/>
          </p:nvSpPr>
          <p:spPr bwMode="auto">
            <a:xfrm flipV="1">
              <a:off x="2352" y="1959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20" name="Line 94"/>
            <p:cNvSpPr>
              <a:spLocks noChangeShapeType="1"/>
            </p:cNvSpPr>
            <p:nvPr/>
          </p:nvSpPr>
          <p:spPr bwMode="auto">
            <a:xfrm flipV="1">
              <a:off x="432" y="2871"/>
              <a:ext cx="220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21" name="Line 95"/>
            <p:cNvSpPr>
              <a:spLocks noChangeShapeType="1"/>
            </p:cNvSpPr>
            <p:nvPr/>
          </p:nvSpPr>
          <p:spPr bwMode="auto">
            <a:xfrm flipV="1">
              <a:off x="432" y="2487"/>
              <a:ext cx="220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22" name="Line 96"/>
            <p:cNvSpPr>
              <a:spLocks noChangeShapeType="1"/>
            </p:cNvSpPr>
            <p:nvPr/>
          </p:nvSpPr>
          <p:spPr bwMode="auto">
            <a:xfrm flipV="1">
              <a:off x="432" y="2103"/>
              <a:ext cx="220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23" name="Line 97"/>
            <p:cNvSpPr>
              <a:spLocks noChangeShapeType="1"/>
            </p:cNvSpPr>
            <p:nvPr/>
          </p:nvSpPr>
          <p:spPr bwMode="auto">
            <a:xfrm flipV="1">
              <a:off x="192" y="2199"/>
              <a:ext cx="1920" cy="48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24" name="Line 98"/>
            <p:cNvSpPr>
              <a:spLocks noChangeShapeType="1"/>
            </p:cNvSpPr>
            <p:nvPr/>
          </p:nvSpPr>
          <p:spPr bwMode="auto">
            <a:xfrm>
              <a:off x="912" y="1959"/>
              <a:ext cx="1632" cy="1008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25" name="Line 99"/>
            <p:cNvSpPr>
              <a:spLocks noChangeShapeType="1"/>
            </p:cNvSpPr>
            <p:nvPr/>
          </p:nvSpPr>
          <p:spPr bwMode="auto">
            <a:xfrm flipH="1">
              <a:off x="1920" y="2199"/>
              <a:ext cx="576" cy="177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26" name="Line 100"/>
            <p:cNvSpPr>
              <a:spLocks noChangeShapeType="1"/>
            </p:cNvSpPr>
            <p:nvPr/>
          </p:nvSpPr>
          <p:spPr bwMode="auto">
            <a:xfrm flipV="1">
              <a:off x="1104" y="3063"/>
              <a:ext cx="1584" cy="912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627" name="Freeform 101"/>
            <p:cNvSpPr>
              <a:spLocks/>
            </p:cNvSpPr>
            <p:nvPr/>
          </p:nvSpPr>
          <p:spPr bwMode="auto">
            <a:xfrm>
              <a:off x="432" y="2343"/>
              <a:ext cx="1872" cy="1296"/>
            </a:xfrm>
            <a:custGeom>
              <a:avLst/>
              <a:gdLst>
                <a:gd name="T0" fmla="*/ 0 w 1872"/>
                <a:gd name="T1" fmla="*/ 1296 h 1296"/>
                <a:gd name="T2" fmla="*/ 0 w 1872"/>
                <a:gd name="T3" fmla="*/ 288 h 1296"/>
                <a:gd name="T4" fmla="*/ 1104 w 1872"/>
                <a:gd name="T5" fmla="*/ 0 h 1296"/>
                <a:gd name="T6" fmla="*/ 1872 w 1872"/>
                <a:gd name="T7" fmla="*/ 480 h 1296"/>
                <a:gd name="T8" fmla="*/ 1680 w 1872"/>
                <a:gd name="T9" fmla="*/ 1056 h 1296"/>
                <a:gd name="T10" fmla="*/ 1248 w 1872"/>
                <a:gd name="T11" fmla="*/ 1296 h 1296"/>
                <a:gd name="T12" fmla="*/ 0 w 1872"/>
                <a:gd name="T13" fmla="*/ 1296 h 12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72"/>
                <a:gd name="T22" fmla="*/ 0 h 1296"/>
                <a:gd name="T23" fmla="*/ 1872 w 1872"/>
                <a:gd name="T24" fmla="*/ 1296 h 12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72" h="1296">
                  <a:moveTo>
                    <a:pt x="0" y="1296"/>
                  </a:moveTo>
                  <a:lnTo>
                    <a:pt x="0" y="288"/>
                  </a:lnTo>
                  <a:lnTo>
                    <a:pt x="1104" y="0"/>
                  </a:lnTo>
                  <a:lnTo>
                    <a:pt x="1872" y="480"/>
                  </a:lnTo>
                  <a:lnTo>
                    <a:pt x="1680" y="1056"/>
                  </a:lnTo>
                  <a:lnTo>
                    <a:pt x="1248" y="1296"/>
                  </a:lnTo>
                  <a:lnTo>
                    <a:pt x="0" y="1296"/>
                  </a:lnTo>
                  <a:close/>
                </a:path>
              </a:pathLst>
            </a:custGeom>
            <a:noFill/>
            <a:ln w="38100">
              <a:solidFill>
                <a:srgbClr val="CC0099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grpSp>
          <p:nvGrpSpPr>
            <p:cNvPr id="3" name="Group 102"/>
            <p:cNvGrpSpPr>
              <a:grpSpLocks/>
            </p:cNvGrpSpPr>
            <p:nvPr/>
          </p:nvGrpSpPr>
          <p:grpSpPr bwMode="auto">
            <a:xfrm>
              <a:off x="384" y="2439"/>
              <a:ext cx="1632" cy="1227"/>
              <a:chOff x="384" y="864"/>
              <a:chExt cx="1632" cy="1227"/>
            </a:xfrm>
          </p:grpSpPr>
          <p:sp>
            <p:nvSpPr>
              <p:cNvPr id="23629" name="Oval 103"/>
              <p:cNvSpPr>
                <a:spLocks noChangeArrowheads="1"/>
              </p:cNvSpPr>
              <p:nvPr/>
            </p:nvSpPr>
            <p:spPr bwMode="auto">
              <a:xfrm>
                <a:off x="384" y="2016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0" name="Oval 104"/>
              <p:cNvSpPr>
                <a:spLocks noChangeArrowheads="1"/>
              </p:cNvSpPr>
              <p:nvPr/>
            </p:nvSpPr>
            <p:spPr bwMode="auto">
              <a:xfrm>
                <a:off x="789" y="2016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1" name="Oval 105"/>
              <p:cNvSpPr>
                <a:spLocks noChangeArrowheads="1"/>
              </p:cNvSpPr>
              <p:nvPr/>
            </p:nvSpPr>
            <p:spPr bwMode="auto">
              <a:xfrm>
                <a:off x="1173" y="2016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2" name="Oval 106"/>
              <p:cNvSpPr>
                <a:spLocks noChangeArrowheads="1"/>
              </p:cNvSpPr>
              <p:nvPr/>
            </p:nvSpPr>
            <p:spPr bwMode="auto">
              <a:xfrm>
                <a:off x="1557" y="2016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3" name="Oval 107"/>
              <p:cNvSpPr>
                <a:spLocks noChangeArrowheads="1"/>
              </p:cNvSpPr>
              <p:nvPr/>
            </p:nvSpPr>
            <p:spPr bwMode="auto">
              <a:xfrm>
                <a:off x="384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4" name="Oval 108"/>
              <p:cNvSpPr>
                <a:spLocks noChangeArrowheads="1"/>
              </p:cNvSpPr>
              <p:nvPr/>
            </p:nvSpPr>
            <p:spPr bwMode="auto">
              <a:xfrm>
                <a:off x="789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5" name="Oval 109"/>
              <p:cNvSpPr>
                <a:spLocks noChangeArrowheads="1"/>
              </p:cNvSpPr>
              <p:nvPr/>
            </p:nvSpPr>
            <p:spPr bwMode="auto">
              <a:xfrm>
                <a:off x="1173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6" name="Oval 110"/>
              <p:cNvSpPr>
                <a:spLocks noChangeArrowheads="1"/>
              </p:cNvSpPr>
              <p:nvPr/>
            </p:nvSpPr>
            <p:spPr bwMode="auto">
              <a:xfrm>
                <a:off x="1557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7" name="Oval 111"/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8" name="Oval 112"/>
              <p:cNvSpPr>
                <a:spLocks noChangeArrowheads="1"/>
              </p:cNvSpPr>
              <p:nvPr/>
            </p:nvSpPr>
            <p:spPr bwMode="auto">
              <a:xfrm>
                <a:off x="789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39" name="Oval 113"/>
              <p:cNvSpPr>
                <a:spLocks noChangeArrowheads="1"/>
              </p:cNvSpPr>
              <p:nvPr/>
            </p:nvSpPr>
            <p:spPr bwMode="auto">
              <a:xfrm>
                <a:off x="1173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40" name="Oval 114"/>
              <p:cNvSpPr>
                <a:spLocks noChangeArrowheads="1"/>
              </p:cNvSpPr>
              <p:nvPr/>
            </p:nvSpPr>
            <p:spPr bwMode="auto">
              <a:xfrm>
                <a:off x="1557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41" name="Oval 115"/>
              <p:cNvSpPr>
                <a:spLocks noChangeArrowheads="1"/>
              </p:cNvSpPr>
              <p:nvPr/>
            </p:nvSpPr>
            <p:spPr bwMode="auto">
              <a:xfrm>
                <a:off x="1173" y="864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42" name="Oval 116"/>
              <p:cNvSpPr>
                <a:spLocks noChangeArrowheads="1"/>
              </p:cNvSpPr>
              <p:nvPr/>
            </p:nvSpPr>
            <p:spPr bwMode="auto">
              <a:xfrm>
                <a:off x="1557" y="864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43" name="Oval 117"/>
              <p:cNvSpPr>
                <a:spLocks noChangeArrowheads="1"/>
              </p:cNvSpPr>
              <p:nvPr/>
            </p:nvSpPr>
            <p:spPr bwMode="auto">
              <a:xfrm>
                <a:off x="1941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44" name="Oval 118"/>
              <p:cNvSpPr>
                <a:spLocks noChangeArrowheads="1"/>
              </p:cNvSpPr>
              <p:nvPr/>
            </p:nvSpPr>
            <p:spPr bwMode="auto">
              <a:xfrm>
                <a:off x="1941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Group 119"/>
          <p:cNvGrpSpPr>
            <a:grpSpLocks/>
          </p:cNvGrpSpPr>
          <p:nvPr/>
        </p:nvGrpSpPr>
        <p:grpSpPr bwMode="auto">
          <a:xfrm>
            <a:off x="4876800" y="1828800"/>
            <a:ext cx="3962400" cy="3490913"/>
            <a:chOff x="3072" y="1776"/>
            <a:chExt cx="2496" cy="2199"/>
          </a:xfrm>
        </p:grpSpPr>
        <p:sp>
          <p:nvSpPr>
            <p:cNvPr id="23558" name="Line 120"/>
            <p:cNvSpPr>
              <a:spLocks noChangeShapeType="1"/>
            </p:cNvSpPr>
            <p:nvPr/>
          </p:nvSpPr>
          <p:spPr bwMode="auto">
            <a:xfrm flipV="1">
              <a:off x="4080" y="1959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59" name="Line 121"/>
            <p:cNvSpPr>
              <a:spLocks noChangeShapeType="1"/>
            </p:cNvSpPr>
            <p:nvPr/>
          </p:nvSpPr>
          <p:spPr bwMode="auto">
            <a:xfrm>
              <a:off x="3199" y="3264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0" name="Line 122"/>
            <p:cNvSpPr>
              <a:spLocks noChangeShapeType="1"/>
            </p:cNvSpPr>
            <p:nvPr/>
          </p:nvSpPr>
          <p:spPr bwMode="auto">
            <a:xfrm>
              <a:off x="3199" y="2880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1" name="Line 123"/>
            <p:cNvSpPr>
              <a:spLocks noChangeShapeType="1"/>
            </p:cNvSpPr>
            <p:nvPr/>
          </p:nvSpPr>
          <p:spPr bwMode="auto">
            <a:xfrm>
              <a:off x="3199" y="2496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2" name="Line 124"/>
            <p:cNvSpPr>
              <a:spLocks noChangeShapeType="1"/>
            </p:cNvSpPr>
            <p:nvPr/>
          </p:nvSpPr>
          <p:spPr bwMode="auto">
            <a:xfrm>
              <a:off x="3199" y="2112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3" name="Line 125"/>
            <p:cNvSpPr>
              <a:spLocks noChangeShapeType="1"/>
            </p:cNvSpPr>
            <p:nvPr/>
          </p:nvSpPr>
          <p:spPr bwMode="auto">
            <a:xfrm>
              <a:off x="3201" y="3641"/>
              <a:ext cx="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4" name="Line 126"/>
            <p:cNvSpPr>
              <a:spLocks noChangeShapeType="1"/>
            </p:cNvSpPr>
            <p:nvPr/>
          </p:nvSpPr>
          <p:spPr bwMode="auto">
            <a:xfrm rot="-5400000">
              <a:off x="4405" y="3707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5" name="Line 127"/>
            <p:cNvSpPr>
              <a:spLocks noChangeShapeType="1"/>
            </p:cNvSpPr>
            <p:nvPr/>
          </p:nvSpPr>
          <p:spPr bwMode="auto">
            <a:xfrm rot="-5400000">
              <a:off x="5173" y="3707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6" name="Line 128"/>
            <p:cNvSpPr>
              <a:spLocks noChangeShapeType="1"/>
            </p:cNvSpPr>
            <p:nvPr/>
          </p:nvSpPr>
          <p:spPr bwMode="auto">
            <a:xfrm rot="-5400000">
              <a:off x="4789" y="3707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7" name="Line 129"/>
            <p:cNvSpPr>
              <a:spLocks noChangeShapeType="1"/>
            </p:cNvSpPr>
            <p:nvPr/>
          </p:nvSpPr>
          <p:spPr bwMode="auto">
            <a:xfrm>
              <a:off x="3314" y="3641"/>
              <a:ext cx="22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8" name="Line 130"/>
            <p:cNvSpPr>
              <a:spLocks noChangeShapeType="1"/>
            </p:cNvSpPr>
            <p:nvPr/>
          </p:nvSpPr>
          <p:spPr bwMode="auto">
            <a:xfrm rot="-5400000">
              <a:off x="4021" y="3707"/>
              <a:ext cx="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69" name="Line 131"/>
            <p:cNvSpPr>
              <a:spLocks noChangeShapeType="1"/>
            </p:cNvSpPr>
            <p:nvPr/>
          </p:nvSpPr>
          <p:spPr bwMode="auto">
            <a:xfrm rot="-5400000">
              <a:off x="3624" y="372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0" name="Line 132"/>
            <p:cNvSpPr>
              <a:spLocks noChangeShapeType="1"/>
            </p:cNvSpPr>
            <p:nvPr/>
          </p:nvSpPr>
          <p:spPr bwMode="auto">
            <a:xfrm>
              <a:off x="3312" y="1776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1" name="Line 133"/>
            <p:cNvSpPr>
              <a:spLocks noChangeShapeType="1"/>
            </p:cNvSpPr>
            <p:nvPr/>
          </p:nvSpPr>
          <p:spPr bwMode="auto">
            <a:xfrm flipV="1">
              <a:off x="3696" y="1968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2" name="Line 134"/>
            <p:cNvSpPr>
              <a:spLocks noChangeShapeType="1"/>
            </p:cNvSpPr>
            <p:nvPr/>
          </p:nvSpPr>
          <p:spPr bwMode="auto">
            <a:xfrm flipV="1">
              <a:off x="3312" y="3255"/>
              <a:ext cx="220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3" name="Line 135"/>
            <p:cNvSpPr>
              <a:spLocks noChangeShapeType="1"/>
            </p:cNvSpPr>
            <p:nvPr/>
          </p:nvSpPr>
          <p:spPr bwMode="auto">
            <a:xfrm flipV="1">
              <a:off x="4464" y="1959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4" name="Line 136"/>
            <p:cNvSpPr>
              <a:spLocks noChangeShapeType="1"/>
            </p:cNvSpPr>
            <p:nvPr/>
          </p:nvSpPr>
          <p:spPr bwMode="auto">
            <a:xfrm flipV="1">
              <a:off x="4848" y="1959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5" name="Line 137"/>
            <p:cNvSpPr>
              <a:spLocks noChangeShapeType="1"/>
            </p:cNvSpPr>
            <p:nvPr/>
          </p:nvSpPr>
          <p:spPr bwMode="auto">
            <a:xfrm flipV="1">
              <a:off x="5232" y="1959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6" name="Line 138"/>
            <p:cNvSpPr>
              <a:spLocks noChangeShapeType="1"/>
            </p:cNvSpPr>
            <p:nvPr/>
          </p:nvSpPr>
          <p:spPr bwMode="auto">
            <a:xfrm flipV="1">
              <a:off x="3312" y="2871"/>
              <a:ext cx="220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7" name="Line 139"/>
            <p:cNvSpPr>
              <a:spLocks noChangeShapeType="1"/>
            </p:cNvSpPr>
            <p:nvPr/>
          </p:nvSpPr>
          <p:spPr bwMode="auto">
            <a:xfrm flipV="1">
              <a:off x="3312" y="2487"/>
              <a:ext cx="220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8" name="Line 140"/>
            <p:cNvSpPr>
              <a:spLocks noChangeShapeType="1"/>
            </p:cNvSpPr>
            <p:nvPr/>
          </p:nvSpPr>
          <p:spPr bwMode="auto">
            <a:xfrm flipV="1">
              <a:off x="3312" y="2103"/>
              <a:ext cx="220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79" name="Line 141"/>
            <p:cNvSpPr>
              <a:spLocks noChangeShapeType="1"/>
            </p:cNvSpPr>
            <p:nvPr/>
          </p:nvSpPr>
          <p:spPr bwMode="auto">
            <a:xfrm flipV="1">
              <a:off x="3072" y="2199"/>
              <a:ext cx="1920" cy="48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80" name="Line 142"/>
            <p:cNvSpPr>
              <a:spLocks noChangeShapeType="1"/>
            </p:cNvSpPr>
            <p:nvPr/>
          </p:nvSpPr>
          <p:spPr bwMode="auto">
            <a:xfrm>
              <a:off x="3792" y="1959"/>
              <a:ext cx="1632" cy="1008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81" name="Line 143"/>
            <p:cNvSpPr>
              <a:spLocks noChangeShapeType="1"/>
            </p:cNvSpPr>
            <p:nvPr/>
          </p:nvSpPr>
          <p:spPr bwMode="auto">
            <a:xfrm flipH="1">
              <a:off x="4800" y="2199"/>
              <a:ext cx="576" cy="177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82" name="Line 144"/>
            <p:cNvSpPr>
              <a:spLocks noChangeShapeType="1"/>
            </p:cNvSpPr>
            <p:nvPr/>
          </p:nvSpPr>
          <p:spPr bwMode="auto">
            <a:xfrm flipV="1">
              <a:off x="3984" y="3063"/>
              <a:ext cx="1584" cy="912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3583" name="Freeform 145"/>
            <p:cNvSpPr>
              <a:spLocks/>
            </p:cNvSpPr>
            <p:nvPr/>
          </p:nvSpPr>
          <p:spPr bwMode="auto">
            <a:xfrm>
              <a:off x="3312" y="2343"/>
              <a:ext cx="1872" cy="1296"/>
            </a:xfrm>
            <a:custGeom>
              <a:avLst/>
              <a:gdLst>
                <a:gd name="T0" fmla="*/ 0 w 1872"/>
                <a:gd name="T1" fmla="*/ 1296 h 1296"/>
                <a:gd name="T2" fmla="*/ 0 w 1872"/>
                <a:gd name="T3" fmla="*/ 288 h 1296"/>
                <a:gd name="T4" fmla="*/ 1104 w 1872"/>
                <a:gd name="T5" fmla="*/ 0 h 1296"/>
                <a:gd name="T6" fmla="*/ 1872 w 1872"/>
                <a:gd name="T7" fmla="*/ 480 h 1296"/>
                <a:gd name="T8" fmla="*/ 1680 w 1872"/>
                <a:gd name="T9" fmla="*/ 1056 h 1296"/>
                <a:gd name="T10" fmla="*/ 1248 w 1872"/>
                <a:gd name="T11" fmla="*/ 1296 h 1296"/>
                <a:gd name="T12" fmla="*/ 0 w 1872"/>
                <a:gd name="T13" fmla="*/ 1296 h 12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72"/>
                <a:gd name="T22" fmla="*/ 0 h 1296"/>
                <a:gd name="T23" fmla="*/ 1872 w 1872"/>
                <a:gd name="T24" fmla="*/ 1296 h 12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72" h="1296">
                  <a:moveTo>
                    <a:pt x="0" y="1296"/>
                  </a:moveTo>
                  <a:lnTo>
                    <a:pt x="0" y="288"/>
                  </a:lnTo>
                  <a:lnTo>
                    <a:pt x="1104" y="0"/>
                  </a:lnTo>
                  <a:lnTo>
                    <a:pt x="1872" y="480"/>
                  </a:lnTo>
                  <a:lnTo>
                    <a:pt x="1680" y="1056"/>
                  </a:lnTo>
                  <a:lnTo>
                    <a:pt x="1248" y="1296"/>
                  </a:lnTo>
                  <a:lnTo>
                    <a:pt x="0" y="1296"/>
                  </a:lnTo>
                  <a:close/>
                </a:path>
              </a:pathLst>
            </a:custGeom>
            <a:noFill/>
            <a:ln w="38100">
              <a:solidFill>
                <a:srgbClr val="CC0099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grpSp>
          <p:nvGrpSpPr>
            <p:cNvPr id="5" name="Group 146"/>
            <p:cNvGrpSpPr>
              <a:grpSpLocks/>
            </p:cNvGrpSpPr>
            <p:nvPr/>
          </p:nvGrpSpPr>
          <p:grpSpPr bwMode="auto">
            <a:xfrm>
              <a:off x="3264" y="2439"/>
              <a:ext cx="1632" cy="1227"/>
              <a:chOff x="384" y="864"/>
              <a:chExt cx="1632" cy="1227"/>
            </a:xfrm>
          </p:grpSpPr>
          <p:sp>
            <p:nvSpPr>
              <p:cNvPr id="23586" name="Oval 147"/>
              <p:cNvSpPr>
                <a:spLocks noChangeArrowheads="1"/>
              </p:cNvSpPr>
              <p:nvPr/>
            </p:nvSpPr>
            <p:spPr bwMode="auto">
              <a:xfrm>
                <a:off x="384" y="2016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87" name="Oval 148"/>
              <p:cNvSpPr>
                <a:spLocks noChangeArrowheads="1"/>
              </p:cNvSpPr>
              <p:nvPr/>
            </p:nvSpPr>
            <p:spPr bwMode="auto">
              <a:xfrm>
                <a:off x="789" y="2016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88" name="Oval 149"/>
              <p:cNvSpPr>
                <a:spLocks noChangeArrowheads="1"/>
              </p:cNvSpPr>
              <p:nvPr/>
            </p:nvSpPr>
            <p:spPr bwMode="auto">
              <a:xfrm>
                <a:off x="1173" y="2016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89" name="Oval 150"/>
              <p:cNvSpPr>
                <a:spLocks noChangeArrowheads="1"/>
              </p:cNvSpPr>
              <p:nvPr/>
            </p:nvSpPr>
            <p:spPr bwMode="auto">
              <a:xfrm>
                <a:off x="1557" y="2016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0" name="Oval 151"/>
              <p:cNvSpPr>
                <a:spLocks noChangeArrowheads="1"/>
              </p:cNvSpPr>
              <p:nvPr/>
            </p:nvSpPr>
            <p:spPr bwMode="auto">
              <a:xfrm>
                <a:off x="384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1" name="Oval 152"/>
              <p:cNvSpPr>
                <a:spLocks noChangeArrowheads="1"/>
              </p:cNvSpPr>
              <p:nvPr/>
            </p:nvSpPr>
            <p:spPr bwMode="auto">
              <a:xfrm>
                <a:off x="789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2" name="Oval 153"/>
              <p:cNvSpPr>
                <a:spLocks noChangeArrowheads="1"/>
              </p:cNvSpPr>
              <p:nvPr/>
            </p:nvSpPr>
            <p:spPr bwMode="auto">
              <a:xfrm>
                <a:off x="1173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3" name="Oval 154"/>
              <p:cNvSpPr>
                <a:spLocks noChangeArrowheads="1"/>
              </p:cNvSpPr>
              <p:nvPr/>
            </p:nvSpPr>
            <p:spPr bwMode="auto">
              <a:xfrm>
                <a:off x="1557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4" name="Oval 155"/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5" name="Oval 156"/>
              <p:cNvSpPr>
                <a:spLocks noChangeArrowheads="1"/>
              </p:cNvSpPr>
              <p:nvPr/>
            </p:nvSpPr>
            <p:spPr bwMode="auto">
              <a:xfrm>
                <a:off x="789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6" name="Oval 157"/>
              <p:cNvSpPr>
                <a:spLocks noChangeArrowheads="1"/>
              </p:cNvSpPr>
              <p:nvPr/>
            </p:nvSpPr>
            <p:spPr bwMode="auto">
              <a:xfrm>
                <a:off x="1173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7" name="Oval 158"/>
              <p:cNvSpPr>
                <a:spLocks noChangeArrowheads="1"/>
              </p:cNvSpPr>
              <p:nvPr/>
            </p:nvSpPr>
            <p:spPr bwMode="auto">
              <a:xfrm>
                <a:off x="1557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8" name="Oval 159"/>
              <p:cNvSpPr>
                <a:spLocks noChangeArrowheads="1"/>
              </p:cNvSpPr>
              <p:nvPr/>
            </p:nvSpPr>
            <p:spPr bwMode="auto">
              <a:xfrm>
                <a:off x="1173" y="864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599" name="Oval 160"/>
              <p:cNvSpPr>
                <a:spLocks noChangeArrowheads="1"/>
              </p:cNvSpPr>
              <p:nvPr/>
            </p:nvSpPr>
            <p:spPr bwMode="auto">
              <a:xfrm>
                <a:off x="1557" y="864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00" name="Oval 161"/>
              <p:cNvSpPr>
                <a:spLocks noChangeArrowheads="1"/>
              </p:cNvSpPr>
              <p:nvPr/>
            </p:nvSpPr>
            <p:spPr bwMode="auto">
              <a:xfrm>
                <a:off x="1941" y="1632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3601" name="Oval 162"/>
              <p:cNvSpPr>
                <a:spLocks noChangeArrowheads="1"/>
              </p:cNvSpPr>
              <p:nvPr/>
            </p:nvSpPr>
            <p:spPr bwMode="auto">
              <a:xfrm>
                <a:off x="1941" y="1248"/>
                <a:ext cx="75" cy="75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3585" name="Freeform 163"/>
            <p:cNvSpPr>
              <a:spLocks/>
            </p:cNvSpPr>
            <p:nvPr/>
          </p:nvSpPr>
          <p:spPr bwMode="auto">
            <a:xfrm>
              <a:off x="3312" y="2487"/>
              <a:ext cx="1536" cy="1152"/>
            </a:xfrm>
            <a:custGeom>
              <a:avLst/>
              <a:gdLst>
                <a:gd name="T0" fmla="*/ 0 w 1536"/>
                <a:gd name="T1" fmla="*/ 384 h 1152"/>
                <a:gd name="T2" fmla="*/ 768 w 1536"/>
                <a:gd name="T3" fmla="*/ 0 h 1152"/>
                <a:gd name="T4" fmla="*/ 1152 w 1536"/>
                <a:gd name="T5" fmla="*/ 0 h 1152"/>
                <a:gd name="T6" fmla="*/ 1536 w 1536"/>
                <a:gd name="T7" fmla="*/ 384 h 1152"/>
                <a:gd name="T8" fmla="*/ 1536 w 1536"/>
                <a:gd name="T9" fmla="*/ 768 h 1152"/>
                <a:gd name="T10" fmla="*/ 1152 w 1536"/>
                <a:gd name="T11" fmla="*/ 1152 h 1152"/>
                <a:gd name="T12" fmla="*/ 0 w 1536"/>
                <a:gd name="T13" fmla="*/ 1152 h 1152"/>
                <a:gd name="T14" fmla="*/ 0 w 1536"/>
                <a:gd name="T15" fmla="*/ 384 h 11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36"/>
                <a:gd name="T25" fmla="*/ 0 h 1152"/>
                <a:gd name="T26" fmla="*/ 1536 w 1536"/>
                <a:gd name="T27" fmla="*/ 1152 h 115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36" h="1152">
                  <a:moveTo>
                    <a:pt x="0" y="384"/>
                  </a:moveTo>
                  <a:lnTo>
                    <a:pt x="768" y="0"/>
                  </a:lnTo>
                  <a:lnTo>
                    <a:pt x="1152" y="0"/>
                  </a:lnTo>
                  <a:lnTo>
                    <a:pt x="1536" y="384"/>
                  </a:lnTo>
                  <a:lnTo>
                    <a:pt x="1536" y="768"/>
                  </a:lnTo>
                  <a:lnTo>
                    <a:pt x="1152" y="1152"/>
                  </a:lnTo>
                  <a:lnTo>
                    <a:pt x="0" y="1152"/>
                  </a:lnTo>
                  <a:lnTo>
                    <a:pt x="0" y="384"/>
                  </a:lnTo>
                  <a:close/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Relaxing the integrality condition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/>
              <a:t>Solving </a:t>
            </a:r>
            <a:r>
              <a:rPr lang="en-US">
                <a:solidFill>
                  <a:srgbClr val="0066CC"/>
                </a:solidFill>
              </a:rPr>
              <a:t>Relaxed LP</a:t>
            </a:r>
            <a:r>
              <a:rPr lang="en-US"/>
              <a:t> may result fractional values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Meaningless for IP.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What is the easiest way out??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Round off to nearest integer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Is it viable</a:t>
            </a:r>
            <a:r>
              <a:rPr lang="en-US">
                <a:solidFill>
                  <a:srgbClr val="0066CC"/>
                </a:solidFill>
              </a:rPr>
              <a:t>??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Why not</a:t>
            </a:r>
            <a:r>
              <a:rPr lang="en-US">
                <a:solidFill>
                  <a:srgbClr val="0066CC"/>
                </a:solidFill>
              </a:rPr>
              <a:t>??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What are the dangers??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Solution may not be feasible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Solution may not be optimal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Example: Max x</a:t>
            </a:r>
            <a:r>
              <a:rPr lang="en-US" baseline="-25000"/>
              <a:t>1 </a:t>
            </a:r>
            <a:r>
              <a:rPr lang="en-US"/>
              <a:t>+ 5x</a:t>
            </a:r>
            <a:r>
              <a:rPr lang="en-US" baseline="-25000"/>
              <a:t>2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/>
              <a:t>			s.t. 	x</a:t>
            </a:r>
            <a:r>
              <a:rPr lang="en-US" baseline="-25000"/>
              <a:t>1 </a:t>
            </a:r>
            <a:r>
              <a:rPr lang="en-US"/>
              <a:t>+ 10x</a:t>
            </a:r>
            <a:r>
              <a:rPr lang="en-US" baseline="-25000"/>
              <a:t>2</a:t>
            </a:r>
            <a:r>
              <a:rPr lang="en-US"/>
              <a:t> </a:t>
            </a:r>
            <a:r>
              <a:rPr lang="en-US">
                <a:cs typeface="Arial" charset="0"/>
              </a:rPr>
              <a:t>≤ </a:t>
            </a:r>
            <a:r>
              <a:rPr lang="en-US"/>
              <a:t>20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/>
              <a:t>				x</a:t>
            </a:r>
            <a:r>
              <a:rPr lang="en-US" baseline="-25000"/>
              <a:t>1 	      </a:t>
            </a:r>
            <a:r>
              <a:rPr lang="en-US">
                <a:cs typeface="Arial" charset="0"/>
              </a:rPr>
              <a:t>≤</a:t>
            </a:r>
            <a:r>
              <a:rPr lang="en-US"/>
              <a:t> 2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/>
              <a:t>				x</a:t>
            </a:r>
            <a:r>
              <a:rPr lang="en-US" baseline="-25000"/>
              <a:t>1</a:t>
            </a:r>
            <a:r>
              <a:rPr lang="en-US"/>
              <a:t>, x</a:t>
            </a:r>
            <a:r>
              <a:rPr lang="en-US" baseline="-25000"/>
              <a:t>2 	      </a:t>
            </a:r>
            <a:r>
              <a:rPr lang="en-US">
                <a:cs typeface="Arial" charset="0"/>
              </a:rPr>
              <a:t>≥ </a:t>
            </a:r>
            <a:r>
              <a:rPr lang="en-US"/>
              <a:t>0 and integers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3"/>
          <p:cNvGrpSpPr>
            <a:grpSpLocks/>
          </p:cNvGrpSpPr>
          <p:nvPr/>
        </p:nvGrpSpPr>
        <p:grpSpPr bwMode="auto">
          <a:xfrm>
            <a:off x="1524000" y="76200"/>
            <a:ext cx="4495800" cy="3729038"/>
            <a:chOff x="960" y="48"/>
            <a:chExt cx="2832" cy="2349"/>
          </a:xfrm>
        </p:grpSpPr>
        <p:grpSp>
          <p:nvGrpSpPr>
            <p:cNvPr id="3" name="Group 301"/>
            <p:cNvGrpSpPr>
              <a:grpSpLocks/>
            </p:cNvGrpSpPr>
            <p:nvPr/>
          </p:nvGrpSpPr>
          <p:grpSpPr bwMode="auto">
            <a:xfrm>
              <a:off x="960" y="48"/>
              <a:ext cx="2688" cy="2208"/>
              <a:chOff x="960" y="48"/>
              <a:chExt cx="2688" cy="2208"/>
            </a:xfrm>
          </p:grpSpPr>
          <p:sp>
            <p:nvSpPr>
              <p:cNvPr id="25625" name="Line 273"/>
              <p:cNvSpPr>
                <a:spLocks noChangeShapeType="1"/>
              </p:cNvSpPr>
              <p:nvPr/>
            </p:nvSpPr>
            <p:spPr bwMode="auto">
              <a:xfrm flipV="1">
                <a:off x="2160" y="327"/>
                <a:ext cx="0" cy="1824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26" name="Line 227"/>
              <p:cNvSpPr>
                <a:spLocks noChangeShapeType="1"/>
              </p:cNvSpPr>
              <p:nvPr/>
            </p:nvSpPr>
            <p:spPr bwMode="auto">
              <a:xfrm>
                <a:off x="1279" y="1632"/>
                <a:ext cx="113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27" name="Line 228"/>
              <p:cNvSpPr>
                <a:spLocks noChangeShapeType="1"/>
              </p:cNvSpPr>
              <p:nvPr/>
            </p:nvSpPr>
            <p:spPr bwMode="auto">
              <a:xfrm>
                <a:off x="1279" y="1248"/>
                <a:ext cx="113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28" name="Line 229"/>
              <p:cNvSpPr>
                <a:spLocks noChangeShapeType="1"/>
              </p:cNvSpPr>
              <p:nvPr/>
            </p:nvSpPr>
            <p:spPr bwMode="auto">
              <a:xfrm>
                <a:off x="1279" y="864"/>
                <a:ext cx="113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29" name="Line 230"/>
              <p:cNvSpPr>
                <a:spLocks noChangeShapeType="1"/>
              </p:cNvSpPr>
              <p:nvPr/>
            </p:nvSpPr>
            <p:spPr bwMode="auto">
              <a:xfrm>
                <a:off x="1279" y="480"/>
                <a:ext cx="113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30" name="Line 232"/>
              <p:cNvSpPr>
                <a:spLocks noChangeShapeType="1"/>
              </p:cNvSpPr>
              <p:nvPr/>
            </p:nvSpPr>
            <p:spPr bwMode="auto">
              <a:xfrm>
                <a:off x="1281" y="2009"/>
                <a:ext cx="113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31" name="Line 237"/>
              <p:cNvSpPr>
                <a:spLocks noChangeShapeType="1"/>
              </p:cNvSpPr>
              <p:nvPr/>
            </p:nvSpPr>
            <p:spPr bwMode="auto">
              <a:xfrm rot="-5400000">
                <a:off x="2485" y="2075"/>
                <a:ext cx="118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32" name="Line 238"/>
              <p:cNvSpPr>
                <a:spLocks noChangeShapeType="1"/>
              </p:cNvSpPr>
              <p:nvPr/>
            </p:nvSpPr>
            <p:spPr bwMode="auto">
              <a:xfrm rot="-5400000">
                <a:off x="3253" y="2075"/>
                <a:ext cx="118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33" name="Line 241"/>
              <p:cNvSpPr>
                <a:spLocks noChangeShapeType="1"/>
              </p:cNvSpPr>
              <p:nvPr/>
            </p:nvSpPr>
            <p:spPr bwMode="auto">
              <a:xfrm rot="-5400000">
                <a:off x="2869" y="2075"/>
                <a:ext cx="118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34" name="Line 252"/>
              <p:cNvSpPr>
                <a:spLocks noChangeShapeType="1"/>
              </p:cNvSpPr>
              <p:nvPr/>
            </p:nvSpPr>
            <p:spPr bwMode="auto">
              <a:xfrm>
                <a:off x="3456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35" name="Text Box 253"/>
              <p:cNvSpPr txBox="1">
                <a:spLocks noChangeArrowheads="1"/>
              </p:cNvSpPr>
              <p:nvPr/>
            </p:nvSpPr>
            <p:spPr bwMode="auto">
              <a:xfrm>
                <a:off x="960" y="240"/>
                <a:ext cx="288" cy="237"/>
              </a:xfrm>
              <a:prstGeom prst="rect">
                <a:avLst/>
              </a:prstGeom>
              <a:noFill/>
              <a:ln w="9525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rPr>
                  <a:t>X</a:t>
                </a:r>
                <a:r>
                  <a:rPr kumimoji="0" lang="en-US" sz="1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5636" name="Line 254"/>
              <p:cNvSpPr>
                <a:spLocks noChangeShapeType="1"/>
              </p:cNvSpPr>
              <p:nvPr/>
            </p:nvSpPr>
            <p:spPr bwMode="auto">
              <a:xfrm flipV="1">
                <a:off x="1056" y="48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37" name="Line 226"/>
              <p:cNvSpPr>
                <a:spLocks noChangeShapeType="1"/>
              </p:cNvSpPr>
              <p:nvPr/>
            </p:nvSpPr>
            <p:spPr bwMode="auto">
              <a:xfrm>
                <a:off x="1394" y="2009"/>
                <a:ext cx="22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38" name="Line 235"/>
              <p:cNvSpPr>
                <a:spLocks noChangeShapeType="1"/>
              </p:cNvSpPr>
              <p:nvPr/>
            </p:nvSpPr>
            <p:spPr bwMode="auto">
              <a:xfrm rot="-5400000">
                <a:off x="2101" y="2075"/>
                <a:ext cx="118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39" name="Line 239"/>
              <p:cNvSpPr>
                <a:spLocks noChangeShapeType="1"/>
              </p:cNvSpPr>
              <p:nvPr/>
            </p:nvSpPr>
            <p:spPr bwMode="auto">
              <a:xfrm rot="-5400000">
                <a:off x="1704" y="2088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40" name="Line 257"/>
              <p:cNvSpPr>
                <a:spLocks noChangeShapeType="1"/>
              </p:cNvSpPr>
              <p:nvPr/>
            </p:nvSpPr>
            <p:spPr bwMode="auto">
              <a:xfrm>
                <a:off x="1392" y="144"/>
                <a:ext cx="0" cy="20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41" name="Line 270"/>
              <p:cNvSpPr>
                <a:spLocks noChangeShapeType="1"/>
              </p:cNvSpPr>
              <p:nvPr/>
            </p:nvSpPr>
            <p:spPr bwMode="auto">
              <a:xfrm flipV="1">
                <a:off x="1776" y="336"/>
                <a:ext cx="0" cy="168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42" name="Line 272"/>
              <p:cNvSpPr>
                <a:spLocks noChangeShapeType="1"/>
              </p:cNvSpPr>
              <p:nvPr/>
            </p:nvSpPr>
            <p:spPr bwMode="auto">
              <a:xfrm flipV="1">
                <a:off x="1392" y="1623"/>
                <a:ext cx="2208" cy="1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43" name="Line 274"/>
              <p:cNvSpPr>
                <a:spLocks noChangeShapeType="1"/>
              </p:cNvSpPr>
              <p:nvPr/>
            </p:nvSpPr>
            <p:spPr bwMode="auto">
              <a:xfrm flipV="1">
                <a:off x="2544" y="327"/>
                <a:ext cx="0" cy="1824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44" name="Line 275"/>
              <p:cNvSpPr>
                <a:spLocks noChangeShapeType="1"/>
              </p:cNvSpPr>
              <p:nvPr/>
            </p:nvSpPr>
            <p:spPr bwMode="auto">
              <a:xfrm flipV="1">
                <a:off x="2928" y="327"/>
                <a:ext cx="0" cy="1824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45" name="Line 276"/>
              <p:cNvSpPr>
                <a:spLocks noChangeShapeType="1"/>
              </p:cNvSpPr>
              <p:nvPr/>
            </p:nvSpPr>
            <p:spPr bwMode="auto">
              <a:xfrm flipV="1">
                <a:off x="3312" y="327"/>
                <a:ext cx="0" cy="1824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46" name="Line 277"/>
              <p:cNvSpPr>
                <a:spLocks noChangeShapeType="1"/>
              </p:cNvSpPr>
              <p:nvPr/>
            </p:nvSpPr>
            <p:spPr bwMode="auto">
              <a:xfrm flipV="1">
                <a:off x="1392" y="1239"/>
                <a:ext cx="2208" cy="1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47" name="Line 278"/>
              <p:cNvSpPr>
                <a:spLocks noChangeShapeType="1"/>
              </p:cNvSpPr>
              <p:nvPr/>
            </p:nvSpPr>
            <p:spPr bwMode="auto">
              <a:xfrm flipV="1">
                <a:off x="1392" y="855"/>
                <a:ext cx="2208" cy="1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5648" name="Line 279"/>
              <p:cNvSpPr>
                <a:spLocks noChangeShapeType="1"/>
              </p:cNvSpPr>
              <p:nvPr/>
            </p:nvSpPr>
            <p:spPr bwMode="auto">
              <a:xfrm flipV="1">
                <a:off x="1392" y="471"/>
                <a:ext cx="2208" cy="1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prstDash val="dashDot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5624" name="Text Box 224"/>
            <p:cNvSpPr txBox="1">
              <a:spLocks noChangeArrowheads="1"/>
            </p:cNvSpPr>
            <p:nvPr/>
          </p:nvSpPr>
          <p:spPr bwMode="auto">
            <a:xfrm>
              <a:off x="3264" y="2160"/>
              <a:ext cx="528" cy="237"/>
            </a:xfrm>
            <a:prstGeom prst="rect">
              <a:avLst/>
            </a:prstGeom>
            <a:noFill/>
            <a:ln w="9525">
              <a:solidFill>
                <a:srgbClr val="5F5F5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X</a:t>
              </a:r>
              <a:r>
                <a:rPr kumimoji="0" lang="en-US" sz="1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</a:t>
              </a:r>
            </a:p>
          </p:txBody>
        </p:sp>
      </p:grpSp>
      <p:sp>
        <p:nvSpPr>
          <p:cNvPr id="9481" name="Line 265"/>
          <p:cNvSpPr>
            <a:spLocks noChangeShapeType="1"/>
          </p:cNvSpPr>
          <p:nvPr/>
        </p:nvSpPr>
        <p:spPr bwMode="auto">
          <a:xfrm>
            <a:off x="1600200" y="1890713"/>
            <a:ext cx="5791200" cy="838200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482" name="Line 266"/>
          <p:cNvSpPr>
            <a:spLocks noChangeShapeType="1"/>
          </p:cNvSpPr>
          <p:nvPr/>
        </p:nvSpPr>
        <p:spPr bwMode="auto">
          <a:xfrm>
            <a:off x="3429000" y="595313"/>
            <a:ext cx="0" cy="3048000"/>
          </a:xfrm>
          <a:prstGeom prst="line">
            <a:avLst/>
          </a:prstGeom>
          <a:noFill/>
          <a:ln w="31750">
            <a:solidFill>
              <a:srgbClr val="CC0066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483" name="Oval 267"/>
          <p:cNvSpPr>
            <a:spLocks noChangeArrowheads="1"/>
          </p:cNvSpPr>
          <p:nvPr/>
        </p:nvSpPr>
        <p:spPr bwMode="auto">
          <a:xfrm>
            <a:off x="3352800" y="2090738"/>
            <a:ext cx="136525" cy="136525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pSp>
        <p:nvGrpSpPr>
          <p:cNvPr id="4" name="Group 302"/>
          <p:cNvGrpSpPr>
            <a:grpSpLocks/>
          </p:cNvGrpSpPr>
          <p:nvPr/>
        </p:nvGrpSpPr>
        <p:grpSpPr bwMode="auto">
          <a:xfrm>
            <a:off x="2133600" y="1890713"/>
            <a:ext cx="1371600" cy="1355725"/>
            <a:chOff x="1344" y="1191"/>
            <a:chExt cx="864" cy="854"/>
          </a:xfrm>
        </p:grpSpPr>
        <p:sp>
          <p:nvSpPr>
            <p:cNvPr id="25616" name="Oval 283"/>
            <p:cNvSpPr>
              <a:spLocks noChangeArrowheads="1"/>
            </p:cNvSpPr>
            <p:nvPr/>
          </p:nvSpPr>
          <p:spPr bwMode="auto">
            <a:xfrm>
              <a:off x="1344" y="1959"/>
              <a:ext cx="86" cy="8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617" name="Oval 286"/>
            <p:cNvSpPr>
              <a:spLocks noChangeArrowheads="1"/>
            </p:cNvSpPr>
            <p:nvPr/>
          </p:nvSpPr>
          <p:spPr bwMode="auto">
            <a:xfrm>
              <a:off x="1738" y="1959"/>
              <a:ext cx="86" cy="8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618" name="Oval 287"/>
            <p:cNvSpPr>
              <a:spLocks noChangeArrowheads="1"/>
            </p:cNvSpPr>
            <p:nvPr/>
          </p:nvSpPr>
          <p:spPr bwMode="auto">
            <a:xfrm>
              <a:off x="2122" y="1959"/>
              <a:ext cx="86" cy="8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619" name="Oval 288"/>
            <p:cNvSpPr>
              <a:spLocks noChangeArrowheads="1"/>
            </p:cNvSpPr>
            <p:nvPr/>
          </p:nvSpPr>
          <p:spPr bwMode="auto">
            <a:xfrm>
              <a:off x="2112" y="1575"/>
              <a:ext cx="86" cy="8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620" name="Oval 289"/>
            <p:cNvSpPr>
              <a:spLocks noChangeArrowheads="1"/>
            </p:cNvSpPr>
            <p:nvPr/>
          </p:nvSpPr>
          <p:spPr bwMode="auto">
            <a:xfrm>
              <a:off x="1728" y="1575"/>
              <a:ext cx="86" cy="8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621" name="Oval 290"/>
            <p:cNvSpPr>
              <a:spLocks noChangeArrowheads="1"/>
            </p:cNvSpPr>
            <p:nvPr/>
          </p:nvSpPr>
          <p:spPr bwMode="auto">
            <a:xfrm>
              <a:off x="1344" y="1575"/>
              <a:ext cx="86" cy="8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5622" name="Oval 291"/>
            <p:cNvSpPr>
              <a:spLocks noChangeArrowheads="1"/>
            </p:cNvSpPr>
            <p:nvPr/>
          </p:nvSpPr>
          <p:spPr bwMode="auto">
            <a:xfrm>
              <a:off x="1344" y="1191"/>
              <a:ext cx="86" cy="8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9508" name="Rectangle 292"/>
          <p:cNvSpPr>
            <a:spLocks noChangeArrowheads="1"/>
          </p:cNvSpPr>
          <p:nvPr/>
        </p:nvSpPr>
        <p:spPr bwMode="auto">
          <a:xfrm>
            <a:off x="228600" y="4038600"/>
            <a:ext cx="86868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Relaxed linear program yields optimal solution as (2,9/5).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Rounding off yield either (2,2), infeasible or (2,1), feasible but not optimal as optimal solution to IP is (0,2)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 approach is rejected.</a:t>
            </a:r>
          </a:p>
        </p:txBody>
      </p:sp>
      <p:sp>
        <p:nvSpPr>
          <p:cNvPr id="9520" name="Oval 304"/>
          <p:cNvSpPr>
            <a:spLocks noChangeArrowheads="1"/>
          </p:cNvSpPr>
          <p:nvPr/>
        </p:nvSpPr>
        <p:spPr bwMode="auto">
          <a:xfrm>
            <a:off x="3352800" y="1905000"/>
            <a:ext cx="136525" cy="136525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521" name="Oval 305"/>
          <p:cNvSpPr>
            <a:spLocks noChangeArrowheads="1"/>
          </p:cNvSpPr>
          <p:nvPr/>
        </p:nvSpPr>
        <p:spPr bwMode="auto">
          <a:xfrm>
            <a:off x="3352800" y="2514600"/>
            <a:ext cx="136525" cy="136525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522" name="Oval 306"/>
          <p:cNvSpPr>
            <a:spLocks noChangeArrowheads="1"/>
          </p:cNvSpPr>
          <p:nvPr/>
        </p:nvSpPr>
        <p:spPr bwMode="auto">
          <a:xfrm>
            <a:off x="2133600" y="1905000"/>
            <a:ext cx="136525" cy="136525"/>
          </a:xfrm>
          <a:prstGeom prst="ellipse">
            <a:avLst/>
          </a:prstGeom>
          <a:solidFill>
            <a:srgbClr val="0066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524" name="Line 308"/>
          <p:cNvSpPr>
            <a:spLocks noChangeShapeType="1"/>
          </p:cNvSpPr>
          <p:nvPr/>
        </p:nvSpPr>
        <p:spPr bwMode="auto">
          <a:xfrm>
            <a:off x="1828800" y="1854200"/>
            <a:ext cx="1219200" cy="381000"/>
          </a:xfrm>
          <a:prstGeom prst="line">
            <a:avLst/>
          </a:prstGeom>
          <a:noFill/>
          <a:ln w="19050">
            <a:solidFill>
              <a:srgbClr val="006666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525" name="AutoShape 309"/>
          <p:cNvSpPr>
            <a:spLocks noChangeArrowheads="1"/>
          </p:cNvSpPr>
          <p:nvPr/>
        </p:nvSpPr>
        <p:spPr bwMode="auto">
          <a:xfrm>
            <a:off x="3352800" y="838200"/>
            <a:ext cx="1524000" cy="381000"/>
          </a:xfrm>
          <a:prstGeom prst="wedgeRectCallout">
            <a:avLst>
              <a:gd name="adj1" fmla="val -45000"/>
              <a:gd name="adj2" fmla="val 244167"/>
            </a:avLst>
          </a:prstGeom>
          <a:solidFill>
            <a:schemeClr val="bg1"/>
          </a:solidFill>
          <a:ln w="3175" algn="ctr">
            <a:solidFill>
              <a:srgbClr val="0066CC"/>
            </a:solidFill>
            <a:miter lim="800000"/>
            <a:headEnd/>
            <a:tailEnd/>
          </a:ln>
        </p:spPr>
        <p:txBody>
          <a:bodyPr l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Rounding up</a:t>
            </a:r>
          </a:p>
        </p:txBody>
      </p:sp>
      <p:sp>
        <p:nvSpPr>
          <p:cNvPr id="9526" name="AutoShape 310"/>
          <p:cNvSpPr>
            <a:spLocks noChangeArrowheads="1"/>
          </p:cNvSpPr>
          <p:nvPr/>
        </p:nvSpPr>
        <p:spPr bwMode="auto">
          <a:xfrm>
            <a:off x="4419600" y="1447800"/>
            <a:ext cx="1524000" cy="381000"/>
          </a:xfrm>
          <a:prstGeom prst="wedgeRectCallout">
            <a:avLst>
              <a:gd name="adj1" fmla="val -112500"/>
              <a:gd name="adj2" fmla="val 134167"/>
            </a:avLst>
          </a:prstGeom>
          <a:solidFill>
            <a:schemeClr val="bg1"/>
          </a:solidFill>
          <a:ln w="3175" algn="ctr">
            <a:solidFill>
              <a:srgbClr val="0066CC"/>
            </a:solidFill>
            <a:miter lim="800000"/>
            <a:headEnd/>
            <a:tailEnd/>
          </a:ln>
        </p:spPr>
        <p:txBody>
          <a:bodyPr l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LP optimum</a:t>
            </a:r>
          </a:p>
        </p:txBody>
      </p:sp>
      <p:sp>
        <p:nvSpPr>
          <p:cNvPr id="9527" name="AutoShape 311"/>
          <p:cNvSpPr>
            <a:spLocks noChangeArrowheads="1"/>
          </p:cNvSpPr>
          <p:nvPr/>
        </p:nvSpPr>
        <p:spPr bwMode="auto">
          <a:xfrm>
            <a:off x="4419600" y="2667000"/>
            <a:ext cx="1828800" cy="381000"/>
          </a:xfrm>
          <a:prstGeom prst="wedgeRectCallout">
            <a:avLst>
              <a:gd name="adj1" fmla="val -104861"/>
              <a:gd name="adj2" fmla="val -75833"/>
            </a:avLst>
          </a:prstGeom>
          <a:solidFill>
            <a:schemeClr val="bg1"/>
          </a:solidFill>
          <a:ln w="3175" algn="ctr">
            <a:solidFill>
              <a:srgbClr val="0066CC"/>
            </a:solidFill>
            <a:miter lim="800000"/>
            <a:headEnd/>
            <a:tailEnd/>
          </a:ln>
        </p:spPr>
        <p:txBody>
          <a:bodyPr l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Rounding down</a:t>
            </a:r>
          </a:p>
        </p:txBody>
      </p:sp>
      <p:sp>
        <p:nvSpPr>
          <p:cNvPr id="9528" name="AutoShape 312"/>
          <p:cNvSpPr>
            <a:spLocks noChangeArrowheads="1"/>
          </p:cNvSpPr>
          <p:nvPr/>
        </p:nvSpPr>
        <p:spPr bwMode="auto">
          <a:xfrm>
            <a:off x="381000" y="838200"/>
            <a:ext cx="1600200" cy="381000"/>
          </a:xfrm>
          <a:prstGeom prst="wedgeRectCallout">
            <a:avLst>
              <a:gd name="adj1" fmla="val 63491"/>
              <a:gd name="adj2" fmla="val 244167"/>
            </a:avLst>
          </a:prstGeom>
          <a:solidFill>
            <a:schemeClr val="bg1"/>
          </a:solidFill>
          <a:ln w="3175" algn="ctr">
            <a:solidFill>
              <a:srgbClr val="0066CC"/>
            </a:solidFill>
            <a:miter lim="800000"/>
            <a:headEnd/>
            <a:tailEnd/>
          </a:ln>
        </p:spPr>
        <p:txBody>
          <a:bodyPr l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IP optimum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1" grpId="0" animBg="1"/>
      <p:bldP spid="9482" grpId="0" animBg="1"/>
      <p:bldP spid="9483" grpId="0" animBg="1"/>
      <p:bldP spid="9520" grpId="0" animBg="1"/>
      <p:bldP spid="9521" grpId="0" animBg="1"/>
      <p:bldP spid="9522" grpId="0" animBg="1"/>
      <p:bldP spid="9524" grpId="0" animBg="1"/>
      <p:bldP spid="9525" grpId="0" animBg="1"/>
      <p:bldP spid="9526" grpId="0" animBg="1"/>
      <p:bldP spid="9527" grpId="0" animBg="1"/>
      <p:bldP spid="95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Enumeration Approach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400"/>
              <a:t>Since there are a finite number of IP solutions,</a:t>
            </a:r>
          </a:p>
          <a:p>
            <a:pPr lvl="1" eaLnBrk="1" hangingPunct="1">
              <a:buFontTx/>
              <a:buNone/>
            </a:pPr>
            <a:r>
              <a:rPr lang="en-US"/>
              <a:t>	</a:t>
            </a:r>
            <a:r>
              <a:rPr lang="en-US" sz="2000"/>
              <a:t>	</a:t>
            </a:r>
            <a:r>
              <a:rPr lang="en-US" sz="2200"/>
              <a:t>List all the possible solutions</a:t>
            </a:r>
          </a:p>
          <a:p>
            <a:pPr lvl="1" eaLnBrk="1" hangingPunct="1">
              <a:buFontTx/>
              <a:buNone/>
            </a:pPr>
            <a:r>
              <a:rPr lang="en-US" sz="2200"/>
              <a:t>		Determine cost of each one</a:t>
            </a:r>
          </a:p>
          <a:p>
            <a:pPr lvl="1" eaLnBrk="1" hangingPunct="1">
              <a:buFontTx/>
              <a:buNone/>
            </a:pPr>
            <a:r>
              <a:rPr lang="en-US" sz="2200"/>
              <a:t>		Pick the least costly as the optimum solution</a:t>
            </a:r>
            <a:r>
              <a:rPr lang="en-US" sz="2000"/>
              <a:t>.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Is it a practical approach?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Consider 10 binary variables:</a:t>
            </a:r>
          </a:p>
          <a:p>
            <a:pPr lvl="1" eaLnBrk="1" hangingPunct="1">
              <a:buFontTx/>
              <a:buNone/>
            </a:pPr>
            <a:r>
              <a:rPr lang="en-US" sz="2200"/>
              <a:t>		No. of possible solutions: 2</a:t>
            </a:r>
            <a:r>
              <a:rPr lang="en-US" sz="2200" baseline="30000"/>
              <a:t>10</a:t>
            </a:r>
            <a:r>
              <a:rPr lang="en-US" sz="2200"/>
              <a:t> = 1024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	</a:t>
            </a:r>
            <a:r>
              <a:rPr lang="en-US" sz="2200"/>
              <a:t>With 20 variables 2</a:t>
            </a:r>
            <a:r>
              <a:rPr lang="en-US" sz="2200" baseline="30000"/>
              <a:t>20</a:t>
            </a:r>
            <a:r>
              <a:rPr lang="en-US" sz="2200"/>
              <a:t> = 1,048,576</a:t>
            </a:r>
          </a:p>
          <a:p>
            <a:pPr marL="0" indent="0" eaLnBrk="1" hangingPunct="1">
              <a:buFontTx/>
              <a:buNone/>
            </a:pPr>
            <a:r>
              <a:rPr lang="en-US" sz="2400"/>
              <a:t>With the addition of each new variable, the number of solutions get doubled. (</a:t>
            </a:r>
            <a:r>
              <a:rPr lang="en-US" sz="2400">
                <a:solidFill>
                  <a:srgbClr val="990033"/>
                </a:solidFill>
              </a:rPr>
              <a:t>Combinatorial explosion</a:t>
            </a:r>
            <a:r>
              <a:rPr lang="en-US" sz="2400"/>
              <a:t>)</a:t>
            </a:r>
          </a:p>
          <a:p>
            <a:pPr marL="0" indent="0" eaLnBrk="1" hangingPunct="1">
              <a:buFontTx/>
              <a:buNone/>
            </a:pPr>
            <a:endParaRPr lang="en-US" sz="2400" b="1" u="sn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Relationship between LP and IP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/>
              <a:t>Suppose we are solving a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Minimization</a:t>
            </a:r>
            <a:r>
              <a:rPr lang="en-US"/>
              <a:t> problem, let</a:t>
            </a:r>
          </a:p>
          <a:p>
            <a:pPr eaLnBrk="1" hangingPunct="1">
              <a:buFontTx/>
              <a:buNone/>
            </a:pPr>
            <a:r>
              <a:rPr lang="en-US"/>
              <a:t>		Z*</a:t>
            </a:r>
            <a:r>
              <a:rPr lang="en-US" baseline="-25000"/>
              <a:t>LP</a:t>
            </a:r>
            <a:r>
              <a:rPr lang="en-US"/>
              <a:t> = Optimal value of relaxed LP </a:t>
            </a:r>
          </a:p>
          <a:p>
            <a:pPr eaLnBrk="1" hangingPunct="1">
              <a:buFontTx/>
              <a:buNone/>
            </a:pPr>
            <a:r>
              <a:rPr lang="en-US"/>
              <a:t>		Z*</a:t>
            </a:r>
            <a:r>
              <a:rPr lang="en-US" baseline="-25000"/>
              <a:t>IP</a:t>
            </a:r>
            <a:r>
              <a:rPr lang="en-US"/>
              <a:t> = Optimal value of IP </a:t>
            </a:r>
          </a:p>
          <a:p>
            <a:pPr eaLnBrk="1" hangingPunct="1">
              <a:buFontTx/>
              <a:buNone/>
            </a:pPr>
            <a:r>
              <a:rPr lang="en-US"/>
              <a:t>What is the relationship between these?</a:t>
            </a:r>
          </a:p>
          <a:p>
            <a:pPr eaLnBrk="1" hangingPunct="1">
              <a:buFontTx/>
              <a:buNone/>
            </a:pPr>
            <a:r>
              <a:rPr lang="en-US"/>
              <a:t>		Z*</a:t>
            </a:r>
            <a:r>
              <a:rPr lang="en-US" baseline="-25000"/>
              <a:t>LP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</a:t>
            </a:r>
            <a:r>
              <a:rPr lang="en-US"/>
              <a:t> Z*</a:t>
            </a:r>
            <a:r>
              <a:rPr lang="en-US" baseline="-25000"/>
              <a:t>IP</a:t>
            </a:r>
            <a:r>
              <a:rPr lang="en-US"/>
              <a:t>		</a:t>
            </a:r>
          </a:p>
          <a:p>
            <a:pPr eaLnBrk="1" hangingPunct="1">
              <a:buFontTx/>
              <a:buNone/>
            </a:pPr>
            <a:r>
              <a:rPr lang="en-US"/>
              <a:t>A solution feasible to IP is also feasible to LP.</a:t>
            </a:r>
          </a:p>
          <a:p>
            <a:pPr eaLnBrk="1" hangingPunct="1">
              <a:buFontTx/>
              <a:buNone/>
            </a:pPr>
            <a:r>
              <a:rPr lang="en-US"/>
              <a:t>Is the converse true? </a:t>
            </a:r>
          </a:p>
          <a:p>
            <a:pPr lvl="1" eaLnBrk="1" hangingPunct="1"/>
            <a:r>
              <a:rPr lang="en-US"/>
              <a:t>Not always</a:t>
            </a:r>
          </a:p>
          <a:p>
            <a:pPr eaLnBrk="1" hangingPunct="1">
              <a:buFontTx/>
              <a:buNone/>
            </a:pPr>
            <a:r>
              <a:rPr lang="en-US"/>
              <a:t>IP solution set is a </a:t>
            </a:r>
            <a:r>
              <a:rPr lang="en-US" u="sng">
                <a:solidFill>
                  <a:srgbClr val="0066CC"/>
                </a:solidFill>
              </a:rPr>
              <a:t>subset</a:t>
            </a:r>
            <a:r>
              <a:rPr lang="en-US">
                <a:solidFill>
                  <a:srgbClr val="0066CC"/>
                </a:solidFill>
              </a:rPr>
              <a:t> </a:t>
            </a:r>
            <a:r>
              <a:rPr lang="en-US"/>
              <a:t>of LP solution set</a:t>
            </a:r>
          </a:p>
          <a:p>
            <a:pPr eaLnBrk="1" hangingPunct="1">
              <a:buFontTx/>
              <a:buNone/>
            </a:pPr>
            <a:r>
              <a:rPr lang="en-US" sz="2300"/>
              <a:t>LP solution provides a </a:t>
            </a:r>
            <a:r>
              <a:rPr lang="en-US" sz="2300" u="sng">
                <a:solidFill>
                  <a:srgbClr val="0066CC"/>
                </a:solidFill>
              </a:rPr>
              <a:t>Lower Bound</a:t>
            </a:r>
            <a:r>
              <a:rPr lang="en-US" sz="230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300"/>
              <a:t>for IP problem </a:t>
            </a:r>
            <a:r>
              <a:rPr lang="en-US" sz="2300">
                <a:solidFill>
                  <a:srgbClr val="0066CC"/>
                </a:solidFill>
              </a:rPr>
              <a:t>(Min prob.)</a:t>
            </a:r>
          </a:p>
          <a:p>
            <a:pPr eaLnBrk="1" hangingPunct="1">
              <a:buFontTx/>
              <a:buNone/>
            </a:pPr>
            <a:r>
              <a:rPr lang="en-US" sz="2300"/>
              <a:t>LP solution provides a </a:t>
            </a:r>
            <a:r>
              <a:rPr lang="en-US" sz="2300" u="sng">
                <a:solidFill>
                  <a:srgbClr val="0066CC"/>
                </a:solidFill>
              </a:rPr>
              <a:t>Upper Bound</a:t>
            </a:r>
            <a:r>
              <a:rPr lang="en-US" sz="2300">
                <a:solidFill>
                  <a:srgbClr val="0066CC"/>
                </a:solidFill>
              </a:rPr>
              <a:t> </a:t>
            </a:r>
            <a:r>
              <a:rPr lang="en-US" sz="2300"/>
              <a:t>for IP problem </a:t>
            </a:r>
            <a:r>
              <a:rPr lang="en-US" sz="2300">
                <a:solidFill>
                  <a:srgbClr val="0066CC"/>
                </a:solidFill>
              </a:rPr>
              <a:t>(Max Prob.)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Implicit Enumeration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eaLnBrk="1" hangingPunct="1"/>
            <a:r>
              <a:rPr lang="en-US"/>
              <a:t>Consider a subset of possible solutions (say those with x</a:t>
            </a:r>
            <a:r>
              <a:rPr lang="en-US" baseline="-25000"/>
              <a:t>1</a:t>
            </a:r>
            <a:r>
              <a:rPr lang="en-US"/>
              <a:t> = 1 and x</a:t>
            </a:r>
            <a:r>
              <a:rPr lang="en-US" baseline="-25000"/>
              <a:t>5</a:t>
            </a:r>
            <a:r>
              <a:rPr lang="en-US"/>
              <a:t> = 0)</a:t>
            </a:r>
          </a:p>
          <a:p>
            <a:pPr marL="228600" indent="-228600" eaLnBrk="1" hangingPunct="1"/>
            <a:r>
              <a:rPr lang="en-US"/>
              <a:t>Suppose we can show that none of the solutions in this subset can be optimal. Then, this entire subset can be ignored.</a:t>
            </a:r>
          </a:p>
          <a:p>
            <a:pPr marL="685800" lvl="1" indent="-282575" eaLnBrk="1" hangingPunct="1"/>
            <a:r>
              <a:rPr lang="en-US"/>
              <a:t>No need to examine each individual solution in this subset.</a:t>
            </a:r>
          </a:p>
          <a:p>
            <a:pPr marL="685800" lvl="1" indent="-282575" eaLnBrk="1" hangingPunct="1"/>
            <a:r>
              <a:rPr lang="en-US"/>
              <a:t>This subset has been </a:t>
            </a:r>
            <a:r>
              <a:rPr lang="en-US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implicitly enumerated</a:t>
            </a:r>
            <a:r>
              <a:rPr lang="en-US"/>
              <a:t>.</a:t>
            </a:r>
          </a:p>
          <a:p>
            <a:pPr marL="228600" indent="-228600" eaLnBrk="1" hangingPunct="1"/>
            <a:r>
              <a:rPr lang="en-US" u="sng">
                <a:solidFill>
                  <a:schemeClr val="accent4">
                    <a:lumMod val="75000"/>
                  </a:schemeClr>
                </a:solidFill>
              </a:rPr>
              <a:t>How to systematically identify such subsets</a:t>
            </a:r>
            <a:r>
              <a:rPr lang="en-US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/>
              <a:t>and</a:t>
            </a:r>
            <a:r>
              <a:rPr lang="en-US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u="sng">
                <a:solidFill>
                  <a:schemeClr val="accent4">
                    <a:lumMod val="75000"/>
                  </a:schemeClr>
                </a:solidFill>
              </a:rPr>
              <a:t>show that they do not contain optimal solution?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1524000"/>
            <a:ext cx="1219200" cy="2332038"/>
            <a:chOff x="144" y="1296"/>
            <a:chExt cx="768" cy="1469"/>
          </a:xfrm>
        </p:grpSpPr>
        <p:sp>
          <p:nvSpPr>
            <p:cNvPr id="29722" name="Freeform 3"/>
            <p:cNvSpPr>
              <a:spLocks/>
            </p:cNvSpPr>
            <p:nvPr/>
          </p:nvSpPr>
          <p:spPr bwMode="auto">
            <a:xfrm>
              <a:off x="144" y="1296"/>
              <a:ext cx="672" cy="1200"/>
            </a:xfrm>
            <a:custGeom>
              <a:avLst/>
              <a:gdLst>
                <a:gd name="T0" fmla="*/ 672 w 672"/>
                <a:gd name="T1" fmla="*/ 0 h 1200"/>
                <a:gd name="T2" fmla="*/ 672 w 672"/>
                <a:gd name="T3" fmla="*/ 1200 h 1200"/>
                <a:gd name="T4" fmla="*/ 0 w 672"/>
                <a:gd name="T5" fmla="*/ 1104 h 1200"/>
                <a:gd name="T6" fmla="*/ 0 w 672"/>
                <a:gd name="T7" fmla="*/ 480 h 1200"/>
                <a:gd name="T8" fmla="*/ 672 w 672"/>
                <a:gd name="T9" fmla="*/ 0 h 1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2"/>
                <a:gd name="T16" fmla="*/ 0 h 1200"/>
                <a:gd name="T17" fmla="*/ 672 w 672"/>
                <a:gd name="T18" fmla="*/ 1200 h 12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2" h="1200">
                  <a:moveTo>
                    <a:pt x="672" y="0"/>
                  </a:moveTo>
                  <a:lnTo>
                    <a:pt x="672" y="1200"/>
                  </a:lnTo>
                  <a:lnTo>
                    <a:pt x="0" y="1104"/>
                  </a:lnTo>
                  <a:lnTo>
                    <a:pt x="0" y="480"/>
                  </a:lnTo>
                  <a:lnTo>
                    <a:pt x="672" y="0"/>
                  </a:lnTo>
                  <a:close/>
                </a:path>
              </a:pathLst>
            </a:custGeom>
            <a:solidFill>
              <a:srgbClr val="CC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9723" name="Text Box 4"/>
            <p:cNvSpPr txBox="1">
              <a:spLocks noChangeArrowheads="1"/>
            </p:cNvSpPr>
            <p:nvPr/>
          </p:nvSpPr>
          <p:spPr bwMode="auto">
            <a:xfrm>
              <a:off x="192" y="2400"/>
              <a:ext cx="72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  S</a:t>
              </a:r>
            </a:p>
          </p:txBody>
        </p:sp>
      </p:grpSp>
      <p:sp>
        <p:nvSpPr>
          <p:cNvPr id="22533" name="Freeform 5"/>
          <p:cNvSpPr>
            <a:spLocks/>
          </p:cNvSpPr>
          <p:nvPr/>
        </p:nvSpPr>
        <p:spPr bwMode="auto">
          <a:xfrm>
            <a:off x="381000" y="1524000"/>
            <a:ext cx="3657600" cy="2057400"/>
          </a:xfrm>
          <a:custGeom>
            <a:avLst/>
            <a:gdLst>
              <a:gd name="T0" fmla="*/ 0 w 2304"/>
              <a:gd name="T1" fmla="*/ 2147483647 h 1296"/>
              <a:gd name="T2" fmla="*/ 0 w 2304"/>
              <a:gd name="T3" fmla="*/ 2147483647 h 1296"/>
              <a:gd name="T4" fmla="*/ 2147483647 w 2304"/>
              <a:gd name="T5" fmla="*/ 0 h 1296"/>
              <a:gd name="T6" fmla="*/ 2147483647 w 2304"/>
              <a:gd name="T7" fmla="*/ 2147483647 h 1296"/>
              <a:gd name="T8" fmla="*/ 2147483647 w 2304"/>
              <a:gd name="T9" fmla="*/ 2147483647 h 1296"/>
              <a:gd name="T10" fmla="*/ 2147483647 w 2304"/>
              <a:gd name="T11" fmla="*/ 2147483647 h 1296"/>
              <a:gd name="T12" fmla="*/ 0 w 2304"/>
              <a:gd name="T13" fmla="*/ 2147483647 h 12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04"/>
              <a:gd name="T22" fmla="*/ 0 h 1296"/>
              <a:gd name="T23" fmla="*/ 2304 w 2304"/>
              <a:gd name="T24" fmla="*/ 1296 h 12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04" h="1296">
                <a:moveTo>
                  <a:pt x="0" y="1104"/>
                </a:moveTo>
                <a:lnTo>
                  <a:pt x="0" y="480"/>
                </a:lnTo>
                <a:lnTo>
                  <a:pt x="672" y="0"/>
                </a:lnTo>
                <a:lnTo>
                  <a:pt x="1584" y="192"/>
                </a:lnTo>
                <a:lnTo>
                  <a:pt x="2304" y="912"/>
                </a:lnTo>
                <a:lnTo>
                  <a:pt x="1440" y="1296"/>
                </a:lnTo>
                <a:lnTo>
                  <a:pt x="0" y="1104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514600" y="2057400"/>
            <a:ext cx="1143000" cy="747713"/>
            <a:chOff x="2544" y="1776"/>
            <a:chExt cx="720" cy="471"/>
          </a:xfrm>
        </p:grpSpPr>
        <p:sp>
          <p:nvSpPr>
            <p:cNvPr id="29720" name="Oval 7"/>
            <p:cNvSpPr>
              <a:spLocks noChangeArrowheads="1"/>
            </p:cNvSpPr>
            <p:nvPr/>
          </p:nvSpPr>
          <p:spPr bwMode="auto">
            <a:xfrm>
              <a:off x="2784" y="1776"/>
              <a:ext cx="144" cy="144"/>
            </a:xfrm>
            <a:prstGeom prst="ellipse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9721" name="Text Box 8"/>
            <p:cNvSpPr txBox="1">
              <a:spLocks noChangeArrowheads="1"/>
            </p:cNvSpPr>
            <p:nvPr/>
          </p:nvSpPr>
          <p:spPr bwMode="auto">
            <a:xfrm>
              <a:off x="2544" y="1920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Z*</a:t>
              </a:r>
              <a:r>
                <a:rPr kumimoji="0" lang="en-US" sz="2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IP</a:t>
              </a: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4343400" y="2957513"/>
            <a:ext cx="4495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Minimization Problem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Z*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(S) ≥ Z*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(S) ≥ Z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IP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≥ Z*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IP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133600" y="3276600"/>
            <a:ext cx="1143000" cy="747713"/>
            <a:chOff x="2544" y="2304"/>
            <a:chExt cx="720" cy="471"/>
          </a:xfrm>
        </p:grpSpPr>
        <p:sp>
          <p:nvSpPr>
            <p:cNvPr id="29718" name="Oval 13"/>
            <p:cNvSpPr>
              <a:spLocks noChangeArrowheads="1"/>
            </p:cNvSpPr>
            <p:nvPr/>
          </p:nvSpPr>
          <p:spPr bwMode="auto">
            <a:xfrm>
              <a:off x="2784" y="230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9719" name="Text Box 14"/>
            <p:cNvSpPr txBox="1">
              <a:spLocks noChangeArrowheads="1"/>
            </p:cNvSpPr>
            <p:nvPr/>
          </p:nvSpPr>
          <p:spPr bwMode="auto">
            <a:xfrm>
              <a:off x="2544" y="2448"/>
              <a:ext cx="72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  Z</a:t>
              </a:r>
              <a:r>
                <a:rPr kumimoji="0" lang="en-US" sz="2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IP</a:t>
              </a:r>
              <a:endPara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762000" y="838200"/>
            <a:ext cx="1371600" cy="838200"/>
            <a:chOff x="1680" y="768"/>
            <a:chExt cx="864" cy="528"/>
          </a:xfrm>
        </p:grpSpPr>
        <p:grpSp>
          <p:nvGrpSpPr>
            <p:cNvPr id="6" name="Group 16"/>
            <p:cNvGrpSpPr>
              <a:grpSpLocks/>
            </p:cNvGrpSpPr>
            <p:nvPr/>
          </p:nvGrpSpPr>
          <p:grpSpPr bwMode="auto">
            <a:xfrm>
              <a:off x="1824" y="768"/>
              <a:ext cx="720" cy="528"/>
              <a:chOff x="1824" y="768"/>
              <a:chExt cx="720" cy="528"/>
            </a:xfrm>
          </p:grpSpPr>
          <p:sp>
            <p:nvSpPr>
              <p:cNvPr id="29716" name="Oval 17"/>
              <p:cNvSpPr>
                <a:spLocks noChangeArrowheads="1"/>
              </p:cNvSpPr>
              <p:nvPr/>
            </p:nvSpPr>
            <p:spPr bwMode="auto">
              <a:xfrm>
                <a:off x="2016" y="1152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9717" name="Text Box 18"/>
              <p:cNvSpPr txBox="1">
                <a:spLocks noChangeArrowheads="1"/>
              </p:cNvSpPr>
              <p:nvPr/>
            </p:nvSpPr>
            <p:spPr bwMode="auto">
              <a:xfrm>
                <a:off x="1824" y="768"/>
                <a:ext cx="72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9715" name="Rectangle 19"/>
            <p:cNvSpPr>
              <a:spLocks noChangeArrowheads="1"/>
            </p:cNvSpPr>
            <p:nvPr/>
          </p:nvSpPr>
          <p:spPr bwMode="auto">
            <a:xfrm>
              <a:off x="1680" y="815"/>
              <a:ext cx="82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Z*</a:t>
              </a:r>
              <a:r>
                <a:rPr kumimoji="0" lang="en-US" sz="2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LP</a:t>
              </a: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(S)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457199" y="1905000"/>
            <a:ext cx="1371600" cy="685800"/>
            <a:chOff x="1488" y="1440"/>
            <a:chExt cx="864" cy="432"/>
          </a:xfrm>
        </p:grpSpPr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1632" y="1440"/>
              <a:ext cx="720" cy="432"/>
              <a:chOff x="2544" y="1776"/>
              <a:chExt cx="720" cy="432"/>
            </a:xfrm>
          </p:grpSpPr>
          <p:sp>
            <p:nvSpPr>
              <p:cNvPr id="29712" name="Oval 22"/>
              <p:cNvSpPr>
                <a:spLocks noChangeArrowheads="1"/>
              </p:cNvSpPr>
              <p:nvPr/>
            </p:nvSpPr>
            <p:spPr bwMode="auto">
              <a:xfrm>
                <a:off x="2784" y="1776"/>
                <a:ext cx="144" cy="144"/>
              </a:xfrm>
              <a:prstGeom prst="ellipse">
                <a:avLst/>
              </a:prstGeom>
              <a:solidFill>
                <a:srgbClr val="FFCC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  <p:sp>
            <p:nvSpPr>
              <p:cNvPr id="29713" name="Text Box 23"/>
              <p:cNvSpPr txBox="1">
                <a:spLocks noChangeArrowheads="1"/>
              </p:cNvSpPr>
              <p:nvPr/>
            </p:nvSpPr>
            <p:spPr bwMode="auto">
              <a:xfrm>
                <a:off x="2544" y="1920"/>
                <a:ext cx="72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9711" name="Rectangle 24"/>
            <p:cNvSpPr>
              <a:spLocks noChangeArrowheads="1"/>
            </p:cNvSpPr>
            <p:nvPr/>
          </p:nvSpPr>
          <p:spPr bwMode="auto">
            <a:xfrm>
              <a:off x="1488" y="1535"/>
              <a:ext cx="78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Z*</a:t>
              </a:r>
              <a:r>
                <a:rPr kumimoji="0" lang="en-US" sz="2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IP</a:t>
              </a: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(S)</a:t>
              </a:r>
            </a:p>
          </p:txBody>
        </p:sp>
      </p:grpSp>
      <p:sp>
        <p:nvSpPr>
          <p:cNvPr id="22554" name="Text Box 26"/>
          <p:cNvSpPr txBox="1">
            <a:spLocks noChangeArrowheads="1"/>
          </p:cNvSpPr>
          <p:nvPr/>
        </p:nvSpPr>
        <p:spPr bwMode="auto">
          <a:xfrm>
            <a:off x="457200" y="4191000"/>
            <a:ext cx="8229600" cy="158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How to identify such groups systematically, without missing any possible solutions?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Divide and Conquer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approach!</a:t>
            </a:r>
          </a:p>
        </p:txBody>
      </p:sp>
      <p:sp>
        <p:nvSpPr>
          <p:cNvPr id="22560" name="Text Box 32"/>
          <p:cNvSpPr txBox="1">
            <a:spLocks noChangeArrowheads="1"/>
          </p:cNvSpPr>
          <p:nvPr/>
        </p:nvSpPr>
        <p:spPr bwMode="auto">
          <a:xfrm>
            <a:off x="4343400" y="14478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Maximization Problem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2566" name="Text Box 38"/>
          <p:cNvSpPr txBox="1">
            <a:spLocks noChangeArrowheads="1"/>
          </p:cNvSpPr>
          <p:nvPr/>
        </p:nvSpPr>
        <p:spPr bwMode="auto">
          <a:xfrm>
            <a:off x="4419600" y="1905000"/>
            <a:ext cx="266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Z*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(S) ≤ Z*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LP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(S) </a:t>
            </a:r>
          </a:p>
        </p:txBody>
      </p:sp>
      <p:sp>
        <p:nvSpPr>
          <p:cNvPr id="22567" name="Text Box 39"/>
          <p:cNvSpPr txBox="1">
            <a:spLocks noChangeArrowheads="1"/>
          </p:cNvSpPr>
          <p:nvPr/>
        </p:nvSpPr>
        <p:spPr bwMode="auto">
          <a:xfrm>
            <a:off x="7543800" y="19050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≤ Z*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IP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2568" name="Text Box 40"/>
          <p:cNvSpPr txBox="1">
            <a:spLocks noChangeArrowheads="1"/>
          </p:cNvSpPr>
          <p:nvPr/>
        </p:nvSpPr>
        <p:spPr bwMode="auto">
          <a:xfrm>
            <a:off x="6781800" y="19050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≤ Z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IP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2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animBg="1"/>
      <p:bldP spid="22554" grpId="0" build="p" autoUpdateAnimBg="0"/>
      <p:bldP spid="22566" grpId="0" autoUpdateAnimBg="0"/>
      <p:bldP spid="22567" grpId="0" autoUpdateAnimBg="0"/>
      <p:bldP spid="2256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Implicit Enumeration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0" indent="-228600" eaLnBrk="1" hangingPunct="1"/>
            <a:r>
              <a:rPr lang="en-US" sz="2600" u="sng">
                <a:solidFill>
                  <a:srgbClr val="8064A2">
                    <a:lumMod val="75000"/>
                  </a:srgbClr>
                </a:solidFill>
              </a:rPr>
              <a:t>How to systematically identify such subsets</a:t>
            </a:r>
            <a:r>
              <a:rPr lang="en-US" sz="2600">
                <a:solidFill>
                  <a:srgbClr val="8064A2">
                    <a:lumMod val="75000"/>
                  </a:srgbClr>
                </a:solidFill>
              </a:rPr>
              <a:t> </a:t>
            </a:r>
            <a:r>
              <a:rPr lang="en-US" sz="2600">
                <a:solidFill>
                  <a:prstClr val="black"/>
                </a:solidFill>
              </a:rPr>
              <a:t>and</a:t>
            </a:r>
            <a:r>
              <a:rPr lang="en-US" sz="2600">
                <a:solidFill>
                  <a:srgbClr val="8064A2">
                    <a:lumMod val="75000"/>
                  </a:srgbClr>
                </a:solidFill>
              </a:rPr>
              <a:t> </a:t>
            </a:r>
            <a:r>
              <a:rPr lang="en-US" sz="2600" u="sng">
                <a:solidFill>
                  <a:srgbClr val="8064A2">
                    <a:lumMod val="75000"/>
                  </a:srgbClr>
                </a:solidFill>
              </a:rPr>
              <a:t>show that they do not contain optimal solution? </a:t>
            </a:r>
          </a:p>
          <a:p>
            <a:pPr marL="685800" lvl="1" indent="-282575" eaLnBrk="1" hangingPunct="1"/>
            <a:r>
              <a:rPr lang="en-US" sz="2200"/>
              <a:t>Find the best LP solution for this subset by solving the LP</a:t>
            </a:r>
          </a:p>
          <a:p>
            <a:pPr marL="685800" lvl="1" indent="-282575" eaLnBrk="1" hangingPunct="1"/>
            <a:r>
              <a:rPr lang="en-US" sz="2200"/>
              <a:t>LP solution value = Z*</a:t>
            </a:r>
            <a:r>
              <a:rPr lang="en-US" sz="2200" baseline="-25000"/>
              <a:t>LP</a:t>
            </a:r>
            <a:r>
              <a:rPr lang="en-US" sz="2200"/>
              <a:t>(S)</a:t>
            </a:r>
          </a:p>
          <a:p>
            <a:pPr marL="685800" lvl="1" indent="-282575" eaLnBrk="1" hangingPunct="1"/>
            <a:r>
              <a:rPr lang="en-US" sz="2200"/>
              <a:t>Suppose we already know an integer solution outside this subset (not necessarily optimal) with value Z</a:t>
            </a:r>
            <a:r>
              <a:rPr lang="en-US" sz="2200" baseline="-25000"/>
              <a:t>IP </a:t>
            </a:r>
            <a:r>
              <a:rPr lang="en-US" sz="2200"/>
              <a:t>and Z*</a:t>
            </a:r>
            <a:r>
              <a:rPr lang="en-US" sz="2200" baseline="-25000"/>
              <a:t>LP</a:t>
            </a:r>
            <a:r>
              <a:rPr lang="en-US" sz="2200"/>
              <a:t>(S) &gt; Z</a:t>
            </a:r>
            <a:r>
              <a:rPr lang="en-US" sz="2200" baseline="-25000"/>
              <a:t>IP</a:t>
            </a:r>
            <a:r>
              <a:rPr lang="en-US" sz="2200"/>
              <a:t> (min)</a:t>
            </a:r>
          </a:p>
          <a:p>
            <a:pPr marL="685800" lvl="1" indent="-282575" eaLnBrk="1" hangingPunct="1"/>
            <a:r>
              <a:rPr lang="en-US" sz="2200"/>
              <a:t>What does it imply? Can any integer solution in subset S be better than Z</a:t>
            </a:r>
            <a:r>
              <a:rPr lang="en-US" sz="2200" baseline="-25000"/>
              <a:t>IP</a:t>
            </a:r>
            <a:r>
              <a:rPr lang="en-US" sz="2200"/>
              <a:t>? </a:t>
            </a:r>
          </a:p>
          <a:p>
            <a:pPr marL="1196975" lvl="2" eaLnBrk="1" hangingPunct="1"/>
            <a:r>
              <a:rPr lang="en-US"/>
              <a:t>No! Why not?</a:t>
            </a:r>
          </a:p>
          <a:p>
            <a:pPr marL="685800" lvl="1" indent="-282575" eaLnBrk="1" hangingPunct="1"/>
            <a:r>
              <a:rPr lang="en-US" sz="2200"/>
              <a:t>Even the best LP solution has value worse than a known solution. An IP solution must be even worse.</a:t>
            </a:r>
          </a:p>
          <a:p>
            <a:pPr marL="685800" lvl="1" indent="-282575" eaLnBrk="1" hangingPunct="1"/>
            <a:r>
              <a:rPr lang="en-US" sz="2200"/>
              <a:t>This group cannot contain the optimal solution.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Branch and Bound Algorithm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9250" indent="-349250" eaLnBrk="1" hangingPunct="1"/>
            <a:r>
              <a:rPr lang="en-US" sz="2400"/>
              <a:t>Solve relaxed LP. If the solution is </a:t>
            </a:r>
            <a:r>
              <a:rPr lang="en-US" sz="2400" b="1"/>
              <a:t>integral</a:t>
            </a:r>
            <a:r>
              <a:rPr lang="en-US" sz="2400"/>
              <a:t>, it is an optimal solution to IP. </a:t>
            </a:r>
          </a:p>
          <a:p>
            <a:pPr marL="349250" indent="-349250" eaLnBrk="1" hangingPunct="1"/>
            <a:r>
              <a:rPr lang="en-US" sz="2400"/>
              <a:t>If not integral, pick a variable with </a:t>
            </a:r>
            <a:r>
              <a:rPr lang="en-US" sz="2400" u="sng"/>
              <a:t>fractional value</a:t>
            </a:r>
            <a:r>
              <a:rPr lang="en-US" sz="2400"/>
              <a:t>, </a:t>
            </a:r>
          </a:p>
          <a:p>
            <a:pPr marL="749300" lvl="1" eaLnBrk="1" hangingPunct="1"/>
            <a:r>
              <a:rPr lang="en-US" sz="2000">
                <a:solidFill>
                  <a:srgbClr val="0066CC"/>
                </a:solidFill>
              </a:rPr>
              <a:t>e.g. x</a:t>
            </a:r>
            <a:r>
              <a:rPr lang="en-US" sz="2000" baseline="-25000">
                <a:solidFill>
                  <a:srgbClr val="0066CC"/>
                </a:solidFill>
              </a:rPr>
              <a:t>1</a:t>
            </a:r>
            <a:r>
              <a:rPr lang="en-US" sz="2000">
                <a:solidFill>
                  <a:srgbClr val="0066CC"/>
                </a:solidFill>
              </a:rPr>
              <a:t> = 3.7</a:t>
            </a:r>
          </a:p>
          <a:p>
            <a:pPr marL="349250" indent="-349250" eaLnBrk="1" hangingPunct="1"/>
            <a:r>
              <a:rPr lang="en-US" sz="2400"/>
              <a:t>Divide the solution set into two subsets </a:t>
            </a:r>
            <a:r>
              <a:rPr lang="en-US" sz="2000"/>
              <a:t>(</a:t>
            </a:r>
            <a:r>
              <a:rPr lang="en-US" sz="2000" b="1">
                <a:solidFill>
                  <a:srgbClr val="CC3399"/>
                </a:solidFill>
              </a:rPr>
              <a:t>Branching process</a:t>
            </a:r>
            <a:r>
              <a:rPr lang="en-US" sz="2000"/>
              <a:t>)</a:t>
            </a:r>
          </a:p>
          <a:p>
            <a:pPr marL="749300" lvl="1" eaLnBrk="1" hangingPunct="1"/>
            <a:r>
              <a:rPr lang="en-US" sz="2000">
                <a:solidFill>
                  <a:srgbClr val="0066CC"/>
                </a:solidFill>
              </a:rPr>
              <a:t>Subset 1:	 All solutions with x</a:t>
            </a:r>
            <a:r>
              <a:rPr lang="en-US" sz="2000" baseline="-25000">
                <a:solidFill>
                  <a:srgbClr val="0066CC"/>
                </a:solidFill>
              </a:rPr>
              <a:t>1</a:t>
            </a:r>
            <a:r>
              <a:rPr lang="en-US" sz="2000">
                <a:solidFill>
                  <a:srgbClr val="0066CC"/>
                </a:solidFill>
              </a:rPr>
              <a:t> </a:t>
            </a:r>
            <a:r>
              <a:rPr lang="en-US" sz="2000">
                <a:solidFill>
                  <a:srgbClr val="0066CC"/>
                </a:solidFill>
                <a:latin typeface="Symbol" pitchFamily="18" charset="2"/>
              </a:rPr>
              <a:t>£</a:t>
            </a:r>
            <a:r>
              <a:rPr lang="en-US" sz="2000">
                <a:solidFill>
                  <a:srgbClr val="0066CC"/>
                </a:solidFill>
              </a:rPr>
              <a:t> 3</a:t>
            </a:r>
          </a:p>
          <a:p>
            <a:pPr marL="749300" lvl="1" eaLnBrk="1" hangingPunct="1"/>
            <a:r>
              <a:rPr lang="en-US" sz="2000">
                <a:solidFill>
                  <a:srgbClr val="0066CC"/>
                </a:solidFill>
              </a:rPr>
              <a:t>Subset 2: All solutions with x</a:t>
            </a:r>
            <a:r>
              <a:rPr lang="en-US" sz="2000" baseline="-25000">
                <a:solidFill>
                  <a:srgbClr val="0066CC"/>
                </a:solidFill>
              </a:rPr>
              <a:t>1</a:t>
            </a:r>
            <a:r>
              <a:rPr lang="en-US" sz="2000">
                <a:solidFill>
                  <a:srgbClr val="0066CC"/>
                </a:solidFill>
              </a:rPr>
              <a:t> </a:t>
            </a:r>
            <a:r>
              <a:rPr lang="en-US" sz="2000">
                <a:solidFill>
                  <a:srgbClr val="0066CC"/>
                </a:solidFill>
                <a:latin typeface="Symbol" pitchFamily="18" charset="2"/>
              </a:rPr>
              <a:t>³</a:t>
            </a:r>
            <a:r>
              <a:rPr lang="en-US" sz="2000">
                <a:solidFill>
                  <a:srgbClr val="0066CC"/>
                </a:solidFill>
              </a:rPr>
              <a:t> 4</a:t>
            </a:r>
          </a:p>
          <a:p>
            <a:pPr marL="349250" indent="-349250" eaLnBrk="1" hangingPunct="1"/>
            <a:r>
              <a:rPr lang="en-US" sz="2400"/>
              <a:t>Every feasible integer solution is still feasible in one of these sub-problems, but the current fractional solution is not feasible in either one.</a:t>
            </a:r>
          </a:p>
          <a:p>
            <a:pPr marL="349250" indent="-349250" eaLnBrk="1" hangingPunct="1"/>
            <a:r>
              <a:rPr lang="en-US" sz="2400"/>
              <a:t>For each subset, solve the LP, yielding an </a:t>
            </a:r>
            <a:r>
              <a:rPr lang="en-US" sz="2400" b="1" u="sng"/>
              <a:t>upper bound</a:t>
            </a:r>
            <a:r>
              <a:rPr lang="en-US" sz="2400"/>
              <a:t> for each set </a:t>
            </a:r>
            <a:r>
              <a:rPr lang="en-US" sz="2000"/>
              <a:t>(</a:t>
            </a:r>
            <a:r>
              <a:rPr lang="en-US" sz="2000" b="1">
                <a:solidFill>
                  <a:srgbClr val="CC3399"/>
                </a:solidFill>
              </a:rPr>
              <a:t>Bounding Process</a:t>
            </a:r>
            <a:r>
              <a:rPr lang="en-US" sz="2000"/>
              <a:t>)</a:t>
            </a:r>
          </a:p>
          <a:p>
            <a:pPr marL="349250" indent="-349250" eaLnBrk="1" hangingPunct="1"/>
            <a:r>
              <a:rPr lang="en-US" sz="2400"/>
              <a:t>These subsets will be further sub-divided into still smaller subsets.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Fathoming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/>
              <a:t>Suppose for a given subset, LP solution is </a:t>
            </a:r>
            <a:r>
              <a:rPr lang="en-US" sz="2400">
                <a:solidFill>
                  <a:srgbClr val="0066CC"/>
                </a:solidFill>
              </a:rPr>
              <a:t>integral</a:t>
            </a:r>
            <a:r>
              <a:rPr lang="en-US" sz="2400"/>
              <a:t>.</a:t>
            </a:r>
          </a:p>
          <a:p>
            <a:pPr eaLnBrk="1" hangingPunct="1"/>
            <a:r>
              <a:rPr lang="en-US" sz="2400"/>
              <a:t>Do we need to further sub-divide this set? </a:t>
            </a:r>
          </a:p>
          <a:p>
            <a:pPr lvl="1" eaLnBrk="1" hangingPunct="1"/>
            <a:r>
              <a:rPr lang="en-US" sz="2000">
                <a:solidFill>
                  <a:srgbClr val="0066CC"/>
                </a:solidFill>
              </a:rPr>
              <a:t>Why or why not.</a:t>
            </a:r>
          </a:p>
          <a:p>
            <a:pPr eaLnBrk="1" hangingPunct="1"/>
            <a:r>
              <a:rPr lang="en-US" sz="2400"/>
              <a:t>If LP solution is integral, it is the best IP solution in that set.</a:t>
            </a:r>
          </a:p>
          <a:p>
            <a:pPr eaLnBrk="1" hangingPunct="1"/>
            <a:r>
              <a:rPr lang="en-US" sz="2400"/>
              <a:t>The set has been </a:t>
            </a:r>
            <a:r>
              <a:rPr lang="en-US" sz="2400" b="1">
                <a:solidFill>
                  <a:srgbClr val="CC3399"/>
                </a:solidFill>
              </a:rPr>
              <a:t>Fathomed</a:t>
            </a:r>
            <a:r>
              <a:rPr lang="en-US" sz="2400"/>
              <a:t> or </a:t>
            </a:r>
            <a:r>
              <a:rPr lang="en-US" sz="2400" b="1"/>
              <a:t>implicitly enumerated</a:t>
            </a:r>
            <a:r>
              <a:rPr lang="en-US" sz="2400"/>
              <a:t>.</a:t>
            </a:r>
          </a:p>
          <a:p>
            <a:pPr eaLnBrk="1" hangingPunct="1"/>
            <a:r>
              <a:rPr lang="en-US" sz="2400"/>
              <a:t>A set is said to be </a:t>
            </a:r>
            <a:r>
              <a:rPr lang="en-US" sz="2400" b="1"/>
              <a:t>fathomed</a:t>
            </a:r>
            <a:r>
              <a:rPr lang="en-US" sz="2400"/>
              <a:t> when</a:t>
            </a:r>
          </a:p>
          <a:p>
            <a:pPr lvl="1" eaLnBrk="1" hangingPunct="1"/>
            <a:r>
              <a:rPr lang="en-US" sz="2000">
                <a:solidFill>
                  <a:srgbClr val="0066CC"/>
                </a:solidFill>
              </a:rPr>
              <a:t>   	a) we know the best IP solution in this set</a:t>
            </a:r>
          </a:p>
          <a:p>
            <a:pPr lvl="1" eaLnBrk="1" hangingPunct="1"/>
            <a:r>
              <a:rPr lang="en-US" sz="2000" u="sng">
                <a:solidFill>
                  <a:srgbClr val="0066CC"/>
                </a:solidFill>
              </a:rPr>
              <a:t>or</a:t>
            </a:r>
            <a:r>
              <a:rPr lang="en-US" sz="2000" b="1">
                <a:solidFill>
                  <a:srgbClr val="0066CC"/>
                </a:solidFill>
              </a:rPr>
              <a:t> 	</a:t>
            </a:r>
            <a:r>
              <a:rPr lang="en-US" sz="2000">
                <a:solidFill>
                  <a:srgbClr val="0066CC"/>
                </a:solidFill>
              </a:rPr>
              <a:t>b) We know it cannot contain the optimum solution,</a:t>
            </a:r>
          </a:p>
          <a:p>
            <a:pPr marL="2400300" lvl="4" indent="-342900" eaLnBrk="1" hangingPunct="1"/>
            <a:r>
              <a:rPr lang="en-US" sz="1600"/>
              <a:t>because its LP solution is worse than a known IP solution.</a:t>
            </a:r>
          </a:p>
          <a:p>
            <a:pPr lvl="1" eaLnBrk="1" hangingPunct="1"/>
            <a:r>
              <a:rPr lang="en-US" sz="2000" u="sng">
                <a:solidFill>
                  <a:srgbClr val="0066CC"/>
                </a:solidFill>
              </a:rPr>
              <a:t>or</a:t>
            </a:r>
            <a:r>
              <a:rPr lang="en-US" sz="2000">
                <a:solidFill>
                  <a:srgbClr val="0066CC"/>
                </a:solidFill>
              </a:rPr>
              <a:t>	c) LP solution in this set is infeasible</a:t>
            </a:r>
          </a:p>
          <a:p>
            <a:pPr eaLnBrk="1" hangingPunct="1"/>
            <a:r>
              <a:rPr lang="en-US" sz="2400" u="sng"/>
              <a:t>There is no need to further sub-divide a fathomed set.</a:t>
            </a:r>
            <a:r>
              <a:rPr lang="en-US" sz="2400">
                <a:solidFill>
                  <a:srgbClr val="990033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Incumbent Solution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>
                <a:solidFill>
                  <a:srgbClr val="0070C0"/>
                </a:solidFill>
              </a:rPr>
              <a:t>The current best known integer solution is the </a:t>
            </a:r>
            <a:r>
              <a:rPr lang="en-US" sz="2400" b="1">
                <a:solidFill>
                  <a:schemeClr val="tx2"/>
                </a:solidFill>
              </a:rPr>
              <a:t>incumbent</a:t>
            </a:r>
            <a:r>
              <a:rPr lang="en-US" sz="2400" b="1">
                <a:solidFill>
                  <a:srgbClr val="0070C0"/>
                </a:solidFill>
              </a:rPr>
              <a:t> </a:t>
            </a:r>
            <a:r>
              <a:rPr lang="en-US" sz="2400">
                <a:solidFill>
                  <a:srgbClr val="0070C0"/>
                </a:solidFill>
              </a:rPr>
              <a:t>solution.</a:t>
            </a:r>
          </a:p>
          <a:p>
            <a:pPr eaLnBrk="1" hangingPunct="1"/>
            <a:r>
              <a:rPr lang="en-US" sz="2400"/>
              <a:t>As the sets are sub-divided, for some of them LP solution will be integral </a:t>
            </a:r>
          </a:p>
          <a:p>
            <a:pPr eaLnBrk="1" hangingPunct="1"/>
            <a:r>
              <a:rPr lang="en-US" sz="2400"/>
              <a:t>Keep track of the best integer solution that you come across.</a:t>
            </a:r>
          </a:p>
          <a:p>
            <a:pPr eaLnBrk="1" hangingPunct="1"/>
            <a:r>
              <a:rPr lang="en-US" sz="2400"/>
              <a:t>As and when a better integer solution is found, the incumbent is updated.</a:t>
            </a:r>
          </a:p>
          <a:p>
            <a:pPr eaLnBrk="1" hangingPunct="1"/>
            <a:r>
              <a:rPr lang="en-US" sz="2400"/>
              <a:t>Z</a:t>
            </a:r>
            <a:r>
              <a:rPr lang="en-US" sz="2400" baseline="-25000"/>
              <a:t>INC</a:t>
            </a:r>
            <a:r>
              <a:rPr lang="en-US" sz="2400"/>
              <a:t> is the value of incumbent solution.</a:t>
            </a:r>
          </a:p>
          <a:p>
            <a:pPr eaLnBrk="1" hangingPunct="1"/>
            <a:r>
              <a:rPr lang="en-US" sz="2400"/>
              <a:t>Z</a:t>
            </a:r>
            <a:r>
              <a:rPr lang="en-US" sz="2400" baseline="-25000"/>
              <a:t>INC</a:t>
            </a:r>
            <a:r>
              <a:rPr lang="en-US" sz="2400" baseline="-25000">
                <a:solidFill>
                  <a:srgbClr val="0000FF"/>
                </a:solidFill>
              </a:rPr>
              <a:t> </a:t>
            </a:r>
            <a:r>
              <a:rPr lang="en-US" sz="2400"/>
              <a:t>provides </a:t>
            </a:r>
          </a:p>
          <a:p>
            <a:pPr lvl="1" eaLnBrk="1" hangingPunct="1"/>
            <a:r>
              <a:rPr lang="en-US" sz="2000"/>
              <a:t>a </a:t>
            </a:r>
            <a:r>
              <a:rPr lang="en-US" sz="2000" b="1" u="sng"/>
              <a:t>lower bound</a:t>
            </a:r>
            <a:r>
              <a:rPr lang="en-US" sz="2000"/>
              <a:t> on optimum IP solution (Maximization Problem)</a:t>
            </a:r>
          </a:p>
          <a:p>
            <a:pPr lvl="1" eaLnBrk="1" hangingPunct="1"/>
            <a:r>
              <a:rPr lang="en-US" sz="2000"/>
              <a:t>a </a:t>
            </a:r>
            <a:r>
              <a:rPr lang="en-US" sz="2000" b="1" u="sng"/>
              <a:t>upper bound</a:t>
            </a:r>
            <a:r>
              <a:rPr lang="en-US" sz="2000"/>
              <a:t> on optimum IP solution (Minimization Problem)</a:t>
            </a:r>
          </a:p>
          <a:p>
            <a:pPr eaLnBrk="1" hangingPunct="1"/>
            <a:r>
              <a:rPr lang="en-US" sz="2400"/>
              <a:t>Z</a:t>
            </a:r>
            <a:r>
              <a:rPr lang="en-US" sz="2400" baseline="-25000"/>
              <a:t>INC </a:t>
            </a:r>
            <a:r>
              <a:rPr lang="en-US" sz="2400">
                <a:cs typeface="Times New Roman" pitchFamily="18" charset="0"/>
              </a:rPr>
              <a:t>≤</a:t>
            </a:r>
            <a:r>
              <a:rPr lang="en-US" sz="2400"/>
              <a:t> Z*</a:t>
            </a:r>
            <a:r>
              <a:rPr lang="en-US" sz="2400" baseline="-25000"/>
              <a:t>IP </a:t>
            </a:r>
            <a:r>
              <a:rPr lang="en-US" sz="2400"/>
              <a:t>(Max Prob.), Z</a:t>
            </a:r>
            <a:r>
              <a:rPr lang="en-US" sz="2400" baseline="-25000"/>
              <a:t>INC </a:t>
            </a:r>
            <a:r>
              <a:rPr lang="en-US" sz="2400">
                <a:cs typeface="Times New Roman" pitchFamily="18" charset="0"/>
              </a:rPr>
              <a:t>≥</a:t>
            </a:r>
            <a:r>
              <a:rPr lang="en-US" sz="2400"/>
              <a:t> Z*</a:t>
            </a:r>
            <a:r>
              <a:rPr lang="en-US" sz="2400" baseline="-25000"/>
              <a:t>IP </a:t>
            </a:r>
            <a:r>
              <a:rPr lang="en-US" sz="2400"/>
              <a:t>(Min Prob.) </a:t>
            </a:r>
          </a:p>
          <a:p>
            <a:pPr eaLnBrk="1" hangingPunct="1"/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Branch and Bound Tree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/>
              <a:t>Solution set is progressively sub-divided into smaller sets. </a:t>
            </a:r>
          </a:p>
          <a:p>
            <a:pPr eaLnBrk="1" hangingPunct="1">
              <a:buFontTx/>
              <a:buNone/>
            </a:pPr>
            <a:r>
              <a:rPr lang="en-US" sz="2400"/>
              <a:t>	To systematically keep track of all the sub-sets, A tree structure is used. </a:t>
            </a:r>
          </a:p>
          <a:p>
            <a:pPr eaLnBrk="1" hangingPunct="1"/>
            <a:r>
              <a:rPr lang="en-US" sz="2400"/>
              <a:t>Root node represents the original set.</a:t>
            </a:r>
          </a:p>
          <a:p>
            <a:pPr eaLnBrk="1" hangingPunct="1">
              <a:buFontTx/>
              <a:buNone/>
            </a:pPr>
            <a:r>
              <a:rPr lang="en-US" sz="2400"/>
              <a:t>	Child nodes are created to represent division into subsets.</a:t>
            </a:r>
          </a:p>
          <a:p>
            <a:pPr eaLnBrk="1" hangingPunct="1"/>
            <a:r>
              <a:rPr lang="en-US" sz="2400"/>
              <a:t>Keep LP solution at every node</a:t>
            </a:r>
          </a:p>
          <a:p>
            <a:pPr eaLnBrk="1" hangingPunct="1"/>
            <a:r>
              <a:rPr lang="en-US" sz="2400">
                <a:solidFill>
                  <a:srgbClr val="CC3399"/>
                </a:solidFill>
              </a:rPr>
              <a:t>Dangling node:</a:t>
            </a:r>
            <a:r>
              <a:rPr lang="en-US" sz="2400"/>
              <a:t> A node that needs to be further explored.</a:t>
            </a:r>
          </a:p>
          <a:p>
            <a:pPr eaLnBrk="1" hangingPunct="1"/>
            <a:r>
              <a:rPr lang="en-US" sz="2400">
                <a:solidFill>
                  <a:srgbClr val="CC3399"/>
                </a:solidFill>
              </a:rPr>
              <a:t>Fathomed Node:</a:t>
            </a:r>
            <a:r>
              <a:rPr lang="en-US" sz="2400"/>
              <a:t> Need not be explored further.</a:t>
            </a:r>
          </a:p>
          <a:p>
            <a:pPr eaLnBrk="1" hangingPunct="1"/>
            <a:r>
              <a:rPr lang="en-US" sz="2400">
                <a:solidFill>
                  <a:srgbClr val="CC3399"/>
                </a:solidFill>
              </a:rPr>
              <a:t>Node Selection Rule:</a:t>
            </a:r>
            <a:r>
              <a:rPr lang="en-US" sz="2000"/>
              <a:t> </a:t>
            </a:r>
          </a:p>
          <a:p>
            <a:pPr lvl="1" eaLnBrk="1" hangingPunct="1"/>
            <a:r>
              <a:rPr lang="en-US" sz="2000"/>
              <a:t>Which of dangling nodes to explore next.</a:t>
            </a:r>
          </a:p>
          <a:p>
            <a:pPr eaLnBrk="1" hangingPunct="1"/>
            <a:r>
              <a:rPr lang="en-US" sz="2400">
                <a:solidFill>
                  <a:srgbClr val="CC3399"/>
                </a:solidFill>
              </a:rPr>
              <a:t>Branch Selection Rule:</a:t>
            </a:r>
          </a:p>
          <a:p>
            <a:pPr lvl="1" eaLnBrk="1" hangingPunct="1"/>
            <a:r>
              <a:rPr lang="en-US" sz="2000"/>
              <a:t>Which variable should be selected for further branching.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Example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1905000" y="838200"/>
            <a:ext cx="4724400" cy="1920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Min 4x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+ 5x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s.t.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	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+ 4x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≥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5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	3x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+ 2x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 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≥ 7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	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, 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 	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≥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0 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	and integers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19400" y="3124200"/>
            <a:ext cx="1600200" cy="838200"/>
            <a:chOff x="2352" y="2160"/>
            <a:chExt cx="1008" cy="528"/>
          </a:xfrm>
        </p:grpSpPr>
        <p:sp>
          <p:nvSpPr>
            <p:cNvPr id="34851" name="Oval 6"/>
            <p:cNvSpPr>
              <a:spLocks noChangeArrowheads="1"/>
            </p:cNvSpPr>
            <p:nvPr/>
          </p:nvSpPr>
          <p:spPr bwMode="auto">
            <a:xfrm>
              <a:off x="2352" y="2160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852" name="Text Box 7"/>
            <p:cNvSpPr txBox="1">
              <a:spLocks noChangeArrowheads="1"/>
            </p:cNvSpPr>
            <p:nvPr/>
          </p:nvSpPr>
          <p:spPr bwMode="auto">
            <a:xfrm>
              <a:off x="2400" y="2256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(1.8,0.8)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 = 11.2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295400" y="4191000"/>
            <a:ext cx="1600200" cy="838200"/>
            <a:chOff x="1392" y="2832"/>
            <a:chExt cx="1008" cy="528"/>
          </a:xfrm>
        </p:grpSpPr>
        <p:sp>
          <p:nvSpPr>
            <p:cNvPr id="34849" name="Oval 9"/>
            <p:cNvSpPr>
              <a:spLocks noChangeArrowheads="1"/>
            </p:cNvSpPr>
            <p:nvPr/>
          </p:nvSpPr>
          <p:spPr bwMode="auto">
            <a:xfrm>
              <a:off x="1392" y="2832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850" name="Text Box 10"/>
            <p:cNvSpPr txBox="1">
              <a:spLocks noChangeArrowheads="1"/>
            </p:cNvSpPr>
            <p:nvPr/>
          </p:nvSpPr>
          <p:spPr bwMode="auto">
            <a:xfrm>
              <a:off x="1440" y="2925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(1,2)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 = 14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953000" y="3962400"/>
            <a:ext cx="1600200" cy="838200"/>
            <a:chOff x="3696" y="2688"/>
            <a:chExt cx="1008" cy="528"/>
          </a:xfrm>
        </p:grpSpPr>
        <p:sp>
          <p:nvSpPr>
            <p:cNvPr id="34847" name="Oval 12"/>
            <p:cNvSpPr>
              <a:spLocks noChangeArrowheads="1"/>
            </p:cNvSpPr>
            <p:nvPr/>
          </p:nvSpPr>
          <p:spPr bwMode="auto">
            <a:xfrm>
              <a:off x="3696" y="2688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848" name="Text Box 13"/>
            <p:cNvSpPr txBox="1">
              <a:spLocks noChangeArrowheads="1"/>
            </p:cNvSpPr>
            <p:nvPr/>
          </p:nvSpPr>
          <p:spPr bwMode="auto">
            <a:xfrm>
              <a:off x="3744" y="2781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(2,0.75)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 = 11.75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3581400" y="5257800"/>
            <a:ext cx="1600200" cy="838200"/>
            <a:chOff x="2832" y="3504"/>
            <a:chExt cx="1008" cy="528"/>
          </a:xfrm>
        </p:grpSpPr>
        <p:sp>
          <p:nvSpPr>
            <p:cNvPr id="34845" name="Oval 15"/>
            <p:cNvSpPr>
              <a:spLocks noChangeArrowheads="1"/>
            </p:cNvSpPr>
            <p:nvPr/>
          </p:nvSpPr>
          <p:spPr bwMode="auto">
            <a:xfrm>
              <a:off x="2832" y="3504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846" name="Text Box 16"/>
            <p:cNvSpPr txBox="1">
              <a:spLocks noChangeArrowheads="1"/>
            </p:cNvSpPr>
            <p:nvPr/>
          </p:nvSpPr>
          <p:spPr bwMode="auto">
            <a:xfrm>
              <a:off x="2880" y="3597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(5,0)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 = 20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6400800" y="5181600"/>
            <a:ext cx="1600200" cy="838200"/>
            <a:chOff x="4608" y="3456"/>
            <a:chExt cx="1008" cy="528"/>
          </a:xfrm>
        </p:grpSpPr>
        <p:sp>
          <p:nvSpPr>
            <p:cNvPr id="34843" name="Oval 18"/>
            <p:cNvSpPr>
              <a:spLocks noChangeArrowheads="1"/>
            </p:cNvSpPr>
            <p:nvPr/>
          </p:nvSpPr>
          <p:spPr bwMode="auto">
            <a:xfrm>
              <a:off x="4608" y="3456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844" name="Text Box 19"/>
            <p:cNvSpPr txBox="1">
              <a:spLocks noChangeArrowheads="1"/>
            </p:cNvSpPr>
            <p:nvPr/>
          </p:nvSpPr>
          <p:spPr bwMode="auto">
            <a:xfrm>
              <a:off x="4656" y="3549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(2,1)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 = 13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1828800" y="3657600"/>
            <a:ext cx="990600" cy="533400"/>
            <a:chOff x="1728" y="2784"/>
            <a:chExt cx="624" cy="336"/>
          </a:xfrm>
        </p:grpSpPr>
        <p:sp>
          <p:nvSpPr>
            <p:cNvPr id="34841" name="Line 21"/>
            <p:cNvSpPr>
              <a:spLocks noChangeShapeType="1"/>
            </p:cNvSpPr>
            <p:nvPr/>
          </p:nvSpPr>
          <p:spPr bwMode="auto">
            <a:xfrm flipH="1">
              <a:off x="2016" y="2784"/>
              <a:ext cx="336" cy="336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842" name="Text Box 22"/>
            <p:cNvSpPr txBox="1">
              <a:spLocks noChangeArrowheads="1"/>
            </p:cNvSpPr>
            <p:nvPr/>
          </p:nvSpPr>
          <p:spPr bwMode="auto">
            <a:xfrm>
              <a:off x="1728" y="2784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X</a:t>
              </a:r>
              <a:r>
                <a:rPr kumimoji="0" 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≤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1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4419600" y="3595688"/>
            <a:ext cx="1066800" cy="595312"/>
            <a:chOff x="3360" y="2745"/>
            <a:chExt cx="672" cy="375"/>
          </a:xfrm>
        </p:grpSpPr>
        <p:sp>
          <p:nvSpPr>
            <p:cNvPr id="34839" name="Line 24"/>
            <p:cNvSpPr>
              <a:spLocks noChangeShapeType="1"/>
            </p:cNvSpPr>
            <p:nvPr/>
          </p:nvSpPr>
          <p:spPr bwMode="auto">
            <a:xfrm>
              <a:off x="3360" y="2784"/>
              <a:ext cx="384" cy="336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840" name="Text Box 25"/>
            <p:cNvSpPr txBox="1">
              <a:spLocks noChangeArrowheads="1"/>
            </p:cNvSpPr>
            <p:nvPr/>
          </p:nvSpPr>
          <p:spPr bwMode="auto">
            <a:xfrm>
              <a:off x="3504" y="2745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X</a:t>
              </a:r>
              <a:r>
                <a:rPr kumimoji="0" 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≥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2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4267200" y="4724400"/>
            <a:ext cx="990600" cy="533400"/>
            <a:chOff x="3408" y="3456"/>
            <a:chExt cx="624" cy="336"/>
          </a:xfrm>
        </p:grpSpPr>
        <p:sp>
          <p:nvSpPr>
            <p:cNvPr id="34837" name="Line 27"/>
            <p:cNvSpPr>
              <a:spLocks noChangeShapeType="1"/>
            </p:cNvSpPr>
            <p:nvPr/>
          </p:nvSpPr>
          <p:spPr bwMode="auto">
            <a:xfrm flipH="1">
              <a:off x="3744" y="3456"/>
              <a:ext cx="288" cy="336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838" name="Text Box 28"/>
            <p:cNvSpPr txBox="1">
              <a:spLocks noChangeArrowheads="1"/>
            </p:cNvSpPr>
            <p:nvPr/>
          </p:nvSpPr>
          <p:spPr bwMode="auto">
            <a:xfrm>
              <a:off x="3408" y="3465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X</a:t>
              </a:r>
              <a:r>
                <a:rPr kumimoji="0" 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2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≤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0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6248400" y="4724400"/>
            <a:ext cx="1066800" cy="533400"/>
            <a:chOff x="4464" y="3456"/>
            <a:chExt cx="672" cy="336"/>
          </a:xfrm>
        </p:grpSpPr>
        <p:sp>
          <p:nvSpPr>
            <p:cNvPr id="34835" name="Line 30"/>
            <p:cNvSpPr>
              <a:spLocks noChangeShapeType="1"/>
            </p:cNvSpPr>
            <p:nvPr/>
          </p:nvSpPr>
          <p:spPr bwMode="auto">
            <a:xfrm>
              <a:off x="4464" y="3456"/>
              <a:ext cx="336" cy="336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4836" name="Text Box 31"/>
            <p:cNvSpPr txBox="1">
              <a:spLocks noChangeArrowheads="1"/>
            </p:cNvSpPr>
            <p:nvPr/>
          </p:nvSpPr>
          <p:spPr bwMode="auto">
            <a:xfrm>
              <a:off x="4608" y="3465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X</a:t>
              </a:r>
              <a:r>
                <a:rPr kumimoji="0" 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2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≥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1</a:t>
              </a:r>
            </a:p>
          </p:txBody>
        </p:sp>
      </p:grpSp>
      <p:sp>
        <p:nvSpPr>
          <p:cNvPr id="50208" name="Text Box 32"/>
          <p:cNvSpPr txBox="1">
            <a:spLocks noChangeArrowheads="1"/>
          </p:cNvSpPr>
          <p:nvPr/>
        </p:nvSpPr>
        <p:spPr bwMode="auto">
          <a:xfrm>
            <a:off x="1905000" y="49672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</a:t>
            </a:r>
          </a:p>
        </p:txBody>
      </p:sp>
      <p:sp>
        <p:nvSpPr>
          <p:cNvPr id="50209" name="Text Box 33"/>
          <p:cNvSpPr txBox="1">
            <a:spLocks noChangeArrowheads="1"/>
          </p:cNvSpPr>
          <p:nvPr/>
        </p:nvSpPr>
        <p:spPr bwMode="auto">
          <a:xfrm>
            <a:off x="4191000" y="60340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</a:t>
            </a:r>
          </a:p>
        </p:txBody>
      </p:sp>
      <p:sp>
        <p:nvSpPr>
          <p:cNvPr id="50210" name="Text Box 34"/>
          <p:cNvSpPr txBox="1">
            <a:spLocks noChangeArrowheads="1"/>
          </p:cNvSpPr>
          <p:nvPr/>
        </p:nvSpPr>
        <p:spPr bwMode="auto">
          <a:xfrm>
            <a:off x="7010400" y="59578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</a:t>
            </a:r>
          </a:p>
        </p:txBody>
      </p:sp>
      <p:sp>
        <p:nvSpPr>
          <p:cNvPr id="50211" name="Line 35"/>
          <p:cNvSpPr>
            <a:spLocks noChangeShapeType="1"/>
          </p:cNvSpPr>
          <p:nvPr/>
        </p:nvSpPr>
        <p:spPr bwMode="auto">
          <a:xfrm>
            <a:off x="1371600" y="4191000"/>
            <a:ext cx="1295400" cy="914400"/>
          </a:xfrm>
          <a:prstGeom prst="line">
            <a:avLst/>
          </a:prstGeom>
          <a:noFill/>
          <a:ln w="31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0212" name="Line 36"/>
          <p:cNvSpPr>
            <a:spLocks noChangeShapeType="1"/>
          </p:cNvSpPr>
          <p:nvPr/>
        </p:nvSpPr>
        <p:spPr bwMode="auto">
          <a:xfrm>
            <a:off x="3657600" y="5257800"/>
            <a:ext cx="1295400" cy="914400"/>
          </a:xfrm>
          <a:prstGeom prst="line">
            <a:avLst/>
          </a:prstGeom>
          <a:noFill/>
          <a:ln w="31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0213" name="Line 37"/>
          <p:cNvSpPr>
            <a:spLocks noChangeShapeType="1"/>
          </p:cNvSpPr>
          <p:nvPr/>
        </p:nvSpPr>
        <p:spPr bwMode="auto">
          <a:xfrm>
            <a:off x="6477000" y="5181600"/>
            <a:ext cx="1295400" cy="914400"/>
          </a:xfrm>
          <a:prstGeom prst="line">
            <a:avLst/>
          </a:prstGeom>
          <a:noFill/>
          <a:ln w="31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5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/>
      <p:bldP spid="50208" grpId="0"/>
      <p:bldP spid="50209" grpId="0"/>
      <p:bldP spid="50210" grpId="0"/>
      <p:bldP spid="50211" grpId="0" animBg="1"/>
      <p:bldP spid="50212" grpId="0" animBg="1"/>
      <p:bldP spid="502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Example</a:t>
            </a: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5029200" y="831850"/>
            <a:ext cx="3657600" cy="229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Max 7x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+ 9x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s.t.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	-x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+ 3x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≤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6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	7x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+ 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≤ 35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	         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≤ 7	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	    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, x</a:t>
            </a:r>
            <a:r>
              <a:rPr kumimoji="0" lang="en-US" sz="2200" b="0" i="0" u="none" strike="noStrike" kern="1200" cap="none" spc="0" normalizeH="0" baseline="-2500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≥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0 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	and integers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429000" y="2667000"/>
            <a:ext cx="1600200" cy="838200"/>
            <a:chOff x="2352" y="2160"/>
            <a:chExt cx="1008" cy="528"/>
          </a:xfrm>
        </p:grpSpPr>
        <p:sp>
          <p:nvSpPr>
            <p:cNvPr id="35875" name="Oval 6"/>
            <p:cNvSpPr>
              <a:spLocks noChangeArrowheads="1"/>
            </p:cNvSpPr>
            <p:nvPr/>
          </p:nvSpPr>
          <p:spPr bwMode="auto">
            <a:xfrm>
              <a:off x="2352" y="2160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876" name="Text Box 7"/>
            <p:cNvSpPr txBox="1">
              <a:spLocks noChangeArrowheads="1"/>
            </p:cNvSpPr>
            <p:nvPr/>
          </p:nvSpPr>
          <p:spPr bwMode="auto">
            <a:xfrm>
              <a:off x="2400" y="2256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(4.5,3.5)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 = 63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905000" y="3733800"/>
            <a:ext cx="1600200" cy="838200"/>
            <a:chOff x="1392" y="2832"/>
            <a:chExt cx="1008" cy="528"/>
          </a:xfrm>
        </p:grpSpPr>
        <p:sp>
          <p:nvSpPr>
            <p:cNvPr id="35873" name="Oval 9"/>
            <p:cNvSpPr>
              <a:spLocks noChangeArrowheads="1"/>
            </p:cNvSpPr>
            <p:nvPr/>
          </p:nvSpPr>
          <p:spPr bwMode="auto">
            <a:xfrm>
              <a:off x="1392" y="2832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874" name="Text Box 10"/>
            <p:cNvSpPr txBox="1">
              <a:spLocks noChangeArrowheads="1"/>
            </p:cNvSpPr>
            <p:nvPr/>
          </p:nvSpPr>
          <p:spPr bwMode="auto">
            <a:xfrm>
              <a:off x="1440" y="2925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(4,3.33)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 = 58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5562600" y="3505200"/>
            <a:ext cx="1600200" cy="838200"/>
            <a:chOff x="3696" y="2688"/>
            <a:chExt cx="1008" cy="528"/>
          </a:xfrm>
        </p:grpSpPr>
        <p:sp>
          <p:nvSpPr>
            <p:cNvPr id="35871" name="Oval 12"/>
            <p:cNvSpPr>
              <a:spLocks noChangeArrowheads="1"/>
            </p:cNvSpPr>
            <p:nvPr/>
          </p:nvSpPr>
          <p:spPr bwMode="auto">
            <a:xfrm>
              <a:off x="3696" y="2688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872" name="Text Box 13"/>
            <p:cNvSpPr txBox="1">
              <a:spLocks noChangeArrowheads="1"/>
            </p:cNvSpPr>
            <p:nvPr/>
          </p:nvSpPr>
          <p:spPr bwMode="auto">
            <a:xfrm>
              <a:off x="3744" y="2781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(5,0)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 = 35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457200" y="4953000"/>
            <a:ext cx="1600200" cy="838200"/>
            <a:chOff x="2832" y="3504"/>
            <a:chExt cx="1008" cy="528"/>
          </a:xfrm>
        </p:grpSpPr>
        <p:sp>
          <p:nvSpPr>
            <p:cNvPr id="35869" name="Oval 15"/>
            <p:cNvSpPr>
              <a:spLocks noChangeArrowheads="1"/>
            </p:cNvSpPr>
            <p:nvPr/>
          </p:nvSpPr>
          <p:spPr bwMode="auto">
            <a:xfrm>
              <a:off x="2832" y="3504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870" name="Text Box 16"/>
            <p:cNvSpPr txBox="1">
              <a:spLocks noChangeArrowheads="1"/>
            </p:cNvSpPr>
            <p:nvPr/>
          </p:nvSpPr>
          <p:spPr bwMode="auto">
            <a:xfrm>
              <a:off x="2880" y="3597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(4,3)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 = 55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3276600" y="4953000"/>
            <a:ext cx="1600200" cy="838200"/>
            <a:chOff x="4608" y="3456"/>
            <a:chExt cx="1008" cy="528"/>
          </a:xfrm>
        </p:grpSpPr>
        <p:sp>
          <p:nvSpPr>
            <p:cNvPr id="35867" name="Oval 18"/>
            <p:cNvSpPr>
              <a:spLocks noChangeArrowheads="1"/>
            </p:cNvSpPr>
            <p:nvPr/>
          </p:nvSpPr>
          <p:spPr bwMode="auto">
            <a:xfrm>
              <a:off x="4608" y="3456"/>
              <a:ext cx="1008" cy="528"/>
            </a:xfrm>
            <a:prstGeom prst="ellipse">
              <a:avLst/>
            </a:prstGeom>
            <a:noFill/>
            <a:ln w="28575">
              <a:solidFill>
                <a:srgbClr val="2C8458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868" name="Text Box 19"/>
            <p:cNvSpPr txBox="1">
              <a:spLocks noChangeArrowheads="1"/>
            </p:cNvSpPr>
            <p:nvPr/>
          </p:nvSpPr>
          <p:spPr bwMode="auto">
            <a:xfrm>
              <a:off x="4656" y="3549"/>
              <a:ext cx="912" cy="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No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Solution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2438400" y="3200400"/>
            <a:ext cx="990600" cy="533400"/>
            <a:chOff x="1728" y="2784"/>
            <a:chExt cx="624" cy="336"/>
          </a:xfrm>
        </p:grpSpPr>
        <p:sp>
          <p:nvSpPr>
            <p:cNvPr id="35865" name="Line 21"/>
            <p:cNvSpPr>
              <a:spLocks noChangeShapeType="1"/>
            </p:cNvSpPr>
            <p:nvPr/>
          </p:nvSpPr>
          <p:spPr bwMode="auto">
            <a:xfrm flipH="1">
              <a:off x="2016" y="2784"/>
              <a:ext cx="336" cy="336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866" name="Text Box 22"/>
            <p:cNvSpPr txBox="1">
              <a:spLocks noChangeArrowheads="1"/>
            </p:cNvSpPr>
            <p:nvPr/>
          </p:nvSpPr>
          <p:spPr bwMode="auto">
            <a:xfrm>
              <a:off x="1728" y="2784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X</a:t>
              </a:r>
              <a:r>
                <a:rPr kumimoji="0" 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≤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4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5029200" y="3138488"/>
            <a:ext cx="1066800" cy="595312"/>
            <a:chOff x="3360" y="2745"/>
            <a:chExt cx="672" cy="375"/>
          </a:xfrm>
        </p:grpSpPr>
        <p:sp>
          <p:nvSpPr>
            <p:cNvPr id="35863" name="Line 24"/>
            <p:cNvSpPr>
              <a:spLocks noChangeShapeType="1"/>
            </p:cNvSpPr>
            <p:nvPr/>
          </p:nvSpPr>
          <p:spPr bwMode="auto">
            <a:xfrm>
              <a:off x="3360" y="2784"/>
              <a:ext cx="384" cy="336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864" name="Text Box 25"/>
            <p:cNvSpPr txBox="1">
              <a:spLocks noChangeArrowheads="1"/>
            </p:cNvSpPr>
            <p:nvPr/>
          </p:nvSpPr>
          <p:spPr bwMode="auto">
            <a:xfrm>
              <a:off x="3504" y="2745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X</a:t>
              </a:r>
              <a:r>
                <a:rPr kumimoji="0" 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≥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5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1143000" y="4495800"/>
            <a:ext cx="990600" cy="533400"/>
            <a:chOff x="3408" y="3456"/>
            <a:chExt cx="624" cy="336"/>
          </a:xfrm>
        </p:grpSpPr>
        <p:sp>
          <p:nvSpPr>
            <p:cNvPr id="35861" name="Line 27"/>
            <p:cNvSpPr>
              <a:spLocks noChangeShapeType="1"/>
            </p:cNvSpPr>
            <p:nvPr/>
          </p:nvSpPr>
          <p:spPr bwMode="auto">
            <a:xfrm flipH="1">
              <a:off x="3744" y="3456"/>
              <a:ext cx="288" cy="336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862" name="Text Box 28"/>
            <p:cNvSpPr txBox="1">
              <a:spLocks noChangeArrowheads="1"/>
            </p:cNvSpPr>
            <p:nvPr/>
          </p:nvSpPr>
          <p:spPr bwMode="auto">
            <a:xfrm>
              <a:off x="3408" y="3465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X</a:t>
              </a:r>
              <a:r>
                <a:rPr kumimoji="0" 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2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≤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3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3124200" y="4495800"/>
            <a:ext cx="1066800" cy="533400"/>
            <a:chOff x="4464" y="3456"/>
            <a:chExt cx="672" cy="336"/>
          </a:xfrm>
        </p:grpSpPr>
        <p:sp>
          <p:nvSpPr>
            <p:cNvPr id="35859" name="Line 30"/>
            <p:cNvSpPr>
              <a:spLocks noChangeShapeType="1"/>
            </p:cNvSpPr>
            <p:nvPr/>
          </p:nvSpPr>
          <p:spPr bwMode="auto">
            <a:xfrm>
              <a:off x="4464" y="3456"/>
              <a:ext cx="336" cy="336"/>
            </a:xfrm>
            <a:prstGeom prst="line">
              <a:avLst/>
            </a:prstGeom>
            <a:noFill/>
            <a:ln w="9525">
              <a:solidFill>
                <a:srgbClr val="CC33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5860" name="Text Box 31"/>
            <p:cNvSpPr txBox="1">
              <a:spLocks noChangeArrowheads="1"/>
            </p:cNvSpPr>
            <p:nvPr/>
          </p:nvSpPr>
          <p:spPr bwMode="auto">
            <a:xfrm>
              <a:off x="4608" y="3465"/>
              <a:ext cx="5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X</a:t>
              </a:r>
              <a:r>
                <a:rPr kumimoji="0" 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2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≥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66CC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4</a:t>
              </a:r>
            </a:p>
          </p:txBody>
        </p:sp>
      </p:grpSp>
      <p:sp>
        <p:nvSpPr>
          <p:cNvPr id="50208" name="Text Box 32"/>
          <p:cNvSpPr txBox="1">
            <a:spLocks noChangeArrowheads="1"/>
          </p:cNvSpPr>
          <p:nvPr/>
        </p:nvSpPr>
        <p:spPr bwMode="auto">
          <a:xfrm>
            <a:off x="6172200" y="4267200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</a:t>
            </a:r>
          </a:p>
        </p:txBody>
      </p:sp>
      <p:sp>
        <p:nvSpPr>
          <p:cNvPr id="50209" name="Text Box 33"/>
          <p:cNvSpPr txBox="1">
            <a:spLocks noChangeArrowheads="1"/>
          </p:cNvSpPr>
          <p:nvPr/>
        </p:nvSpPr>
        <p:spPr bwMode="auto">
          <a:xfrm>
            <a:off x="1066800" y="58054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</a:t>
            </a:r>
          </a:p>
        </p:txBody>
      </p:sp>
      <p:sp>
        <p:nvSpPr>
          <p:cNvPr id="50210" name="Text Box 34"/>
          <p:cNvSpPr txBox="1">
            <a:spLocks noChangeArrowheads="1"/>
          </p:cNvSpPr>
          <p:nvPr/>
        </p:nvSpPr>
        <p:spPr bwMode="auto">
          <a:xfrm>
            <a:off x="3886200" y="57292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C33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</a:t>
            </a:r>
          </a:p>
        </p:txBody>
      </p:sp>
      <p:sp>
        <p:nvSpPr>
          <p:cNvPr id="50211" name="Line 35"/>
          <p:cNvSpPr>
            <a:spLocks noChangeShapeType="1"/>
          </p:cNvSpPr>
          <p:nvPr/>
        </p:nvSpPr>
        <p:spPr bwMode="auto">
          <a:xfrm>
            <a:off x="5715000" y="3505200"/>
            <a:ext cx="1295400" cy="914400"/>
          </a:xfrm>
          <a:prstGeom prst="line">
            <a:avLst/>
          </a:prstGeom>
          <a:noFill/>
          <a:ln w="31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0212" name="Line 36"/>
          <p:cNvSpPr>
            <a:spLocks noChangeShapeType="1"/>
          </p:cNvSpPr>
          <p:nvPr/>
        </p:nvSpPr>
        <p:spPr bwMode="auto">
          <a:xfrm>
            <a:off x="533400" y="5029200"/>
            <a:ext cx="1295400" cy="914400"/>
          </a:xfrm>
          <a:prstGeom prst="line">
            <a:avLst/>
          </a:prstGeom>
          <a:noFill/>
          <a:ln w="31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0213" name="Line 37"/>
          <p:cNvSpPr>
            <a:spLocks noChangeShapeType="1"/>
          </p:cNvSpPr>
          <p:nvPr/>
        </p:nvSpPr>
        <p:spPr bwMode="auto">
          <a:xfrm>
            <a:off x="3352800" y="4953000"/>
            <a:ext cx="1295400" cy="914400"/>
          </a:xfrm>
          <a:prstGeom prst="line">
            <a:avLst/>
          </a:prstGeom>
          <a:noFill/>
          <a:ln w="31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5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/>
      <p:bldP spid="50208" grpId="0"/>
      <p:bldP spid="50209" grpId="0"/>
      <p:bldP spid="50210" grpId="0"/>
      <p:bldP spid="50211" grpId="0" animBg="1"/>
      <p:bldP spid="50212" grpId="0" animBg="1"/>
      <p:bldP spid="502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6"/>
          <p:cNvGrpSpPr>
            <a:grpSpLocks/>
          </p:cNvGrpSpPr>
          <p:nvPr/>
        </p:nvGrpSpPr>
        <p:grpSpPr bwMode="auto">
          <a:xfrm>
            <a:off x="3276600" y="388938"/>
            <a:ext cx="1371600" cy="838200"/>
            <a:chOff x="2544" y="245"/>
            <a:chExt cx="864" cy="528"/>
          </a:xfrm>
        </p:grpSpPr>
        <p:sp>
          <p:nvSpPr>
            <p:cNvPr id="39994" name="Oval 3"/>
            <p:cNvSpPr>
              <a:spLocks noChangeArrowheads="1"/>
            </p:cNvSpPr>
            <p:nvPr/>
          </p:nvSpPr>
          <p:spPr bwMode="auto">
            <a:xfrm>
              <a:off x="2544" y="245"/>
              <a:ext cx="864" cy="528"/>
            </a:xfrm>
            <a:prstGeom prst="ellips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995" name="Text Box 5"/>
            <p:cNvSpPr txBox="1">
              <a:spLocks noChangeArrowheads="1"/>
            </p:cNvSpPr>
            <p:nvPr/>
          </p:nvSpPr>
          <p:spPr bwMode="auto">
            <a:xfrm>
              <a:off x="2592" y="288"/>
              <a:ext cx="76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Z=67.5</a:t>
              </a:r>
            </a:p>
          </p:txBody>
        </p:sp>
      </p:grp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304800" y="388938"/>
            <a:ext cx="2133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Z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INC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= infinity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Z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INC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= 75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Z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INC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= 74</a:t>
            </a:r>
          </a:p>
        </p:txBody>
      </p:sp>
      <p:cxnSp>
        <p:nvCxnSpPr>
          <p:cNvPr id="29726" name="AutoShape 30"/>
          <p:cNvCxnSpPr>
            <a:cxnSpLocks noChangeShapeType="1"/>
            <a:stCxn id="39994" idx="3"/>
            <a:endCxn id="39992" idx="0"/>
          </p:cNvCxnSpPr>
          <p:nvPr/>
        </p:nvCxnSpPr>
        <p:spPr bwMode="auto">
          <a:xfrm flipH="1">
            <a:off x="2286000" y="1119188"/>
            <a:ext cx="1192213" cy="10922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3" name="Group 87"/>
          <p:cNvGrpSpPr>
            <a:grpSpLocks/>
          </p:cNvGrpSpPr>
          <p:nvPr/>
        </p:nvGrpSpPr>
        <p:grpSpPr bwMode="auto">
          <a:xfrm>
            <a:off x="1600200" y="2225675"/>
            <a:ext cx="1371600" cy="838200"/>
            <a:chOff x="1488" y="1402"/>
            <a:chExt cx="864" cy="528"/>
          </a:xfrm>
        </p:grpSpPr>
        <p:sp>
          <p:nvSpPr>
            <p:cNvPr id="39992" name="Oval 31"/>
            <p:cNvSpPr>
              <a:spLocks noChangeArrowheads="1"/>
            </p:cNvSpPr>
            <p:nvPr/>
          </p:nvSpPr>
          <p:spPr bwMode="auto">
            <a:xfrm>
              <a:off x="1488" y="1402"/>
              <a:ext cx="864" cy="528"/>
            </a:xfrm>
            <a:prstGeom prst="ellips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993" name="Text Box 33"/>
            <p:cNvSpPr txBox="1">
              <a:spLocks noChangeArrowheads="1"/>
            </p:cNvSpPr>
            <p:nvPr/>
          </p:nvSpPr>
          <p:spPr bwMode="auto">
            <a:xfrm>
              <a:off x="1536" y="1440"/>
              <a:ext cx="72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Z=72.3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29730" name="Text Box 34"/>
          <p:cNvSpPr txBox="1">
            <a:spLocks noChangeArrowheads="1"/>
          </p:cNvSpPr>
          <p:nvPr/>
        </p:nvSpPr>
        <p:spPr bwMode="auto">
          <a:xfrm>
            <a:off x="2057400" y="1295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≤ 2</a:t>
            </a:r>
          </a:p>
        </p:txBody>
      </p:sp>
      <p:cxnSp>
        <p:nvCxnSpPr>
          <p:cNvPr id="29734" name="AutoShape 38"/>
          <p:cNvCxnSpPr>
            <a:cxnSpLocks noChangeShapeType="1"/>
            <a:stCxn id="39994" idx="5"/>
            <a:endCxn id="39990" idx="0"/>
          </p:cNvCxnSpPr>
          <p:nvPr/>
        </p:nvCxnSpPr>
        <p:spPr bwMode="auto">
          <a:xfrm>
            <a:off x="4446588" y="1119188"/>
            <a:ext cx="1344612" cy="11604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4" name="Group 88"/>
          <p:cNvGrpSpPr>
            <a:grpSpLocks/>
          </p:cNvGrpSpPr>
          <p:nvPr/>
        </p:nvGrpSpPr>
        <p:grpSpPr bwMode="auto">
          <a:xfrm>
            <a:off x="5105400" y="2293938"/>
            <a:ext cx="1371600" cy="838200"/>
            <a:chOff x="3696" y="1445"/>
            <a:chExt cx="864" cy="528"/>
          </a:xfrm>
        </p:grpSpPr>
        <p:sp>
          <p:nvSpPr>
            <p:cNvPr id="39990" name="Oval 39"/>
            <p:cNvSpPr>
              <a:spLocks noChangeArrowheads="1"/>
            </p:cNvSpPr>
            <p:nvPr/>
          </p:nvSpPr>
          <p:spPr bwMode="auto">
            <a:xfrm>
              <a:off x="3696" y="1445"/>
              <a:ext cx="864" cy="528"/>
            </a:xfrm>
            <a:prstGeom prst="ellips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991" name="Text Box 41"/>
            <p:cNvSpPr txBox="1">
              <a:spLocks noChangeArrowheads="1"/>
            </p:cNvSpPr>
            <p:nvPr/>
          </p:nvSpPr>
          <p:spPr bwMode="auto">
            <a:xfrm>
              <a:off x="3792" y="1488"/>
              <a:ext cx="72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Z=69.8</a:t>
              </a:r>
            </a:p>
          </p:txBody>
        </p:sp>
      </p:grpSp>
      <p:sp>
        <p:nvSpPr>
          <p:cNvPr id="29738" name="Text Box 42"/>
          <p:cNvSpPr txBox="1">
            <a:spLocks noChangeArrowheads="1"/>
          </p:cNvSpPr>
          <p:nvPr/>
        </p:nvSpPr>
        <p:spPr bwMode="auto">
          <a:xfrm>
            <a:off x="5105400" y="1295400"/>
            <a:ext cx="106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  <a:sym typeface="Symbol" pitchFamily="18" charset="2"/>
              </a:rPr>
              <a:t>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3</a:t>
            </a:r>
          </a:p>
        </p:txBody>
      </p:sp>
      <p:cxnSp>
        <p:nvCxnSpPr>
          <p:cNvPr id="29741" name="AutoShape 45"/>
          <p:cNvCxnSpPr>
            <a:cxnSpLocks noChangeShapeType="1"/>
            <a:stCxn id="39992" idx="3"/>
            <a:endCxn id="39988" idx="0"/>
          </p:cNvCxnSpPr>
          <p:nvPr/>
        </p:nvCxnSpPr>
        <p:spPr bwMode="auto">
          <a:xfrm flipH="1">
            <a:off x="1371600" y="2955925"/>
            <a:ext cx="430213" cy="12287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5" name="Group 89"/>
          <p:cNvGrpSpPr>
            <a:grpSpLocks/>
          </p:cNvGrpSpPr>
          <p:nvPr/>
        </p:nvGrpSpPr>
        <p:grpSpPr bwMode="auto">
          <a:xfrm>
            <a:off x="685800" y="4198938"/>
            <a:ext cx="1371600" cy="838200"/>
            <a:chOff x="912" y="2645"/>
            <a:chExt cx="864" cy="528"/>
          </a:xfrm>
        </p:grpSpPr>
        <p:sp>
          <p:nvSpPr>
            <p:cNvPr id="39988" name="Oval 46"/>
            <p:cNvSpPr>
              <a:spLocks noChangeArrowheads="1"/>
            </p:cNvSpPr>
            <p:nvPr/>
          </p:nvSpPr>
          <p:spPr bwMode="auto">
            <a:xfrm flipH="1">
              <a:off x="912" y="2645"/>
              <a:ext cx="864" cy="528"/>
            </a:xfrm>
            <a:prstGeom prst="ellips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989" name="Text Box 48"/>
            <p:cNvSpPr txBox="1">
              <a:spLocks noChangeArrowheads="1"/>
            </p:cNvSpPr>
            <p:nvPr/>
          </p:nvSpPr>
          <p:spPr bwMode="auto">
            <a:xfrm>
              <a:off x="1008" y="2736"/>
              <a:ext cx="72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Z=77.8</a:t>
              </a:r>
            </a:p>
          </p:txBody>
        </p:sp>
      </p:grpSp>
      <p:sp>
        <p:nvSpPr>
          <p:cNvPr id="29745" name="Text Box 49"/>
          <p:cNvSpPr txBox="1">
            <a:spLocks noChangeArrowheads="1"/>
          </p:cNvSpPr>
          <p:nvPr/>
        </p:nvSpPr>
        <p:spPr bwMode="auto">
          <a:xfrm>
            <a:off x="685800" y="3276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≤ 4</a:t>
            </a:r>
          </a:p>
        </p:txBody>
      </p:sp>
      <p:cxnSp>
        <p:nvCxnSpPr>
          <p:cNvPr id="29748" name="AutoShape 52"/>
          <p:cNvCxnSpPr>
            <a:cxnSpLocks noChangeShapeType="1"/>
            <a:stCxn id="39990" idx="3"/>
            <a:endCxn id="39982" idx="0"/>
          </p:cNvCxnSpPr>
          <p:nvPr/>
        </p:nvCxnSpPr>
        <p:spPr bwMode="auto">
          <a:xfrm flipH="1">
            <a:off x="4800600" y="3024188"/>
            <a:ext cx="506413" cy="12144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29752" name="Text Box 56"/>
          <p:cNvSpPr txBox="1">
            <a:spLocks noChangeArrowheads="1"/>
          </p:cNvSpPr>
          <p:nvPr/>
        </p:nvSpPr>
        <p:spPr bwMode="auto">
          <a:xfrm>
            <a:off x="4191000" y="3565525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3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≤ 3</a:t>
            </a:r>
          </a:p>
        </p:txBody>
      </p:sp>
      <p:cxnSp>
        <p:nvCxnSpPr>
          <p:cNvPr id="29755" name="AutoShape 59"/>
          <p:cNvCxnSpPr>
            <a:cxnSpLocks noChangeShapeType="1"/>
            <a:stCxn id="39984" idx="3"/>
            <a:endCxn id="39986" idx="0"/>
          </p:cNvCxnSpPr>
          <p:nvPr/>
        </p:nvCxnSpPr>
        <p:spPr bwMode="auto">
          <a:xfrm flipH="1">
            <a:off x="2133600" y="4929188"/>
            <a:ext cx="582613" cy="7794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1447800" y="5722938"/>
            <a:ext cx="1371600" cy="838200"/>
            <a:chOff x="1392" y="3605"/>
            <a:chExt cx="864" cy="528"/>
          </a:xfrm>
        </p:grpSpPr>
        <p:sp>
          <p:nvSpPr>
            <p:cNvPr id="39986" name="Oval 60"/>
            <p:cNvSpPr>
              <a:spLocks noChangeArrowheads="1"/>
            </p:cNvSpPr>
            <p:nvPr/>
          </p:nvSpPr>
          <p:spPr bwMode="auto">
            <a:xfrm flipH="1">
              <a:off x="1392" y="3605"/>
              <a:ext cx="864" cy="528"/>
            </a:xfrm>
            <a:prstGeom prst="ellips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987" name="Text Box 62"/>
            <p:cNvSpPr txBox="1">
              <a:spLocks noChangeArrowheads="1"/>
            </p:cNvSpPr>
            <p:nvPr/>
          </p:nvSpPr>
          <p:spPr bwMode="auto">
            <a:xfrm>
              <a:off x="1488" y="3696"/>
              <a:ext cx="72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Z=74.0</a:t>
              </a:r>
            </a:p>
          </p:txBody>
        </p:sp>
      </p:grpSp>
      <p:sp>
        <p:nvSpPr>
          <p:cNvPr id="29759" name="Text Box 63"/>
          <p:cNvSpPr txBox="1">
            <a:spLocks noChangeArrowheads="1"/>
          </p:cNvSpPr>
          <p:nvPr/>
        </p:nvSpPr>
        <p:spPr bwMode="auto">
          <a:xfrm>
            <a:off x="1524000" y="51816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3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≤ 1</a:t>
            </a:r>
          </a:p>
        </p:txBody>
      </p:sp>
      <p:cxnSp>
        <p:nvCxnSpPr>
          <p:cNvPr id="29762" name="AutoShape 66"/>
          <p:cNvCxnSpPr>
            <a:cxnSpLocks noChangeShapeType="1"/>
            <a:stCxn id="39992" idx="5"/>
            <a:endCxn id="39984" idx="0"/>
          </p:cNvCxnSpPr>
          <p:nvPr/>
        </p:nvCxnSpPr>
        <p:spPr bwMode="auto">
          <a:xfrm>
            <a:off x="2770188" y="2955925"/>
            <a:ext cx="430212" cy="12287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90"/>
          <p:cNvGrpSpPr>
            <a:grpSpLocks/>
          </p:cNvGrpSpPr>
          <p:nvPr/>
        </p:nvGrpSpPr>
        <p:grpSpPr bwMode="auto">
          <a:xfrm>
            <a:off x="2514600" y="4198938"/>
            <a:ext cx="1371600" cy="838200"/>
            <a:chOff x="2064" y="2645"/>
            <a:chExt cx="864" cy="528"/>
          </a:xfrm>
        </p:grpSpPr>
        <p:sp>
          <p:nvSpPr>
            <p:cNvPr id="39984" name="Oval 67"/>
            <p:cNvSpPr>
              <a:spLocks noChangeArrowheads="1"/>
            </p:cNvSpPr>
            <p:nvPr/>
          </p:nvSpPr>
          <p:spPr bwMode="auto">
            <a:xfrm>
              <a:off x="2064" y="2645"/>
              <a:ext cx="864" cy="528"/>
            </a:xfrm>
            <a:prstGeom prst="ellips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985" name="Text Box 69"/>
            <p:cNvSpPr txBox="1">
              <a:spLocks noChangeArrowheads="1"/>
            </p:cNvSpPr>
            <p:nvPr/>
          </p:nvSpPr>
          <p:spPr bwMode="auto">
            <a:xfrm>
              <a:off x="2160" y="2736"/>
              <a:ext cx="72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Z=73.2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29766" name="Text Box 70"/>
          <p:cNvSpPr txBox="1">
            <a:spLocks noChangeArrowheads="1"/>
          </p:cNvSpPr>
          <p:nvPr/>
        </p:nvSpPr>
        <p:spPr bwMode="auto">
          <a:xfrm>
            <a:off x="29718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  <a:sym typeface="Symbol" pitchFamily="18" charset="2"/>
              </a:rPr>
              <a:t>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5</a:t>
            </a:r>
          </a:p>
        </p:txBody>
      </p:sp>
      <p:cxnSp>
        <p:nvCxnSpPr>
          <p:cNvPr id="29769" name="AutoShape 73"/>
          <p:cNvCxnSpPr>
            <a:cxnSpLocks noChangeShapeType="1"/>
            <a:stCxn id="39990" idx="5"/>
            <a:endCxn id="39980" idx="0"/>
          </p:cNvCxnSpPr>
          <p:nvPr/>
        </p:nvCxnSpPr>
        <p:spPr bwMode="auto">
          <a:xfrm>
            <a:off x="6275388" y="3024188"/>
            <a:ext cx="506412" cy="11604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8" name="Group 91"/>
          <p:cNvGrpSpPr>
            <a:grpSpLocks/>
          </p:cNvGrpSpPr>
          <p:nvPr/>
        </p:nvGrpSpPr>
        <p:grpSpPr bwMode="auto">
          <a:xfrm>
            <a:off x="4114800" y="4252913"/>
            <a:ext cx="1371600" cy="838200"/>
            <a:chOff x="3072" y="2679"/>
            <a:chExt cx="864" cy="528"/>
          </a:xfrm>
        </p:grpSpPr>
        <p:sp>
          <p:nvSpPr>
            <p:cNvPr id="39982" name="Oval 53"/>
            <p:cNvSpPr>
              <a:spLocks noChangeArrowheads="1"/>
            </p:cNvSpPr>
            <p:nvPr/>
          </p:nvSpPr>
          <p:spPr bwMode="auto">
            <a:xfrm flipH="1">
              <a:off x="3072" y="2679"/>
              <a:ext cx="864" cy="528"/>
            </a:xfrm>
            <a:prstGeom prst="ellips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983" name="Text Box 55"/>
            <p:cNvSpPr txBox="1">
              <a:spLocks noChangeArrowheads="1"/>
            </p:cNvSpPr>
            <p:nvPr/>
          </p:nvSpPr>
          <p:spPr bwMode="auto">
            <a:xfrm>
              <a:off x="3168" y="2736"/>
              <a:ext cx="72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Z=75.0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9" name="Group 95"/>
          <p:cNvGrpSpPr>
            <a:grpSpLocks/>
          </p:cNvGrpSpPr>
          <p:nvPr/>
        </p:nvGrpSpPr>
        <p:grpSpPr bwMode="auto">
          <a:xfrm>
            <a:off x="6096000" y="4198938"/>
            <a:ext cx="1371600" cy="838200"/>
            <a:chOff x="4320" y="2645"/>
            <a:chExt cx="864" cy="528"/>
          </a:xfrm>
        </p:grpSpPr>
        <p:sp>
          <p:nvSpPr>
            <p:cNvPr id="39980" name="Oval 74"/>
            <p:cNvSpPr>
              <a:spLocks noChangeArrowheads="1"/>
            </p:cNvSpPr>
            <p:nvPr/>
          </p:nvSpPr>
          <p:spPr bwMode="auto">
            <a:xfrm>
              <a:off x="4320" y="2645"/>
              <a:ext cx="864" cy="528"/>
            </a:xfrm>
            <a:prstGeom prst="ellips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981" name="Text Box 76"/>
            <p:cNvSpPr txBox="1">
              <a:spLocks noChangeArrowheads="1"/>
            </p:cNvSpPr>
            <p:nvPr/>
          </p:nvSpPr>
          <p:spPr bwMode="auto">
            <a:xfrm>
              <a:off x="4416" y="2736"/>
              <a:ext cx="72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Z=76.2</a:t>
              </a:r>
            </a:p>
          </p:txBody>
        </p:sp>
      </p:grpSp>
      <p:sp>
        <p:nvSpPr>
          <p:cNvPr id="29773" name="Text Box 77"/>
          <p:cNvSpPr txBox="1">
            <a:spLocks noChangeArrowheads="1"/>
          </p:cNvSpPr>
          <p:nvPr/>
        </p:nvSpPr>
        <p:spPr bwMode="auto">
          <a:xfrm>
            <a:off x="6629400" y="35052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3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  <a:sym typeface="Symbol" pitchFamily="18" charset="2"/>
              </a:rPr>
              <a:t>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4</a:t>
            </a:r>
          </a:p>
        </p:txBody>
      </p:sp>
      <p:cxnSp>
        <p:nvCxnSpPr>
          <p:cNvPr id="29776" name="AutoShape 80"/>
          <p:cNvCxnSpPr>
            <a:cxnSpLocks noChangeShapeType="1"/>
            <a:stCxn id="39984" idx="5"/>
            <a:endCxn id="39978" idx="0"/>
          </p:cNvCxnSpPr>
          <p:nvPr/>
        </p:nvCxnSpPr>
        <p:spPr bwMode="auto">
          <a:xfrm>
            <a:off x="3684588" y="4929188"/>
            <a:ext cx="582612" cy="77946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0" name="Group 94"/>
          <p:cNvGrpSpPr>
            <a:grpSpLocks/>
          </p:cNvGrpSpPr>
          <p:nvPr/>
        </p:nvGrpSpPr>
        <p:grpSpPr bwMode="auto">
          <a:xfrm>
            <a:off x="3581400" y="5722938"/>
            <a:ext cx="1371600" cy="838200"/>
            <a:chOff x="2736" y="3605"/>
            <a:chExt cx="864" cy="528"/>
          </a:xfrm>
        </p:grpSpPr>
        <p:sp>
          <p:nvSpPr>
            <p:cNvPr id="39978" name="Oval 82"/>
            <p:cNvSpPr>
              <a:spLocks noChangeArrowheads="1"/>
            </p:cNvSpPr>
            <p:nvPr/>
          </p:nvSpPr>
          <p:spPr bwMode="auto">
            <a:xfrm>
              <a:off x="2736" y="3605"/>
              <a:ext cx="864" cy="528"/>
            </a:xfrm>
            <a:prstGeom prst="ellipse">
              <a:avLst/>
            </a:prstGeom>
            <a:noFill/>
            <a:ln w="28575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9979" name="Text Box 84"/>
            <p:cNvSpPr txBox="1">
              <a:spLocks noChangeArrowheads="1"/>
            </p:cNvSpPr>
            <p:nvPr/>
          </p:nvSpPr>
          <p:spPr bwMode="auto">
            <a:xfrm>
              <a:off x="2832" y="3696"/>
              <a:ext cx="72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Z=74.8</a:t>
              </a:r>
            </a:p>
          </p:txBody>
        </p:sp>
      </p:grpSp>
      <p:sp>
        <p:nvSpPr>
          <p:cNvPr id="29781" name="Text Box 85"/>
          <p:cNvSpPr txBox="1">
            <a:spLocks noChangeArrowheads="1"/>
          </p:cNvSpPr>
          <p:nvPr/>
        </p:nvSpPr>
        <p:spPr bwMode="auto">
          <a:xfrm>
            <a:off x="3124200" y="518160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-2500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3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  <a:sym typeface="Symbol" pitchFamily="18" charset="2"/>
              </a:rPr>
              <a:t>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2</a:t>
            </a:r>
          </a:p>
        </p:txBody>
      </p:sp>
      <p:sp>
        <p:nvSpPr>
          <p:cNvPr id="29792" name="Line 96"/>
          <p:cNvSpPr>
            <a:spLocks noChangeShapeType="1"/>
          </p:cNvSpPr>
          <p:nvPr/>
        </p:nvSpPr>
        <p:spPr bwMode="auto">
          <a:xfrm>
            <a:off x="6096000" y="4191000"/>
            <a:ext cx="1371600" cy="838200"/>
          </a:xfrm>
          <a:prstGeom prst="line">
            <a:avLst/>
          </a:prstGeom>
          <a:noFill/>
          <a:ln w="285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9794" name="Line 98"/>
          <p:cNvSpPr>
            <a:spLocks noChangeShapeType="1"/>
          </p:cNvSpPr>
          <p:nvPr/>
        </p:nvSpPr>
        <p:spPr bwMode="auto">
          <a:xfrm>
            <a:off x="685800" y="4191000"/>
            <a:ext cx="1371600" cy="838200"/>
          </a:xfrm>
          <a:prstGeom prst="line">
            <a:avLst/>
          </a:prstGeom>
          <a:noFill/>
          <a:ln w="285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9795" name="Line 99"/>
          <p:cNvSpPr>
            <a:spLocks noChangeShapeType="1"/>
          </p:cNvSpPr>
          <p:nvPr/>
        </p:nvSpPr>
        <p:spPr bwMode="auto">
          <a:xfrm>
            <a:off x="1447800" y="5715000"/>
            <a:ext cx="1371600" cy="838200"/>
          </a:xfrm>
          <a:prstGeom prst="line">
            <a:avLst/>
          </a:prstGeom>
          <a:noFill/>
          <a:ln w="285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9796" name="Line 100"/>
          <p:cNvSpPr>
            <a:spLocks noChangeShapeType="1"/>
          </p:cNvSpPr>
          <p:nvPr/>
        </p:nvSpPr>
        <p:spPr bwMode="auto">
          <a:xfrm>
            <a:off x="3581400" y="5791200"/>
            <a:ext cx="1371600" cy="838200"/>
          </a:xfrm>
          <a:prstGeom prst="line">
            <a:avLst/>
          </a:prstGeom>
          <a:noFill/>
          <a:ln w="285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9797" name="Line 101"/>
          <p:cNvSpPr>
            <a:spLocks noChangeShapeType="1"/>
          </p:cNvSpPr>
          <p:nvPr/>
        </p:nvSpPr>
        <p:spPr bwMode="auto">
          <a:xfrm>
            <a:off x="4114800" y="4267200"/>
            <a:ext cx="1371600" cy="838200"/>
          </a:xfrm>
          <a:prstGeom prst="line">
            <a:avLst/>
          </a:prstGeom>
          <a:noFill/>
          <a:ln w="28575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1" name="Text Box 34"/>
          <p:cNvSpPr txBox="1">
            <a:spLocks noChangeArrowheads="1"/>
          </p:cNvSpPr>
          <p:nvPr/>
        </p:nvSpPr>
        <p:spPr bwMode="auto">
          <a:xfrm>
            <a:off x="3429000" y="761999"/>
            <a:ext cx="1143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(2.7, 4.1, 3)</a:t>
            </a:r>
          </a:p>
        </p:txBody>
      </p:sp>
      <p:sp>
        <p:nvSpPr>
          <p:cNvPr id="52" name="Text Box 34"/>
          <p:cNvSpPr txBox="1">
            <a:spLocks noChangeArrowheads="1"/>
          </p:cNvSpPr>
          <p:nvPr/>
        </p:nvSpPr>
        <p:spPr bwMode="auto">
          <a:xfrm>
            <a:off x="1722438" y="2590800"/>
            <a:ext cx="10969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(2, 4.3, 3)</a:t>
            </a: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5227638" y="2667000"/>
            <a:ext cx="10969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(3, 5, 3.4)</a:t>
            </a:r>
          </a:p>
        </p:txBody>
      </p:sp>
      <p:sp>
        <p:nvSpPr>
          <p:cNvPr id="54" name="Text Box 34"/>
          <p:cNvSpPr txBox="1">
            <a:spLocks noChangeArrowheads="1"/>
          </p:cNvSpPr>
          <p:nvPr/>
        </p:nvSpPr>
        <p:spPr bwMode="auto">
          <a:xfrm>
            <a:off x="4267200" y="4648200"/>
            <a:ext cx="10969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(3, 5, 3)</a:t>
            </a:r>
          </a:p>
        </p:txBody>
      </p:sp>
      <p:sp>
        <p:nvSpPr>
          <p:cNvPr id="55" name="Text Box 34"/>
          <p:cNvSpPr txBox="1">
            <a:spLocks noChangeArrowheads="1"/>
          </p:cNvSpPr>
          <p:nvPr/>
        </p:nvSpPr>
        <p:spPr bwMode="auto">
          <a:xfrm>
            <a:off x="6294438" y="4648200"/>
            <a:ext cx="10969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(4, 4.4, 4)</a:t>
            </a:r>
          </a:p>
        </p:txBody>
      </p:sp>
      <p:sp>
        <p:nvSpPr>
          <p:cNvPr id="56" name="Text Box 34"/>
          <p:cNvSpPr txBox="1">
            <a:spLocks noChangeArrowheads="1"/>
          </p:cNvSpPr>
          <p:nvPr/>
        </p:nvSpPr>
        <p:spPr bwMode="auto">
          <a:xfrm>
            <a:off x="2667000" y="4648200"/>
            <a:ext cx="10969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(1, 5, 1.8)</a:t>
            </a:r>
          </a:p>
        </p:txBody>
      </p:sp>
      <p:sp>
        <p:nvSpPr>
          <p:cNvPr id="57" name="Text Box 34"/>
          <p:cNvSpPr txBox="1">
            <a:spLocks noChangeArrowheads="1"/>
          </p:cNvSpPr>
          <p:nvPr/>
        </p:nvSpPr>
        <p:spPr bwMode="auto">
          <a:xfrm>
            <a:off x="838200" y="4648200"/>
            <a:ext cx="10969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(2, 4, 5.3)</a:t>
            </a:r>
          </a:p>
        </p:txBody>
      </p:sp>
      <p:sp>
        <p:nvSpPr>
          <p:cNvPr id="58" name="Text Box 34"/>
          <p:cNvSpPr txBox="1">
            <a:spLocks noChangeArrowheads="1"/>
          </p:cNvSpPr>
          <p:nvPr/>
        </p:nvSpPr>
        <p:spPr bwMode="auto">
          <a:xfrm>
            <a:off x="1600200" y="6169025"/>
            <a:ext cx="10969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(2, 5, 1)</a:t>
            </a:r>
          </a:p>
        </p:txBody>
      </p:sp>
      <p:sp>
        <p:nvSpPr>
          <p:cNvPr id="59" name="Text Box 34"/>
          <p:cNvSpPr txBox="1">
            <a:spLocks noChangeArrowheads="1"/>
          </p:cNvSpPr>
          <p:nvPr/>
        </p:nvSpPr>
        <p:spPr bwMode="auto">
          <a:xfrm>
            <a:off x="3703638" y="6172200"/>
            <a:ext cx="10969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(2, 5.4, 2)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490709-9CC6-40C6-9BFF-A514CE477131}"/>
              </a:ext>
            </a:extLst>
          </p:cNvPr>
          <p:cNvSpPr/>
          <p:nvPr/>
        </p:nvSpPr>
        <p:spPr>
          <a:xfrm>
            <a:off x="5364480" y="0"/>
            <a:ext cx="3708298" cy="950577"/>
          </a:xfrm>
          <a:custGeom>
            <a:avLst/>
            <a:gdLst>
              <a:gd name="connsiteX0" fmla="*/ 192024 w 3708298"/>
              <a:gd name="connsiteY0" fmla="*/ 64008 h 950577"/>
              <a:gd name="connsiteX1" fmla="*/ 192024 w 3708298"/>
              <a:gd name="connsiteY1" fmla="*/ 64008 h 950577"/>
              <a:gd name="connsiteX2" fmla="*/ 64008 w 3708298"/>
              <a:gd name="connsiteY2" fmla="*/ 356616 h 950577"/>
              <a:gd name="connsiteX3" fmla="*/ 0 w 3708298"/>
              <a:gd name="connsiteY3" fmla="*/ 475488 h 950577"/>
              <a:gd name="connsiteX4" fmla="*/ 9144 w 3708298"/>
              <a:gd name="connsiteY4" fmla="*/ 585216 h 950577"/>
              <a:gd name="connsiteX5" fmla="*/ 36576 w 3708298"/>
              <a:gd name="connsiteY5" fmla="*/ 594360 h 950577"/>
              <a:gd name="connsiteX6" fmla="*/ 100584 w 3708298"/>
              <a:gd name="connsiteY6" fmla="*/ 640080 h 950577"/>
              <a:gd name="connsiteX7" fmla="*/ 128016 w 3708298"/>
              <a:gd name="connsiteY7" fmla="*/ 649224 h 950577"/>
              <a:gd name="connsiteX8" fmla="*/ 164592 w 3708298"/>
              <a:gd name="connsiteY8" fmla="*/ 667512 h 950577"/>
              <a:gd name="connsiteX9" fmla="*/ 201168 w 3708298"/>
              <a:gd name="connsiteY9" fmla="*/ 731520 h 950577"/>
              <a:gd name="connsiteX10" fmla="*/ 210312 w 3708298"/>
              <a:gd name="connsiteY10" fmla="*/ 777240 h 950577"/>
              <a:gd name="connsiteX11" fmla="*/ 219456 w 3708298"/>
              <a:gd name="connsiteY11" fmla="*/ 813816 h 950577"/>
              <a:gd name="connsiteX12" fmla="*/ 246888 w 3708298"/>
              <a:gd name="connsiteY12" fmla="*/ 822960 h 950577"/>
              <a:gd name="connsiteX13" fmla="*/ 1316736 w 3708298"/>
              <a:gd name="connsiteY13" fmla="*/ 859536 h 950577"/>
              <a:gd name="connsiteX14" fmla="*/ 1435608 w 3708298"/>
              <a:gd name="connsiteY14" fmla="*/ 868680 h 950577"/>
              <a:gd name="connsiteX15" fmla="*/ 1481328 w 3708298"/>
              <a:gd name="connsiteY15" fmla="*/ 886968 h 950577"/>
              <a:gd name="connsiteX16" fmla="*/ 1764792 w 3708298"/>
              <a:gd name="connsiteY16" fmla="*/ 859536 h 950577"/>
              <a:gd name="connsiteX17" fmla="*/ 1874520 w 3708298"/>
              <a:gd name="connsiteY17" fmla="*/ 822960 h 950577"/>
              <a:gd name="connsiteX18" fmla="*/ 2066544 w 3708298"/>
              <a:gd name="connsiteY18" fmla="*/ 795528 h 950577"/>
              <a:gd name="connsiteX19" fmla="*/ 2322576 w 3708298"/>
              <a:gd name="connsiteY19" fmla="*/ 813816 h 950577"/>
              <a:gd name="connsiteX20" fmla="*/ 2386584 w 3708298"/>
              <a:gd name="connsiteY20" fmla="*/ 832104 h 950577"/>
              <a:gd name="connsiteX21" fmla="*/ 2432304 w 3708298"/>
              <a:gd name="connsiteY21" fmla="*/ 850392 h 950577"/>
              <a:gd name="connsiteX22" fmla="*/ 2478024 w 3708298"/>
              <a:gd name="connsiteY22" fmla="*/ 859536 h 950577"/>
              <a:gd name="connsiteX23" fmla="*/ 2633472 w 3708298"/>
              <a:gd name="connsiteY23" fmla="*/ 877824 h 950577"/>
              <a:gd name="connsiteX24" fmla="*/ 2715768 w 3708298"/>
              <a:gd name="connsiteY24" fmla="*/ 896112 h 950577"/>
              <a:gd name="connsiteX25" fmla="*/ 3044952 w 3708298"/>
              <a:gd name="connsiteY25" fmla="*/ 914400 h 950577"/>
              <a:gd name="connsiteX26" fmla="*/ 3081528 w 3708298"/>
              <a:gd name="connsiteY26" fmla="*/ 923544 h 950577"/>
              <a:gd name="connsiteX27" fmla="*/ 3364992 w 3708298"/>
              <a:gd name="connsiteY27" fmla="*/ 896112 h 950577"/>
              <a:gd name="connsiteX28" fmla="*/ 3419856 w 3708298"/>
              <a:gd name="connsiteY28" fmla="*/ 841248 h 950577"/>
              <a:gd name="connsiteX29" fmla="*/ 3438144 w 3708298"/>
              <a:gd name="connsiteY29" fmla="*/ 813816 h 950577"/>
              <a:gd name="connsiteX30" fmla="*/ 3465576 w 3708298"/>
              <a:gd name="connsiteY30" fmla="*/ 804672 h 950577"/>
              <a:gd name="connsiteX31" fmla="*/ 3493008 w 3708298"/>
              <a:gd name="connsiteY31" fmla="*/ 777240 h 950577"/>
              <a:gd name="connsiteX32" fmla="*/ 3547872 w 3708298"/>
              <a:gd name="connsiteY32" fmla="*/ 749808 h 950577"/>
              <a:gd name="connsiteX33" fmla="*/ 3575304 w 3708298"/>
              <a:gd name="connsiteY33" fmla="*/ 722376 h 950577"/>
              <a:gd name="connsiteX34" fmla="*/ 3639312 w 3708298"/>
              <a:gd name="connsiteY34" fmla="*/ 685800 h 950577"/>
              <a:gd name="connsiteX35" fmla="*/ 3666744 w 3708298"/>
              <a:gd name="connsiteY35" fmla="*/ 649224 h 950577"/>
              <a:gd name="connsiteX36" fmla="*/ 3630168 w 3708298"/>
              <a:gd name="connsiteY36" fmla="*/ 192024 h 950577"/>
              <a:gd name="connsiteX37" fmla="*/ 3602736 w 3708298"/>
              <a:gd name="connsiteY37" fmla="*/ 182880 h 950577"/>
              <a:gd name="connsiteX38" fmla="*/ 3547872 w 3708298"/>
              <a:gd name="connsiteY38" fmla="*/ 146304 h 950577"/>
              <a:gd name="connsiteX39" fmla="*/ 3520440 w 3708298"/>
              <a:gd name="connsiteY39" fmla="*/ 118872 h 950577"/>
              <a:gd name="connsiteX40" fmla="*/ 3493008 w 3708298"/>
              <a:gd name="connsiteY40" fmla="*/ 109728 h 950577"/>
              <a:gd name="connsiteX41" fmla="*/ 3438144 w 3708298"/>
              <a:gd name="connsiteY41" fmla="*/ 82296 h 950577"/>
              <a:gd name="connsiteX42" fmla="*/ 3419856 w 3708298"/>
              <a:gd name="connsiteY42" fmla="*/ 54864 h 950577"/>
              <a:gd name="connsiteX43" fmla="*/ 3355848 w 3708298"/>
              <a:gd name="connsiteY43" fmla="*/ 54864 h 950577"/>
              <a:gd name="connsiteX44" fmla="*/ 3328416 w 3708298"/>
              <a:gd name="connsiteY44" fmla="*/ 64008 h 950577"/>
              <a:gd name="connsiteX45" fmla="*/ 3300984 w 3708298"/>
              <a:gd name="connsiteY45" fmla="*/ 82296 h 950577"/>
              <a:gd name="connsiteX46" fmla="*/ 3264408 w 3708298"/>
              <a:gd name="connsiteY46" fmla="*/ 91440 h 950577"/>
              <a:gd name="connsiteX47" fmla="*/ 3236976 w 3708298"/>
              <a:gd name="connsiteY47" fmla="*/ 109728 h 950577"/>
              <a:gd name="connsiteX48" fmla="*/ 3209544 w 3708298"/>
              <a:gd name="connsiteY48" fmla="*/ 118872 h 950577"/>
              <a:gd name="connsiteX49" fmla="*/ 3127248 w 3708298"/>
              <a:gd name="connsiteY49" fmla="*/ 137160 h 950577"/>
              <a:gd name="connsiteX50" fmla="*/ 3099816 w 3708298"/>
              <a:gd name="connsiteY50" fmla="*/ 146304 h 950577"/>
              <a:gd name="connsiteX51" fmla="*/ 3063240 w 3708298"/>
              <a:gd name="connsiteY51" fmla="*/ 155448 h 950577"/>
              <a:gd name="connsiteX52" fmla="*/ 2350008 w 3708298"/>
              <a:gd name="connsiteY52" fmla="*/ 146304 h 950577"/>
              <a:gd name="connsiteX53" fmla="*/ 2258568 w 3708298"/>
              <a:gd name="connsiteY53" fmla="*/ 128016 h 950577"/>
              <a:gd name="connsiteX54" fmla="*/ 2157984 w 3708298"/>
              <a:gd name="connsiteY54" fmla="*/ 118872 h 950577"/>
              <a:gd name="connsiteX55" fmla="*/ 2075688 w 3708298"/>
              <a:gd name="connsiteY55" fmla="*/ 91440 h 950577"/>
              <a:gd name="connsiteX56" fmla="*/ 1993392 w 3708298"/>
              <a:gd name="connsiteY56" fmla="*/ 64008 h 950577"/>
              <a:gd name="connsiteX57" fmla="*/ 1901952 w 3708298"/>
              <a:gd name="connsiteY57" fmla="*/ 9144 h 950577"/>
              <a:gd name="connsiteX58" fmla="*/ 1865376 w 3708298"/>
              <a:gd name="connsiteY58" fmla="*/ 0 h 950577"/>
              <a:gd name="connsiteX59" fmla="*/ 1764792 w 3708298"/>
              <a:gd name="connsiteY59" fmla="*/ 18288 h 950577"/>
              <a:gd name="connsiteX60" fmla="*/ 1655064 w 3708298"/>
              <a:gd name="connsiteY60" fmla="*/ 45720 h 950577"/>
              <a:gd name="connsiteX61" fmla="*/ 1545336 w 3708298"/>
              <a:gd name="connsiteY61" fmla="*/ 82296 h 950577"/>
              <a:gd name="connsiteX62" fmla="*/ 1490472 w 3708298"/>
              <a:gd name="connsiteY62" fmla="*/ 109728 h 950577"/>
              <a:gd name="connsiteX63" fmla="*/ 1453896 w 3708298"/>
              <a:gd name="connsiteY63" fmla="*/ 118872 h 950577"/>
              <a:gd name="connsiteX64" fmla="*/ 1389888 w 3708298"/>
              <a:gd name="connsiteY64" fmla="*/ 146304 h 950577"/>
              <a:gd name="connsiteX65" fmla="*/ 1362456 w 3708298"/>
              <a:gd name="connsiteY65" fmla="*/ 164592 h 950577"/>
              <a:gd name="connsiteX66" fmla="*/ 1307592 w 3708298"/>
              <a:gd name="connsiteY66" fmla="*/ 182880 h 950577"/>
              <a:gd name="connsiteX67" fmla="*/ 1271016 w 3708298"/>
              <a:gd name="connsiteY67" fmla="*/ 210312 h 950577"/>
              <a:gd name="connsiteX68" fmla="*/ 1243584 w 3708298"/>
              <a:gd name="connsiteY68" fmla="*/ 219456 h 950577"/>
              <a:gd name="connsiteX69" fmla="*/ 1216152 w 3708298"/>
              <a:gd name="connsiteY69" fmla="*/ 237744 h 950577"/>
              <a:gd name="connsiteX70" fmla="*/ 1042416 w 3708298"/>
              <a:gd name="connsiteY70" fmla="*/ 228600 h 950577"/>
              <a:gd name="connsiteX71" fmla="*/ 950976 w 3708298"/>
              <a:gd name="connsiteY71" fmla="*/ 182880 h 950577"/>
              <a:gd name="connsiteX72" fmla="*/ 886968 w 3708298"/>
              <a:gd name="connsiteY72" fmla="*/ 155448 h 950577"/>
              <a:gd name="connsiteX73" fmla="*/ 841248 w 3708298"/>
              <a:gd name="connsiteY73" fmla="*/ 137160 h 950577"/>
              <a:gd name="connsiteX74" fmla="*/ 804672 w 3708298"/>
              <a:gd name="connsiteY74" fmla="*/ 128016 h 950577"/>
              <a:gd name="connsiteX75" fmla="*/ 740664 w 3708298"/>
              <a:gd name="connsiteY75" fmla="*/ 100584 h 950577"/>
              <a:gd name="connsiteX76" fmla="*/ 612648 w 3708298"/>
              <a:gd name="connsiteY76" fmla="*/ 73152 h 950577"/>
              <a:gd name="connsiteX77" fmla="*/ 228600 w 3708298"/>
              <a:gd name="connsiteY77" fmla="*/ 82296 h 950577"/>
              <a:gd name="connsiteX78" fmla="*/ 192024 w 3708298"/>
              <a:gd name="connsiteY78" fmla="*/ 64008 h 95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08298" h="950577">
                <a:moveTo>
                  <a:pt x="192024" y="64008"/>
                </a:moveTo>
                <a:lnTo>
                  <a:pt x="192024" y="64008"/>
                </a:lnTo>
                <a:cubicBezTo>
                  <a:pt x="159926" y="240549"/>
                  <a:pt x="191990" y="127595"/>
                  <a:pt x="64008" y="356616"/>
                </a:cubicBezTo>
                <a:cubicBezTo>
                  <a:pt x="42054" y="395901"/>
                  <a:pt x="0" y="475488"/>
                  <a:pt x="0" y="475488"/>
                </a:cubicBezTo>
                <a:cubicBezTo>
                  <a:pt x="3048" y="512064"/>
                  <a:pt x="-1650" y="550136"/>
                  <a:pt x="9144" y="585216"/>
                </a:cubicBezTo>
                <a:cubicBezTo>
                  <a:pt x="11979" y="594428"/>
                  <a:pt x="27955" y="590049"/>
                  <a:pt x="36576" y="594360"/>
                </a:cubicBezTo>
                <a:cubicBezTo>
                  <a:pt x="64881" y="608512"/>
                  <a:pt x="71591" y="623512"/>
                  <a:pt x="100584" y="640080"/>
                </a:cubicBezTo>
                <a:cubicBezTo>
                  <a:pt x="108953" y="644862"/>
                  <a:pt x="119157" y="645427"/>
                  <a:pt x="128016" y="649224"/>
                </a:cubicBezTo>
                <a:cubicBezTo>
                  <a:pt x="140545" y="654594"/>
                  <a:pt x="152400" y="661416"/>
                  <a:pt x="164592" y="667512"/>
                </a:cubicBezTo>
                <a:cubicBezTo>
                  <a:pt x="177970" y="687579"/>
                  <a:pt x="193434" y="708317"/>
                  <a:pt x="201168" y="731520"/>
                </a:cubicBezTo>
                <a:cubicBezTo>
                  <a:pt x="206083" y="746264"/>
                  <a:pt x="206941" y="762068"/>
                  <a:pt x="210312" y="777240"/>
                </a:cubicBezTo>
                <a:cubicBezTo>
                  <a:pt x="213038" y="789508"/>
                  <a:pt x="211605" y="804003"/>
                  <a:pt x="219456" y="813816"/>
                </a:cubicBezTo>
                <a:cubicBezTo>
                  <a:pt x="225477" y="821342"/>
                  <a:pt x="237744" y="819912"/>
                  <a:pt x="246888" y="822960"/>
                </a:cubicBezTo>
                <a:cubicBezTo>
                  <a:pt x="520308" y="1096380"/>
                  <a:pt x="253909" y="842799"/>
                  <a:pt x="1316736" y="859536"/>
                </a:cubicBezTo>
                <a:cubicBezTo>
                  <a:pt x="1356472" y="860162"/>
                  <a:pt x="1395984" y="865632"/>
                  <a:pt x="1435608" y="868680"/>
                </a:cubicBezTo>
                <a:cubicBezTo>
                  <a:pt x="1450848" y="874776"/>
                  <a:pt x="1464914" y="886968"/>
                  <a:pt x="1481328" y="886968"/>
                </a:cubicBezTo>
                <a:cubicBezTo>
                  <a:pt x="1552787" y="886968"/>
                  <a:pt x="1678854" y="870278"/>
                  <a:pt x="1764792" y="859536"/>
                </a:cubicBezTo>
                <a:cubicBezTo>
                  <a:pt x="1801368" y="847344"/>
                  <a:pt x="1836263" y="827742"/>
                  <a:pt x="1874520" y="822960"/>
                </a:cubicBezTo>
                <a:cubicBezTo>
                  <a:pt x="1987453" y="808843"/>
                  <a:pt x="1923384" y="817553"/>
                  <a:pt x="2066544" y="795528"/>
                </a:cubicBezTo>
                <a:cubicBezTo>
                  <a:pt x="2191686" y="801216"/>
                  <a:pt x="2227614" y="794824"/>
                  <a:pt x="2322576" y="813816"/>
                </a:cubicBezTo>
                <a:cubicBezTo>
                  <a:pt x="2343164" y="817934"/>
                  <a:pt x="2366664" y="824634"/>
                  <a:pt x="2386584" y="832104"/>
                </a:cubicBezTo>
                <a:cubicBezTo>
                  <a:pt x="2401953" y="837867"/>
                  <a:pt x="2416582" y="845675"/>
                  <a:pt x="2432304" y="850392"/>
                </a:cubicBezTo>
                <a:cubicBezTo>
                  <a:pt x="2447190" y="854858"/>
                  <a:pt x="2462625" y="857436"/>
                  <a:pt x="2478024" y="859536"/>
                </a:cubicBezTo>
                <a:cubicBezTo>
                  <a:pt x="2529719" y="866585"/>
                  <a:pt x="2581905" y="869891"/>
                  <a:pt x="2633472" y="877824"/>
                </a:cubicBezTo>
                <a:cubicBezTo>
                  <a:pt x="2661246" y="882097"/>
                  <a:pt x="2687777" y="893624"/>
                  <a:pt x="2715768" y="896112"/>
                </a:cubicBezTo>
                <a:cubicBezTo>
                  <a:pt x="2825234" y="905842"/>
                  <a:pt x="2935224" y="908304"/>
                  <a:pt x="3044952" y="914400"/>
                </a:cubicBezTo>
                <a:cubicBezTo>
                  <a:pt x="3057144" y="917448"/>
                  <a:pt x="3068967" y="923937"/>
                  <a:pt x="3081528" y="923544"/>
                </a:cubicBezTo>
                <a:cubicBezTo>
                  <a:pt x="3311842" y="916347"/>
                  <a:pt x="3260370" y="930986"/>
                  <a:pt x="3364992" y="896112"/>
                </a:cubicBezTo>
                <a:cubicBezTo>
                  <a:pt x="3383280" y="877824"/>
                  <a:pt x="3405510" y="862767"/>
                  <a:pt x="3419856" y="841248"/>
                </a:cubicBezTo>
                <a:cubicBezTo>
                  <a:pt x="3425952" y="832104"/>
                  <a:pt x="3429562" y="820681"/>
                  <a:pt x="3438144" y="813816"/>
                </a:cubicBezTo>
                <a:cubicBezTo>
                  <a:pt x="3445670" y="807795"/>
                  <a:pt x="3456432" y="807720"/>
                  <a:pt x="3465576" y="804672"/>
                </a:cubicBezTo>
                <a:cubicBezTo>
                  <a:pt x="3474720" y="795528"/>
                  <a:pt x="3482248" y="784413"/>
                  <a:pt x="3493008" y="777240"/>
                </a:cubicBezTo>
                <a:cubicBezTo>
                  <a:pt x="3575488" y="722253"/>
                  <a:pt x="3461543" y="821749"/>
                  <a:pt x="3547872" y="749808"/>
                </a:cubicBezTo>
                <a:cubicBezTo>
                  <a:pt x="3557806" y="741529"/>
                  <a:pt x="3565370" y="730655"/>
                  <a:pt x="3575304" y="722376"/>
                </a:cubicBezTo>
                <a:cubicBezTo>
                  <a:pt x="3594691" y="706220"/>
                  <a:pt x="3616953" y="696980"/>
                  <a:pt x="3639312" y="685800"/>
                </a:cubicBezTo>
                <a:cubicBezTo>
                  <a:pt x="3648456" y="673608"/>
                  <a:pt x="3666158" y="664453"/>
                  <a:pt x="3666744" y="649224"/>
                </a:cubicBezTo>
                <a:cubicBezTo>
                  <a:pt x="3671050" y="537261"/>
                  <a:pt x="3778331" y="266106"/>
                  <a:pt x="3630168" y="192024"/>
                </a:cubicBezTo>
                <a:cubicBezTo>
                  <a:pt x="3621547" y="187713"/>
                  <a:pt x="3611880" y="185928"/>
                  <a:pt x="3602736" y="182880"/>
                </a:cubicBezTo>
                <a:cubicBezTo>
                  <a:pt x="3515225" y="95369"/>
                  <a:pt x="3627272" y="199237"/>
                  <a:pt x="3547872" y="146304"/>
                </a:cubicBezTo>
                <a:cubicBezTo>
                  <a:pt x="3537112" y="139131"/>
                  <a:pt x="3531200" y="126045"/>
                  <a:pt x="3520440" y="118872"/>
                </a:cubicBezTo>
                <a:cubicBezTo>
                  <a:pt x="3512420" y="113525"/>
                  <a:pt x="3501629" y="114039"/>
                  <a:pt x="3493008" y="109728"/>
                </a:cubicBezTo>
                <a:cubicBezTo>
                  <a:pt x="3422104" y="74276"/>
                  <a:pt x="3507095" y="105280"/>
                  <a:pt x="3438144" y="82296"/>
                </a:cubicBezTo>
                <a:cubicBezTo>
                  <a:pt x="3432048" y="73152"/>
                  <a:pt x="3428438" y="61729"/>
                  <a:pt x="3419856" y="54864"/>
                </a:cubicBezTo>
                <a:cubicBezTo>
                  <a:pt x="3398576" y="37840"/>
                  <a:pt x="3378209" y="48475"/>
                  <a:pt x="3355848" y="54864"/>
                </a:cubicBezTo>
                <a:cubicBezTo>
                  <a:pt x="3346580" y="57512"/>
                  <a:pt x="3337037" y="59697"/>
                  <a:pt x="3328416" y="64008"/>
                </a:cubicBezTo>
                <a:cubicBezTo>
                  <a:pt x="3318586" y="68923"/>
                  <a:pt x="3311085" y="77967"/>
                  <a:pt x="3300984" y="82296"/>
                </a:cubicBezTo>
                <a:cubicBezTo>
                  <a:pt x="3289433" y="87246"/>
                  <a:pt x="3276600" y="88392"/>
                  <a:pt x="3264408" y="91440"/>
                </a:cubicBezTo>
                <a:cubicBezTo>
                  <a:pt x="3255264" y="97536"/>
                  <a:pt x="3246806" y="104813"/>
                  <a:pt x="3236976" y="109728"/>
                </a:cubicBezTo>
                <a:cubicBezTo>
                  <a:pt x="3228355" y="114039"/>
                  <a:pt x="3218812" y="116224"/>
                  <a:pt x="3209544" y="118872"/>
                </a:cubicBezTo>
                <a:cubicBezTo>
                  <a:pt x="3143836" y="137646"/>
                  <a:pt x="3202672" y="118304"/>
                  <a:pt x="3127248" y="137160"/>
                </a:cubicBezTo>
                <a:cubicBezTo>
                  <a:pt x="3117897" y="139498"/>
                  <a:pt x="3109084" y="143656"/>
                  <a:pt x="3099816" y="146304"/>
                </a:cubicBezTo>
                <a:cubicBezTo>
                  <a:pt x="3087732" y="149756"/>
                  <a:pt x="3075432" y="152400"/>
                  <a:pt x="3063240" y="155448"/>
                </a:cubicBezTo>
                <a:cubicBezTo>
                  <a:pt x="2825496" y="152400"/>
                  <a:pt x="2587633" y="154405"/>
                  <a:pt x="2350008" y="146304"/>
                </a:cubicBezTo>
                <a:cubicBezTo>
                  <a:pt x="2318942" y="145245"/>
                  <a:pt x="2289339" y="132412"/>
                  <a:pt x="2258568" y="128016"/>
                </a:cubicBezTo>
                <a:cubicBezTo>
                  <a:pt x="2225240" y="123255"/>
                  <a:pt x="2191512" y="121920"/>
                  <a:pt x="2157984" y="118872"/>
                </a:cubicBezTo>
                <a:cubicBezTo>
                  <a:pt x="2014883" y="61632"/>
                  <a:pt x="2193813" y="130815"/>
                  <a:pt x="2075688" y="91440"/>
                </a:cubicBezTo>
                <a:cubicBezTo>
                  <a:pt x="1972389" y="57007"/>
                  <a:pt x="2081043" y="85921"/>
                  <a:pt x="1993392" y="64008"/>
                </a:cubicBezTo>
                <a:cubicBezTo>
                  <a:pt x="1966048" y="45778"/>
                  <a:pt x="1934086" y="21194"/>
                  <a:pt x="1901952" y="9144"/>
                </a:cubicBezTo>
                <a:cubicBezTo>
                  <a:pt x="1890185" y="4731"/>
                  <a:pt x="1877568" y="3048"/>
                  <a:pt x="1865376" y="0"/>
                </a:cubicBezTo>
                <a:cubicBezTo>
                  <a:pt x="1796382" y="22998"/>
                  <a:pt x="1894036" y="-7561"/>
                  <a:pt x="1764792" y="18288"/>
                </a:cubicBezTo>
                <a:cubicBezTo>
                  <a:pt x="1727822" y="25682"/>
                  <a:pt x="1655064" y="45720"/>
                  <a:pt x="1655064" y="45720"/>
                </a:cubicBezTo>
                <a:cubicBezTo>
                  <a:pt x="1601825" y="81213"/>
                  <a:pt x="1644562" y="57490"/>
                  <a:pt x="1545336" y="82296"/>
                </a:cubicBezTo>
                <a:cubicBezTo>
                  <a:pt x="1483687" y="97708"/>
                  <a:pt x="1553049" y="82909"/>
                  <a:pt x="1490472" y="109728"/>
                </a:cubicBezTo>
                <a:cubicBezTo>
                  <a:pt x="1478921" y="114678"/>
                  <a:pt x="1466088" y="115824"/>
                  <a:pt x="1453896" y="118872"/>
                </a:cubicBezTo>
                <a:cubicBezTo>
                  <a:pt x="1385026" y="164785"/>
                  <a:pt x="1472554" y="110876"/>
                  <a:pt x="1389888" y="146304"/>
                </a:cubicBezTo>
                <a:cubicBezTo>
                  <a:pt x="1379787" y="150633"/>
                  <a:pt x="1372499" y="160129"/>
                  <a:pt x="1362456" y="164592"/>
                </a:cubicBezTo>
                <a:cubicBezTo>
                  <a:pt x="1344840" y="172421"/>
                  <a:pt x="1325880" y="176784"/>
                  <a:pt x="1307592" y="182880"/>
                </a:cubicBezTo>
                <a:cubicBezTo>
                  <a:pt x="1295400" y="192024"/>
                  <a:pt x="1284248" y="202751"/>
                  <a:pt x="1271016" y="210312"/>
                </a:cubicBezTo>
                <a:cubicBezTo>
                  <a:pt x="1262647" y="215094"/>
                  <a:pt x="1252205" y="215145"/>
                  <a:pt x="1243584" y="219456"/>
                </a:cubicBezTo>
                <a:cubicBezTo>
                  <a:pt x="1233754" y="224371"/>
                  <a:pt x="1225296" y="231648"/>
                  <a:pt x="1216152" y="237744"/>
                </a:cubicBezTo>
                <a:cubicBezTo>
                  <a:pt x="1158240" y="234696"/>
                  <a:pt x="1099205" y="240350"/>
                  <a:pt x="1042416" y="228600"/>
                </a:cubicBezTo>
                <a:cubicBezTo>
                  <a:pt x="1009045" y="221696"/>
                  <a:pt x="981456" y="198120"/>
                  <a:pt x="950976" y="182880"/>
                </a:cubicBezTo>
                <a:cubicBezTo>
                  <a:pt x="886751" y="150768"/>
                  <a:pt x="940786" y="175630"/>
                  <a:pt x="886968" y="155448"/>
                </a:cubicBezTo>
                <a:cubicBezTo>
                  <a:pt x="871599" y="149685"/>
                  <a:pt x="856820" y="142351"/>
                  <a:pt x="841248" y="137160"/>
                </a:cubicBezTo>
                <a:cubicBezTo>
                  <a:pt x="829326" y="133186"/>
                  <a:pt x="816864" y="131064"/>
                  <a:pt x="804672" y="128016"/>
                </a:cubicBezTo>
                <a:cubicBezTo>
                  <a:pt x="761151" y="99002"/>
                  <a:pt x="794343" y="116688"/>
                  <a:pt x="740664" y="100584"/>
                </a:cubicBezTo>
                <a:cubicBezTo>
                  <a:pt x="647596" y="72664"/>
                  <a:pt x="723911" y="87060"/>
                  <a:pt x="612648" y="73152"/>
                </a:cubicBezTo>
                <a:cubicBezTo>
                  <a:pt x="484632" y="76200"/>
                  <a:pt x="356526" y="76610"/>
                  <a:pt x="228600" y="82296"/>
                </a:cubicBezTo>
                <a:cubicBezTo>
                  <a:pt x="218971" y="82724"/>
                  <a:pt x="198120" y="67056"/>
                  <a:pt x="192024" y="64008"/>
                </a:cubicBezTo>
                <a:close/>
              </a:path>
            </a:pathLst>
          </a:cu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1735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Hypothetical example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29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9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2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2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2" dur="500"/>
                                        <p:tgtEl>
                                          <p:spTgt spid="29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2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30" grpId="0"/>
      <p:bldP spid="29738" grpId="0"/>
      <p:bldP spid="29745" grpId="0"/>
      <p:bldP spid="29752" grpId="0"/>
      <p:bldP spid="29759" grpId="0"/>
      <p:bldP spid="29766" grpId="0"/>
      <p:bldP spid="29773" grpId="0"/>
      <p:bldP spid="29781" grpId="0"/>
      <p:bldP spid="29792" grpId="0" animBg="1"/>
      <p:bldP spid="29794" grpId="0" animBg="1"/>
      <p:bldP spid="29795" grpId="0" animBg="1"/>
      <p:bldP spid="29796" grpId="0" animBg="1"/>
      <p:bldP spid="29797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6" name="Text Box 48"/>
          <p:cNvSpPr txBox="1">
            <a:spLocks noChangeArrowheads="1"/>
          </p:cNvSpPr>
          <p:nvPr/>
        </p:nvSpPr>
        <p:spPr bwMode="auto">
          <a:xfrm>
            <a:off x="4495800" y="2863850"/>
            <a:ext cx="4191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marR="0" lvl="2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Subproblem 1 Sol. 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= 1, 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= 2</a:t>
            </a:r>
          </a:p>
          <a:p>
            <a:pPr marL="228600" marR="0" lvl="2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Subproblem 2 Sol. 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= 2, 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= 0.75   </a:t>
            </a:r>
          </a:p>
        </p:txBody>
      </p:sp>
      <p:sp>
        <p:nvSpPr>
          <p:cNvPr id="36867" name="Text Box 143"/>
          <p:cNvSpPr txBox="1">
            <a:spLocks noChangeArrowheads="1"/>
          </p:cNvSpPr>
          <p:nvPr/>
        </p:nvSpPr>
        <p:spPr bwMode="auto">
          <a:xfrm>
            <a:off x="457200" y="2909888"/>
            <a:ext cx="32004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>
            <a:spAutoFit/>
          </a:bodyPr>
          <a:lstStyle/>
          <a:p>
            <a:pPr marL="22860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Opt LP Sol. 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= 1.8, 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= 0.8</a:t>
            </a:r>
          </a:p>
        </p:txBody>
      </p:sp>
      <p:sp>
        <p:nvSpPr>
          <p:cNvPr id="27792" name="Text Box 144"/>
          <p:cNvSpPr txBox="1">
            <a:spLocks noChangeArrowheads="1"/>
          </p:cNvSpPr>
          <p:nvPr/>
        </p:nvSpPr>
        <p:spPr bwMode="auto">
          <a:xfrm>
            <a:off x="457200" y="6186488"/>
            <a:ext cx="3429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>
            <a:spAutoFit/>
          </a:bodyPr>
          <a:lstStyle/>
          <a:p>
            <a:pPr marL="22860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= 0, 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= 5 and 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= 1, X</a:t>
            </a:r>
            <a:r>
              <a:rPr kumimoji="0" lang="en-US" sz="18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= 2 </a:t>
            </a:r>
          </a:p>
        </p:txBody>
      </p:sp>
      <p:sp>
        <p:nvSpPr>
          <p:cNvPr id="36869" name="Line 20"/>
          <p:cNvSpPr>
            <a:spLocks noChangeShapeType="1"/>
          </p:cNvSpPr>
          <p:nvPr/>
        </p:nvSpPr>
        <p:spPr bwMode="auto">
          <a:xfrm flipV="1">
            <a:off x="457200" y="533400"/>
            <a:ext cx="3429000" cy="4763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0" name="Line 33"/>
          <p:cNvSpPr>
            <a:spLocks noChangeShapeType="1"/>
          </p:cNvSpPr>
          <p:nvPr/>
        </p:nvSpPr>
        <p:spPr bwMode="auto">
          <a:xfrm flipV="1">
            <a:off x="457200" y="304800"/>
            <a:ext cx="0" cy="23606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1" name="Line 153"/>
          <p:cNvSpPr>
            <a:spLocks noChangeShapeType="1"/>
          </p:cNvSpPr>
          <p:nvPr/>
        </p:nvSpPr>
        <p:spPr bwMode="auto">
          <a:xfrm>
            <a:off x="457200" y="838200"/>
            <a:ext cx="3429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2" name="Line 154"/>
          <p:cNvSpPr>
            <a:spLocks noChangeShapeType="1"/>
          </p:cNvSpPr>
          <p:nvPr/>
        </p:nvSpPr>
        <p:spPr bwMode="auto">
          <a:xfrm>
            <a:off x="457200" y="1143000"/>
            <a:ext cx="3429000" cy="0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3" name="Line 155"/>
          <p:cNvSpPr>
            <a:spLocks noChangeShapeType="1"/>
          </p:cNvSpPr>
          <p:nvPr/>
        </p:nvSpPr>
        <p:spPr bwMode="auto">
          <a:xfrm>
            <a:off x="457200" y="1447800"/>
            <a:ext cx="3429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4" name="Line 156"/>
          <p:cNvSpPr>
            <a:spLocks noChangeShapeType="1"/>
          </p:cNvSpPr>
          <p:nvPr/>
        </p:nvSpPr>
        <p:spPr bwMode="auto">
          <a:xfrm>
            <a:off x="457200" y="1752600"/>
            <a:ext cx="3429000" cy="0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5" name="Line 157"/>
          <p:cNvSpPr>
            <a:spLocks noChangeShapeType="1"/>
          </p:cNvSpPr>
          <p:nvPr/>
        </p:nvSpPr>
        <p:spPr bwMode="auto">
          <a:xfrm>
            <a:off x="457200" y="2057400"/>
            <a:ext cx="3429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6" name="Line 158"/>
          <p:cNvSpPr>
            <a:spLocks noChangeShapeType="1"/>
          </p:cNvSpPr>
          <p:nvPr/>
        </p:nvSpPr>
        <p:spPr bwMode="auto">
          <a:xfrm>
            <a:off x="457200" y="2362200"/>
            <a:ext cx="3429000" cy="0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7" name="Line 159"/>
          <p:cNvSpPr>
            <a:spLocks noChangeShapeType="1"/>
          </p:cNvSpPr>
          <p:nvPr/>
        </p:nvSpPr>
        <p:spPr bwMode="auto">
          <a:xfrm>
            <a:off x="457200" y="2667000"/>
            <a:ext cx="3505200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8" name="Line 175"/>
          <p:cNvSpPr>
            <a:spLocks noChangeShapeType="1"/>
          </p:cNvSpPr>
          <p:nvPr/>
        </p:nvSpPr>
        <p:spPr bwMode="auto">
          <a:xfrm flipV="1">
            <a:off x="762000" y="304800"/>
            <a:ext cx="0" cy="2360613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79" name="Line 176"/>
          <p:cNvSpPr>
            <a:spLocks noChangeShapeType="1"/>
          </p:cNvSpPr>
          <p:nvPr/>
        </p:nvSpPr>
        <p:spPr bwMode="auto">
          <a:xfrm flipV="1">
            <a:off x="1066800" y="304800"/>
            <a:ext cx="0" cy="236061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0" name="Line 177"/>
          <p:cNvSpPr>
            <a:spLocks noChangeShapeType="1"/>
          </p:cNvSpPr>
          <p:nvPr/>
        </p:nvSpPr>
        <p:spPr bwMode="auto">
          <a:xfrm flipV="1">
            <a:off x="1371600" y="304800"/>
            <a:ext cx="0" cy="2360613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1" name="Line 178"/>
          <p:cNvSpPr>
            <a:spLocks noChangeShapeType="1"/>
          </p:cNvSpPr>
          <p:nvPr/>
        </p:nvSpPr>
        <p:spPr bwMode="auto">
          <a:xfrm flipV="1">
            <a:off x="1676400" y="304800"/>
            <a:ext cx="0" cy="236061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2" name="Line 179"/>
          <p:cNvSpPr>
            <a:spLocks noChangeShapeType="1"/>
          </p:cNvSpPr>
          <p:nvPr/>
        </p:nvSpPr>
        <p:spPr bwMode="auto">
          <a:xfrm flipV="1">
            <a:off x="1981200" y="304800"/>
            <a:ext cx="0" cy="2360613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3" name="Line 180"/>
          <p:cNvSpPr>
            <a:spLocks noChangeShapeType="1"/>
          </p:cNvSpPr>
          <p:nvPr/>
        </p:nvSpPr>
        <p:spPr bwMode="auto">
          <a:xfrm flipV="1">
            <a:off x="2286000" y="304800"/>
            <a:ext cx="0" cy="236061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4" name="Line 181"/>
          <p:cNvSpPr>
            <a:spLocks noChangeShapeType="1"/>
          </p:cNvSpPr>
          <p:nvPr/>
        </p:nvSpPr>
        <p:spPr bwMode="auto">
          <a:xfrm flipV="1">
            <a:off x="2590800" y="304800"/>
            <a:ext cx="0" cy="2360613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5" name="Line 182"/>
          <p:cNvSpPr>
            <a:spLocks noChangeShapeType="1"/>
          </p:cNvSpPr>
          <p:nvPr/>
        </p:nvSpPr>
        <p:spPr bwMode="auto">
          <a:xfrm flipV="1">
            <a:off x="2895600" y="304800"/>
            <a:ext cx="0" cy="236061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6" name="Line 183"/>
          <p:cNvSpPr>
            <a:spLocks noChangeShapeType="1"/>
          </p:cNvSpPr>
          <p:nvPr/>
        </p:nvSpPr>
        <p:spPr bwMode="auto">
          <a:xfrm flipV="1">
            <a:off x="3200400" y="304800"/>
            <a:ext cx="0" cy="2360613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7" name="Line 184"/>
          <p:cNvSpPr>
            <a:spLocks noChangeShapeType="1"/>
          </p:cNvSpPr>
          <p:nvPr/>
        </p:nvSpPr>
        <p:spPr bwMode="auto">
          <a:xfrm flipV="1">
            <a:off x="3505200" y="304800"/>
            <a:ext cx="0" cy="236061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8" name="Line 185"/>
          <p:cNvSpPr>
            <a:spLocks noChangeShapeType="1"/>
          </p:cNvSpPr>
          <p:nvPr/>
        </p:nvSpPr>
        <p:spPr bwMode="auto">
          <a:xfrm flipV="1">
            <a:off x="3810000" y="304800"/>
            <a:ext cx="0" cy="2360613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89" name="Line 187"/>
          <p:cNvSpPr>
            <a:spLocks noChangeShapeType="1"/>
          </p:cNvSpPr>
          <p:nvPr/>
        </p:nvSpPr>
        <p:spPr bwMode="auto">
          <a:xfrm>
            <a:off x="152400" y="1828800"/>
            <a:ext cx="3962400" cy="990600"/>
          </a:xfrm>
          <a:prstGeom prst="line">
            <a:avLst/>
          </a:prstGeom>
          <a:noFill/>
          <a:ln w="19050">
            <a:solidFill>
              <a:srgbClr val="CC0066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90" name="Line 189"/>
          <p:cNvSpPr>
            <a:spLocks noChangeShapeType="1"/>
          </p:cNvSpPr>
          <p:nvPr/>
        </p:nvSpPr>
        <p:spPr bwMode="auto">
          <a:xfrm>
            <a:off x="304800" y="304800"/>
            <a:ext cx="1752600" cy="2590800"/>
          </a:xfrm>
          <a:prstGeom prst="line">
            <a:avLst/>
          </a:prstGeom>
          <a:noFill/>
          <a:ln w="19050">
            <a:solidFill>
              <a:srgbClr val="CC0066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pSp>
        <p:nvGrpSpPr>
          <p:cNvPr id="2" name="Group 276"/>
          <p:cNvGrpSpPr>
            <a:grpSpLocks/>
          </p:cNvGrpSpPr>
          <p:nvPr/>
        </p:nvGrpSpPr>
        <p:grpSpPr bwMode="auto">
          <a:xfrm>
            <a:off x="4800600" y="304800"/>
            <a:ext cx="3505200" cy="2362200"/>
            <a:chOff x="3024" y="192"/>
            <a:chExt cx="2208" cy="1488"/>
          </a:xfrm>
        </p:grpSpPr>
        <p:sp>
          <p:nvSpPr>
            <p:cNvPr id="36942" name="Line 200"/>
            <p:cNvSpPr>
              <a:spLocks noChangeShapeType="1"/>
            </p:cNvSpPr>
            <p:nvPr/>
          </p:nvSpPr>
          <p:spPr bwMode="auto">
            <a:xfrm flipV="1">
              <a:off x="3024" y="336"/>
              <a:ext cx="2160" cy="3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43" name="Line 201"/>
            <p:cNvSpPr>
              <a:spLocks noChangeShapeType="1"/>
            </p:cNvSpPr>
            <p:nvPr/>
          </p:nvSpPr>
          <p:spPr bwMode="auto">
            <a:xfrm flipV="1">
              <a:off x="3024" y="192"/>
              <a:ext cx="0" cy="14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44" name="Line 202"/>
            <p:cNvSpPr>
              <a:spLocks noChangeShapeType="1"/>
            </p:cNvSpPr>
            <p:nvPr/>
          </p:nvSpPr>
          <p:spPr bwMode="auto">
            <a:xfrm>
              <a:off x="3024" y="528"/>
              <a:ext cx="21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45" name="Line 203"/>
            <p:cNvSpPr>
              <a:spLocks noChangeShapeType="1"/>
            </p:cNvSpPr>
            <p:nvPr/>
          </p:nvSpPr>
          <p:spPr bwMode="auto">
            <a:xfrm>
              <a:off x="3024" y="720"/>
              <a:ext cx="2160" cy="0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46" name="Line 204"/>
            <p:cNvSpPr>
              <a:spLocks noChangeShapeType="1"/>
            </p:cNvSpPr>
            <p:nvPr/>
          </p:nvSpPr>
          <p:spPr bwMode="auto">
            <a:xfrm>
              <a:off x="3024" y="912"/>
              <a:ext cx="21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47" name="Line 205"/>
            <p:cNvSpPr>
              <a:spLocks noChangeShapeType="1"/>
            </p:cNvSpPr>
            <p:nvPr/>
          </p:nvSpPr>
          <p:spPr bwMode="auto">
            <a:xfrm>
              <a:off x="3024" y="1104"/>
              <a:ext cx="2160" cy="0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48" name="Line 206"/>
            <p:cNvSpPr>
              <a:spLocks noChangeShapeType="1"/>
            </p:cNvSpPr>
            <p:nvPr/>
          </p:nvSpPr>
          <p:spPr bwMode="auto">
            <a:xfrm>
              <a:off x="3024" y="1296"/>
              <a:ext cx="21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49" name="Line 207"/>
            <p:cNvSpPr>
              <a:spLocks noChangeShapeType="1"/>
            </p:cNvSpPr>
            <p:nvPr/>
          </p:nvSpPr>
          <p:spPr bwMode="auto">
            <a:xfrm>
              <a:off x="3024" y="1488"/>
              <a:ext cx="2160" cy="0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0" name="Line 208"/>
            <p:cNvSpPr>
              <a:spLocks noChangeShapeType="1"/>
            </p:cNvSpPr>
            <p:nvPr/>
          </p:nvSpPr>
          <p:spPr bwMode="auto">
            <a:xfrm>
              <a:off x="3024" y="1680"/>
              <a:ext cx="220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1" name="Line 209"/>
            <p:cNvSpPr>
              <a:spLocks noChangeShapeType="1"/>
            </p:cNvSpPr>
            <p:nvPr/>
          </p:nvSpPr>
          <p:spPr bwMode="auto">
            <a:xfrm flipV="1">
              <a:off x="3216" y="192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2" name="Line 210"/>
            <p:cNvSpPr>
              <a:spLocks noChangeShapeType="1"/>
            </p:cNvSpPr>
            <p:nvPr/>
          </p:nvSpPr>
          <p:spPr bwMode="auto">
            <a:xfrm flipV="1">
              <a:off x="3408" y="192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3" name="Line 211"/>
            <p:cNvSpPr>
              <a:spLocks noChangeShapeType="1"/>
            </p:cNvSpPr>
            <p:nvPr/>
          </p:nvSpPr>
          <p:spPr bwMode="auto">
            <a:xfrm flipV="1">
              <a:off x="3600" y="192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4" name="Line 212"/>
            <p:cNvSpPr>
              <a:spLocks noChangeShapeType="1"/>
            </p:cNvSpPr>
            <p:nvPr/>
          </p:nvSpPr>
          <p:spPr bwMode="auto">
            <a:xfrm flipV="1">
              <a:off x="3792" y="192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5" name="Line 213"/>
            <p:cNvSpPr>
              <a:spLocks noChangeShapeType="1"/>
            </p:cNvSpPr>
            <p:nvPr/>
          </p:nvSpPr>
          <p:spPr bwMode="auto">
            <a:xfrm flipV="1">
              <a:off x="3984" y="192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6" name="Line 214"/>
            <p:cNvSpPr>
              <a:spLocks noChangeShapeType="1"/>
            </p:cNvSpPr>
            <p:nvPr/>
          </p:nvSpPr>
          <p:spPr bwMode="auto">
            <a:xfrm flipV="1">
              <a:off x="4176" y="192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7" name="Line 215"/>
            <p:cNvSpPr>
              <a:spLocks noChangeShapeType="1"/>
            </p:cNvSpPr>
            <p:nvPr/>
          </p:nvSpPr>
          <p:spPr bwMode="auto">
            <a:xfrm flipV="1">
              <a:off x="4368" y="192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8" name="Line 216"/>
            <p:cNvSpPr>
              <a:spLocks noChangeShapeType="1"/>
            </p:cNvSpPr>
            <p:nvPr/>
          </p:nvSpPr>
          <p:spPr bwMode="auto">
            <a:xfrm flipV="1">
              <a:off x="4560" y="192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59" name="Line 217"/>
            <p:cNvSpPr>
              <a:spLocks noChangeShapeType="1"/>
            </p:cNvSpPr>
            <p:nvPr/>
          </p:nvSpPr>
          <p:spPr bwMode="auto">
            <a:xfrm flipV="1">
              <a:off x="4752" y="192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60" name="Line 218"/>
            <p:cNvSpPr>
              <a:spLocks noChangeShapeType="1"/>
            </p:cNvSpPr>
            <p:nvPr/>
          </p:nvSpPr>
          <p:spPr bwMode="auto">
            <a:xfrm flipV="1">
              <a:off x="4944" y="192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61" name="Line 219"/>
            <p:cNvSpPr>
              <a:spLocks noChangeShapeType="1"/>
            </p:cNvSpPr>
            <p:nvPr/>
          </p:nvSpPr>
          <p:spPr bwMode="auto">
            <a:xfrm flipV="1">
              <a:off x="5136" y="192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3" name="Group 277"/>
          <p:cNvGrpSpPr>
            <a:grpSpLocks/>
          </p:cNvGrpSpPr>
          <p:nvPr/>
        </p:nvGrpSpPr>
        <p:grpSpPr bwMode="auto">
          <a:xfrm>
            <a:off x="4648200" y="304800"/>
            <a:ext cx="3810000" cy="2514600"/>
            <a:chOff x="2928" y="192"/>
            <a:chExt cx="2400" cy="1584"/>
          </a:xfrm>
        </p:grpSpPr>
        <p:sp>
          <p:nvSpPr>
            <p:cNvPr id="36940" name="Line 220"/>
            <p:cNvSpPr>
              <a:spLocks noChangeShapeType="1"/>
            </p:cNvSpPr>
            <p:nvPr/>
          </p:nvSpPr>
          <p:spPr bwMode="auto">
            <a:xfrm>
              <a:off x="3744" y="1392"/>
              <a:ext cx="1584" cy="384"/>
            </a:xfrm>
            <a:prstGeom prst="line">
              <a:avLst/>
            </a:prstGeom>
            <a:noFill/>
            <a:ln w="19050">
              <a:solidFill>
                <a:srgbClr val="CC0066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41" name="Line 221"/>
            <p:cNvSpPr>
              <a:spLocks noChangeShapeType="1"/>
            </p:cNvSpPr>
            <p:nvPr/>
          </p:nvSpPr>
          <p:spPr bwMode="auto">
            <a:xfrm>
              <a:off x="2928" y="192"/>
              <a:ext cx="816" cy="1200"/>
            </a:xfrm>
            <a:prstGeom prst="line">
              <a:avLst/>
            </a:prstGeom>
            <a:noFill/>
            <a:ln w="19050">
              <a:solidFill>
                <a:srgbClr val="CC0066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27870" name="Line 222"/>
          <p:cNvSpPr>
            <a:spLocks noChangeShapeType="1"/>
          </p:cNvSpPr>
          <p:nvPr/>
        </p:nvSpPr>
        <p:spPr bwMode="auto">
          <a:xfrm>
            <a:off x="5410200" y="152400"/>
            <a:ext cx="0" cy="2743200"/>
          </a:xfrm>
          <a:prstGeom prst="line">
            <a:avLst/>
          </a:prstGeom>
          <a:noFill/>
          <a:ln w="19050">
            <a:solidFill>
              <a:srgbClr val="2C8458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7873" name="Line 225"/>
          <p:cNvSpPr>
            <a:spLocks noChangeShapeType="1"/>
          </p:cNvSpPr>
          <p:nvPr/>
        </p:nvSpPr>
        <p:spPr bwMode="auto">
          <a:xfrm>
            <a:off x="6019800" y="152400"/>
            <a:ext cx="0" cy="2743200"/>
          </a:xfrm>
          <a:prstGeom prst="line">
            <a:avLst/>
          </a:prstGeom>
          <a:noFill/>
          <a:ln w="19050">
            <a:solidFill>
              <a:srgbClr val="2C8458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7874" name="Oval 226"/>
          <p:cNvSpPr>
            <a:spLocks noChangeArrowheads="1"/>
          </p:cNvSpPr>
          <p:nvPr/>
        </p:nvSpPr>
        <p:spPr bwMode="auto">
          <a:xfrm>
            <a:off x="5356225" y="1371600"/>
            <a:ext cx="119063" cy="119063"/>
          </a:xfrm>
          <a:prstGeom prst="ellipse">
            <a:avLst/>
          </a:prstGeom>
          <a:solidFill>
            <a:srgbClr val="2C8458"/>
          </a:solidFill>
          <a:ln w="3175" algn="ctr">
            <a:solidFill>
              <a:srgbClr val="2C8458"/>
            </a:solidFill>
            <a:round/>
            <a:headEnd/>
            <a:tailEnd/>
          </a:ln>
        </p:spPr>
        <p:txBody>
          <a:bodyPr wrap="none" lIns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7876" name="Oval 228"/>
          <p:cNvSpPr>
            <a:spLocks noChangeArrowheads="1"/>
          </p:cNvSpPr>
          <p:nvPr/>
        </p:nvSpPr>
        <p:spPr bwMode="auto">
          <a:xfrm>
            <a:off x="5976938" y="2166938"/>
            <a:ext cx="119062" cy="119062"/>
          </a:xfrm>
          <a:prstGeom prst="ellipse">
            <a:avLst/>
          </a:prstGeom>
          <a:solidFill>
            <a:srgbClr val="2C8458"/>
          </a:solidFill>
          <a:ln w="3175" algn="ctr">
            <a:solidFill>
              <a:srgbClr val="2C8458"/>
            </a:solidFill>
            <a:round/>
            <a:headEnd/>
            <a:tailEnd/>
          </a:ln>
        </p:spPr>
        <p:txBody>
          <a:bodyPr wrap="none" lIns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pSp>
        <p:nvGrpSpPr>
          <p:cNvPr id="4" name="Group 278"/>
          <p:cNvGrpSpPr>
            <a:grpSpLocks/>
          </p:cNvGrpSpPr>
          <p:nvPr/>
        </p:nvGrpSpPr>
        <p:grpSpPr bwMode="auto">
          <a:xfrm>
            <a:off x="533400" y="3581400"/>
            <a:ext cx="3505200" cy="2362200"/>
            <a:chOff x="336" y="2256"/>
            <a:chExt cx="2208" cy="1488"/>
          </a:xfrm>
        </p:grpSpPr>
        <p:sp>
          <p:nvSpPr>
            <p:cNvPr id="36920" name="Line 230"/>
            <p:cNvSpPr>
              <a:spLocks noChangeShapeType="1"/>
            </p:cNvSpPr>
            <p:nvPr/>
          </p:nvSpPr>
          <p:spPr bwMode="auto">
            <a:xfrm flipV="1">
              <a:off x="336" y="2400"/>
              <a:ext cx="2160" cy="3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21" name="Line 231"/>
            <p:cNvSpPr>
              <a:spLocks noChangeShapeType="1"/>
            </p:cNvSpPr>
            <p:nvPr/>
          </p:nvSpPr>
          <p:spPr bwMode="auto">
            <a:xfrm flipV="1">
              <a:off x="336" y="2256"/>
              <a:ext cx="0" cy="14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22" name="Line 232"/>
            <p:cNvSpPr>
              <a:spLocks noChangeShapeType="1"/>
            </p:cNvSpPr>
            <p:nvPr/>
          </p:nvSpPr>
          <p:spPr bwMode="auto">
            <a:xfrm>
              <a:off x="336" y="2592"/>
              <a:ext cx="21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23" name="Line 233"/>
            <p:cNvSpPr>
              <a:spLocks noChangeShapeType="1"/>
            </p:cNvSpPr>
            <p:nvPr/>
          </p:nvSpPr>
          <p:spPr bwMode="auto">
            <a:xfrm>
              <a:off x="336" y="2784"/>
              <a:ext cx="2160" cy="0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24" name="Line 234"/>
            <p:cNvSpPr>
              <a:spLocks noChangeShapeType="1"/>
            </p:cNvSpPr>
            <p:nvPr/>
          </p:nvSpPr>
          <p:spPr bwMode="auto">
            <a:xfrm>
              <a:off x="336" y="2976"/>
              <a:ext cx="21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25" name="Line 235"/>
            <p:cNvSpPr>
              <a:spLocks noChangeShapeType="1"/>
            </p:cNvSpPr>
            <p:nvPr/>
          </p:nvSpPr>
          <p:spPr bwMode="auto">
            <a:xfrm>
              <a:off x="336" y="3168"/>
              <a:ext cx="2160" cy="0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26" name="Line 236"/>
            <p:cNvSpPr>
              <a:spLocks noChangeShapeType="1"/>
            </p:cNvSpPr>
            <p:nvPr/>
          </p:nvSpPr>
          <p:spPr bwMode="auto">
            <a:xfrm>
              <a:off x="336" y="3360"/>
              <a:ext cx="21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27" name="Line 237"/>
            <p:cNvSpPr>
              <a:spLocks noChangeShapeType="1"/>
            </p:cNvSpPr>
            <p:nvPr/>
          </p:nvSpPr>
          <p:spPr bwMode="auto">
            <a:xfrm>
              <a:off x="336" y="3552"/>
              <a:ext cx="2160" cy="0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28" name="Line 238"/>
            <p:cNvSpPr>
              <a:spLocks noChangeShapeType="1"/>
            </p:cNvSpPr>
            <p:nvPr/>
          </p:nvSpPr>
          <p:spPr bwMode="auto">
            <a:xfrm>
              <a:off x="336" y="3744"/>
              <a:ext cx="220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29" name="Line 239"/>
            <p:cNvSpPr>
              <a:spLocks noChangeShapeType="1"/>
            </p:cNvSpPr>
            <p:nvPr/>
          </p:nvSpPr>
          <p:spPr bwMode="auto">
            <a:xfrm flipV="1">
              <a:off x="528" y="2256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0" name="Line 240"/>
            <p:cNvSpPr>
              <a:spLocks noChangeShapeType="1"/>
            </p:cNvSpPr>
            <p:nvPr/>
          </p:nvSpPr>
          <p:spPr bwMode="auto">
            <a:xfrm flipV="1">
              <a:off x="720" y="2256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1" name="Line 241"/>
            <p:cNvSpPr>
              <a:spLocks noChangeShapeType="1"/>
            </p:cNvSpPr>
            <p:nvPr/>
          </p:nvSpPr>
          <p:spPr bwMode="auto">
            <a:xfrm flipV="1">
              <a:off x="912" y="2256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2" name="Line 242"/>
            <p:cNvSpPr>
              <a:spLocks noChangeShapeType="1"/>
            </p:cNvSpPr>
            <p:nvPr/>
          </p:nvSpPr>
          <p:spPr bwMode="auto">
            <a:xfrm flipV="1">
              <a:off x="1104" y="2256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3" name="Line 243"/>
            <p:cNvSpPr>
              <a:spLocks noChangeShapeType="1"/>
            </p:cNvSpPr>
            <p:nvPr/>
          </p:nvSpPr>
          <p:spPr bwMode="auto">
            <a:xfrm flipV="1">
              <a:off x="1296" y="2256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4" name="Line 244"/>
            <p:cNvSpPr>
              <a:spLocks noChangeShapeType="1"/>
            </p:cNvSpPr>
            <p:nvPr/>
          </p:nvSpPr>
          <p:spPr bwMode="auto">
            <a:xfrm flipV="1">
              <a:off x="1488" y="2256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5" name="Line 245"/>
            <p:cNvSpPr>
              <a:spLocks noChangeShapeType="1"/>
            </p:cNvSpPr>
            <p:nvPr/>
          </p:nvSpPr>
          <p:spPr bwMode="auto">
            <a:xfrm flipV="1">
              <a:off x="1680" y="2256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6" name="Line 246"/>
            <p:cNvSpPr>
              <a:spLocks noChangeShapeType="1"/>
            </p:cNvSpPr>
            <p:nvPr/>
          </p:nvSpPr>
          <p:spPr bwMode="auto">
            <a:xfrm flipV="1">
              <a:off x="1872" y="2256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7" name="Line 247"/>
            <p:cNvSpPr>
              <a:spLocks noChangeShapeType="1"/>
            </p:cNvSpPr>
            <p:nvPr/>
          </p:nvSpPr>
          <p:spPr bwMode="auto">
            <a:xfrm flipV="1">
              <a:off x="2064" y="2256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8" name="Line 248"/>
            <p:cNvSpPr>
              <a:spLocks noChangeShapeType="1"/>
            </p:cNvSpPr>
            <p:nvPr/>
          </p:nvSpPr>
          <p:spPr bwMode="auto">
            <a:xfrm flipV="1">
              <a:off x="2256" y="2256"/>
              <a:ext cx="0" cy="1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39" name="Line 249"/>
            <p:cNvSpPr>
              <a:spLocks noChangeShapeType="1"/>
            </p:cNvSpPr>
            <p:nvPr/>
          </p:nvSpPr>
          <p:spPr bwMode="auto">
            <a:xfrm flipV="1">
              <a:off x="2448" y="2256"/>
              <a:ext cx="0" cy="1487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sp>
        <p:nvSpPr>
          <p:cNvPr id="27904" name="Line 256"/>
          <p:cNvSpPr>
            <a:spLocks noChangeShapeType="1"/>
          </p:cNvSpPr>
          <p:nvPr/>
        </p:nvSpPr>
        <p:spPr bwMode="auto">
          <a:xfrm>
            <a:off x="304800" y="5943600"/>
            <a:ext cx="3962400" cy="0"/>
          </a:xfrm>
          <a:prstGeom prst="line">
            <a:avLst/>
          </a:prstGeom>
          <a:noFill/>
          <a:ln w="19050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7905" name="Oval 257"/>
          <p:cNvSpPr>
            <a:spLocks noChangeArrowheads="1"/>
          </p:cNvSpPr>
          <p:nvPr/>
        </p:nvSpPr>
        <p:spPr bwMode="auto">
          <a:xfrm>
            <a:off x="3505200" y="5867400"/>
            <a:ext cx="119063" cy="119063"/>
          </a:xfrm>
          <a:prstGeom prst="ellipse">
            <a:avLst/>
          </a:prstGeom>
          <a:solidFill>
            <a:srgbClr val="0066CC"/>
          </a:solidFill>
          <a:ln w="3175" algn="ctr">
            <a:solidFill>
              <a:srgbClr val="0066CC"/>
            </a:solidFill>
            <a:round/>
            <a:headEnd/>
            <a:tailEnd/>
          </a:ln>
        </p:spPr>
        <p:txBody>
          <a:bodyPr wrap="none" lIns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7906" name="Oval 258"/>
          <p:cNvSpPr>
            <a:spLocks noChangeArrowheads="1"/>
          </p:cNvSpPr>
          <p:nvPr/>
        </p:nvSpPr>
        <p:spPr bwMode="auto">
          <a:xfrm>
            <a:off x="1709738" y="5257800"/>
            <a:ext cx="119062" cy="119063"/>
          </a:xfrm>
          <a:prstGeom prst="ellipse">
            <a:avLst/>
          </a:prstGeom>
          <a:solidFill>
            <a:srgbClr val="0066CC"/>
          </a:solidFill>
          <a:ln w="3175" algn="ctr">
            <a:solidFill>
              <a:srgbClr val="0066CC"/>
            </a:solidFill>
            <a:round/>
            <a:headEnd/>
            <a:tailEnd/>
          </a:ln>
        </p:spPr>
        <p:txBody>
          <a:bodyPr wrap="none" lIns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7907" name="Line 259"/>
          <p:cNvSpPr>
            <a:spLocks noChangeShapeType="1"/>
          </p:cNvSpPr>
          <p:nvPr/>
        </p:nvSpPr>
        <p:spPr bwMode="auto">
          <a:xfrm>
            <a:off x="304800" y="5334000"/>
            <a:ext cx="3962400" cy="0"/>
          </a:xfrm>
          <a:prstGeom prst="line">
            <a:avLst/>
          </a:prstGeom>
          <a:noFill/>
          <a:ln w="19050">
            <a:solidFill>
              <a:srgbClr val="0066CC"/>
            </a:solidFill>
            <a:round/>
            <a:headEnd/>
            <a:tailEnd/>
          </a:ln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grpSp>
        <p:nvGrpSpPr>
          <p:cNvPr id="5" name="Group 266"/>
          <p:cNvGrpSpPr>
            <a:grpSpLocks/>
          </p:cNvGrpSpPr>
          <p:nvPr/>
        </p:nvGrpSpPr>
        <p:grpSpPr bwMode="auto">
          <a:xfrm>
            <a:off x="4800600" y="0"/>
            <a:ext cx="609600" cy="1447800"/>
            <a:chOff x="3024" y="0"/>
            <a:chExt cx="384" cy="912"/>
          </a:xfrm>
        </p:grpSpPr>
        <p:sp>
          <p:nvSpPr>
            <p:cNvPr id="36917" name="Line 260"/>
            <p:cNvSpPr>
              <a:spLocks noChangeShapeType="1"/>
            </p:cNvSpPr>
            <p:nvPr/>
          </p:nvSpPr>
          <p:spPr bwMode="auto">
            <a:xfrm>
              <a:off x="3024" y="0"/>
              <a:ext cx="0" cy="33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18" name="Line 261"/>
            <p:cNvSpPr>
              <a:spLocks noChangeShapeType="1"/>
            </p:cNvSpPr>
            <p:nvPr/>
          </p:nvSpPr>
          <p:spPr bwMode="auto">
            <a:xfrm>
              <a:off x="3024" y="336"/>
              <a:ext cx="384" cy="57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19" name="Line 262"/>
            <p:cNvSpPr>
              <a:spLocks noChangeShapeType="1"/>
            </p:cNvSpPr>
            <p:nvPr/>
          </p:nvSpPr>
          <p:spPr bwMode="auto">
            <a:xfrm flipV="1">
              <a:off x="3408" y="0"/>
              <a:ext cx="0" cy="91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6" name="Group 267"/>
          <p:cNvGrpSpPr>
            <a:grpSpLocks/>
          </p:cNvGrpSpPr>
          <p:nvPr/>
        </p:nvGrpSpPr>
        <p:grpSpPr bwMode="auto">
          <a:xfrm>
            <a:off x="6019800" y="228600"/>
            <a:ext cx="2819400" cy="2438400"/>
            <a:chOff x="3792" y="144"/>
            <a:chExt cx="1776" cy="1536"/>
          </a:xfrm>
        </p:grpSpPr>
        <p:sp>
          <p:nvSpPr>
            <p:cNvPr id="36914" name="Line 263"/>
            <p:cNvSpPr>
              <a:spLocks noChangeShapeType="1"/>
            </p:cNvSpPr>
            <p:nvPr/>
          </p:nvSpPr>
          <p:spPr bwMode="auto">
            <a:xfrm>
              <a:off x="3792" y="144"/>
              <a:ext cx="0" cy="124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15" name="Line 264"/>
            <p:cNvSpPr>
              <a:spLocks noChangeShapeType="1"/>
            </p:cNvSpPr>
            <p:nvPr/>
          </p:nvSpPr>
          <p:spPr bwMode="auto">
            <a:xfrm>
              <a:off x="3792" y="1392"/>
              <a:ext cx="1152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16" name="Line 265"/>
            <p:cNvSpPr>
              <a:spLocks noChangeShapeType="1"/>
            </p:cNvSpPr>
            <p:nvPr/>
          </p:nvSpPr>
          <p:spPr bwMode="auto">
            <a:xfrm>
              <a:off x="4944" y="1680"/>
              <a:ext cx="62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7" name="Group 268"/>
          <p:cNvGrpSpPr>
            <a:grpSpLocks/>
          </p:cNvGrpSpPr>
          <p:nvPr/>
        </p:nvGrpSpPr>
        <p:grpSpPr bwMode="auto">
          <a:xfrm>
            <a:off x="533400" y="3276600"/>
            <a:ext cx="609600" cy="1447800"/>
            <a:chOff x="3024" y="0"/>
            <a:chExt cx="384" cy="912"/>
          </a:xfrm>
        </p:grpSpPr>
        <p:sp>
          <p:nvSpPr>
            <p:cNvPr id="36911" name="Line 269"/>
            <p:cNvSpPr>
              <a:spLocks noChangeShapeType="1"/>
            </p:cNvSpPr>
            <p:nvPr/>
          </p:nvSpPr>
          <p:spPr bwMode="auto">
            <a:xfrm>
              <a:off x="3024" y="0"/>
              <a:ext cx="0" cy="3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12" name="Line 270"/>
            <p:cNvSpPr>
              <a:spLocks noChangeShapeType="1"/>
            </p:cNvSpPr>
            <p:nvPr/>
          </p:nvSpPr>
          <p:spPr bwMode="auto">
            <a:xfrm>
              <a:off x="3024" y="336"/>
              <a:ext cx="384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13" name="Line 271"/>
            <p:cNvSpPr>
              <a:spLocks noChangeShapeType="1"/>
            </p:cNvSpPr>
            <p:nvPr/>
          </p:nvSpPr>
          <p:spPr bwMode="auto">
            <a:xfrm flipV="1">
              <a:off x="3408" y="0"/>
              <a:ext cx="0" cy="91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grpSp>
        <p:nvGrpSpPr>
          <p:cNvPr id="8" name="Group 272"/>
          <p:cNvGrpSpPr>
            <a:grpSpLocks/>
          </p:cNvGrpSpPr>
          <p:nvPr/>
        </p:nvGrpSpPr>
        <p:grpSpPr bwMode="auto">
          <a:xfrm>
            <a:off x="1752600" y="3505200"/>
            <a:ext cx="2819400" cy="2438400"/>
            <a:chOff x="3792" y="144"/>
            <a:chExt cx="1776" cy="1536"/>
          </a:xfrm>
        </p:grpSpPr>
        <p:sp>
          <p:nvSpPr>
            <p:cNvPr id="36908" name="Line 273"/>
            <p:cNvSpPr>
              <a:spLocks noChangeShapeType="1"/>
            </p:cNvSpPr>
            <p:nvPr/>
          </p:nvSpPr>
          <p:spPr bwMode="auto">
            <a:xfrm>
              <a:off x="3792" y="144"/>
              <a:ext cx="0" cy="124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09" name="Line 274"/>
            <p:cNvSpPr>
              <a:spLocks noChangeShapeType="1"/>
            </p:cNvSpPr>
            <p:nvPr/>
          </p:nvSpPr>
          <p:spPr bwMode="auto">
            <a:xfrm>
              <a:off x="3792" y="1392"/>
              <a:ext cx="1152" cy="2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36910" name="Line 275"/>
            <p:cNvSpPr>
              <a:spLocks noChangeShapeType="1"/>
            </p:cNvSpPr>
            <p:nvPr/>
          </p:nvSpPr>
          <p:spPr bwMode="auto">
            <a:xfrm>
              <a:off x="4944" y="168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l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</p:grpSp>
      <p:cxnSp>
        <p:nvCxnSpPr>
          <p:cNvPr id="102" name="Straight Arrow Connector 101"/>
          <p:cNvCxnSpPr/>
          <p:nvPr/>
        </p:nvCxnSpPr>
        <p:spPr bwMode="auto">
          <a:xfrm flipV="1">
            <a:off x="1295400" y="1524000"/>
            <a:ext cx="304800" cy="228600"/>
          </a:xfrm>
          <a:prstGeom prst="straightConnector1">
            <a:avLst/>
          </a:prstGeom>
          <a:ln>
            <a:solidFill>
              <a:srgbClr val="CC0066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 bwMode="auto">
          <a:xfrm rot="5400000" flipH="1" flipV="1">
            <a:off x="1866900" y="2019300"/>
            <a:ext cx="381000" cy="152400"/>
          </a:xfrm>
          <a:prstGeom prst="straightConnector1">
            <a:avLst/>
          </a:prstGeom>
          <a:ln>
            <a:solidFill>
              <a:srgbClr val="CC0066"/>
            </a:solidFill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DB61886A-1167-4F3F-8A38-F9F4F8849E32}"/>
              </a:ext>
            </a:extLst>
          </p:cNvPr>
          <p:cNvSpPr/>
          <p:nvPr/>
        </p:nvSpPr>
        <p:spPr>
          <a:xfrm>
            <a:off x="4843271" y="4383423"/>
            <a:ext cx="3708298" cy="1636377"/>
          </a:xfrm>
          <a:custGeom>
            <a:avLst/>
            <a:gdLst>
              <a:gd name="connsiteX0" fmla="*/ 192024 w 3708298"/>
              <a:gd name="connsiteY0" fmla="*/ 64008 h 950577"/>
              <a:gd name="connsiteX1" fmla="*/ 192024 w 3708298"/>
              <a:gd name="connsiteY1" fmla="*/ 64008 h 950577"/>
              <a:gd name="connsiteX2" fmla="*/ 64008 w 3708298"/>
              <a:gd name="connsiteY2" fmla="*/ 356616 h 950577"/>
              <a:gd name="connsiteX3" fmla="*/ 0 w 3708298"/>
              <a:gd name="connsiteY3" fmla="*/ 475488 h 950577"/>
              <a:gd name="connsiteX4" fmla="*/ 9144 w 3708298"/>
              <a:gd name="connsiteY4" fmla="*/ 585216 h 950577"/>
              <a:gd name="connsiteX5" fmla="*/ 36576 w 3708298"/>
              <a:gd name="connsiteY5" fmla="*/ 594360 h 950577"/>
              <a:gd name="connsiteX6" fmla="*/ 100584 w 3708298"/>
              <a:gd name="connsiteY6" fmla="*/ 640080 h 950577"/>
              <a:gd name="connsiteX7" fmla="*/ 128016 w 3708298"/>
              <a:gd name="connsiteY7" fmla="*/ 649224 h 950577"/>
              <a:gd name="connsiteX8" fmla="*/ 164592 w 3708298"/>
              <a:gd name="connsiteY8" fmla="*/ 667512 h 950577"/>
              <a:gd name="connsiteX9" fmla="*/ 201168 w 3708298"/>
              <a:gd name="connsiteY9" fmla="*/ 731520 h 950577"/>
              <a:gd name="connsiteX10" fmla="*/ 210312 w 3708298"/>
              <a:gd name="connsiteY10" fmla="*/ 777240 h 950577"/>
              <a:gd name="connsiteX11" fmla="*/ 219456 w 3708298"/>
              <a:gd name="connsiteY11" fmla="*/ 813816 h 950577"/>
              <a:gd name="connsiteX12" fmla="*/ 246888 w 3708298"/>
              <a:gd name="connsiteY12" fmla="*/ 822960 h 950577"/>
              <a:gd name="connsiteX13" fmla="*/ 1316736 w 3708298"/>
              <a:gd name="connsiteY13" fmla="*/ 859536 h 950577"/>
              <a:gd name="connsiteX14" fmla="*/ 1435608 w 3708298"/>
              <a:gd name="connsiteY14" fmla="*/ 868680 h 950577"/>
              <a:gd name="connsiteX15" fmla="*/ 1481328 w 3708298"/>
              <a:gd name="connsiteY15" fmla="*/ 886968 h 950577"/>
              <a:gd name="connsiteX16" fmla="*/ 1764792 w 3708298"/>
              <a:gd name="connsiteY16" fmla="*/ 859536 h 950577"/>
              <a:gd name="connsiteX17" fmla="*/ 1874520 w 3708298"/>
              <a:gd name="connsiteY17" fmla="*/ 822960 h 950577"/>
              <a:gd name="connsiteX18" fmla="*/ 2066544 w 3708298"/>
              <a:gd name="connsiteY18" fmla="*/ 795528 h 950577"/>
              <a:gd name="connsiteX19" fmla="*/ 2322576 w 3708298"/>
              <a:gd name="connsiteY19" fmla="*/ 813816 h 950577"/>
              <a:gd name="connsiteX20" fmla="*/ 2386584 w 3708298"/>
              <a:gd name="connsiteY20" fmla="*/ 832104 h 950577"/>
              <a:gd name="connsiteX21" fmla="*/ 2432304 w 3708298"/>
              <a:gd name="connsiteY21" fmla="*/ 850392 h 950577"/>
              <a:gd name="connsiteX22" fmla="*/ 2478024 w 3708298"/>
              <a:gd name="connsiteY22" fmla="*/ 859536 h 950577"/>
              <a:gd name="connsiteX23" fmla="*/ 2633472 w 3708298"/>
              <a:gd name="connsiteY23" fmla="*/ 877824 h 950577"/>
              <a:gd name="connsiteX24" fmla="*/ 2715768 w 3708298"/>
              <a:gd name="connsiteY24" fmla="*/ 896112 h 950577"/>
              <a:gd name="connsiteX25" fmla="*/ 3044952 w 3708298"/>
              <a:gd name="connsiteY25" fmla="*/ 914400 h 950577"/>
              <a:gd name="connsiteX26" fmla="*/ 3081528 w 3708298"/>
              <a:gd name="connsiteY26" fmla="*/ 923544 h 950577"/>
              <a:gd name="connsiteX27" fmla="*/ 3364992 w 3708298"/>
              <a:gd name="connsiteY27" fmla="*/ 896112 h 950577"/>
              <a:gd name="connsiteX28" fmla="*/ 3419856 w 3708298"/>
              <a:gd name="connsiteY28" fmla="*/ 841248 h 950577"/>
              <a:gd name="connsiteX29" fmla="*/ 3438144 w 3708298"/>
              <a:gd name="connsiteY29" fmla="*/ 813816 h 950577"/>
              <a:gd name="connsiteX30" fmla="*/ 3465576 w 3708298"/>
              <a:gd name="connsiteY30" fmla="*/ 804672 h 950577"/>
              <a:gd name="connsiteX31" fmla="*/ 3493008 w 3708298"/>
              <a:gd name="connsiteY31" fmla="*/ 777240 h 950577"/>
              <a:gd name="connsiteX32" fmla="*/ 3547872 w 3708298"/>
              <a:gd name="connsiteY32" fmla="*/ 749808 h 950577"/>
              <a:gd name="connsiteX33" fmla="*/ 3575304 w 3708298"/>
              <a:gd name="connsiteY33" fmla="*/ 722376 h 950577"/>
              <a:gd name="connsiteX34" fmla="*/ 3639312 w 3708298"/>
              <a:gd name="connsiteY34" fmla="*/ 685800 h 950577"/>
              <a:gd name="connsiteX35" fmla="*/ 3666744 w 3708298"/>
              <a:gd name="connsiteY35" fmla="*/ 649224 h 950577"/>
              <a:gd name="connsiteX36" fmla="*/ 3630168 w 3708298"/>
              <a:gd name="connsiteY36" fmla="*/ 192024 h 950577"/>
              <a:gd name="connsiteX37" fmla="*/ 3602736 w 3708298"/>
              <a:gd name="connsiteY37" fmla="*/ 182880 h 950577"/>
              <a:gd name="connsiteX38" fmla="*/ 3547872 w 3708298"/>
              <a:gd name="connsiteY38" fmla="*/ 146304 h 950577"/>
              <a:gd name="connsiteX39" fmla="*/ 3520440 w 3708298"/>
              <a:gd name="connsiteY39" fmla="*/ 118872 h 950577"/>
              <a:gd name="connsiteX40" fmla="*/ 3493008 w 3708298"/>
              <a:gd name="connsiteY40" fmla="*/ 109728 h 950577"/>
              <a:gd name="connsiteX41" fmla="*/ 3438144 w 3708298"/>
              <a:gd name="connsiteY41" fmla="*/ 82296 h 950577"/>
              <a:gd name="connsiteX42" fmla="*/ 3419856 w 3708298"/>
              <a:gd name="connsiteY42" fmla="*/ 54864 h 950577"/>
              <a:gd name="connsiteX43" fmla="*/ 3355848 w 3708298"/>
              <a:gd name="connsiteY43" fmla="*/ 54864 h 950577"/>
              <a:gd name="connsiteX44" fmla="*/ 3328416 w 3708298"/>
              <a:gd name="connsiteY44" fmla="*/ 64008 h 950577"/>
              <a:gd name="connsiteX45" fmla="*/ 3300984 w 3708298"/>
              <a:gd name="connsiteY45" fmla="*/ 82296 h 950577"/>
              <a:gd name="connsiteX46" fmla="*/ 3264408 w 3708298"/>
              <a:gd name="connsiteY46" fmla="*/ 91440 h 950577"/>
              <a:gd name="connsiteX47" fmla="*/ 3236976 w 3708298"/>
              <a:gd name="connsiteY47" fmla="*/ 109728 h 950577"/>
              <a:gd name="connsiteX48" fmla="*/ 3209544 w 3708298"/>
              <a:gd name="connsiteY48" fmla="*/ 118872 h 950577"/>
              <a:gd name="connsiteX49" fmla="*/ 3127248 w 3708298"/>
              <a:gd name="connsiteY49" fmla="*/ 137160 h 950577"/>
              <a:gd name="connsiteX50" fmla="*/ 3099816 w 3708298"/>
              <a:gd name="connsiteY50" fmla="*/ 146304 h 950577"/>
              <a:gd name="connsiteX51" fmla="*/ 3063240 w 3708298"/>
              <a:gd name="connsiteY51" fmla="*/ 155448 h 950577"/>
              <a:gd name="connsiteX52" fmla="*/ 2350008 w 3708298"/>
              <a:gd name="connsiteY52" fmla="*/ 146304 h 950577"/>
              <a:gd name="connsiteX53" fmla="*/ 2258568 w 3708298"/>
              <a:gd name="connsiteY53" fmla="*/ 128016 h 950577"/>
              <a:gd name="connsiteX54" fmla="*/ 2157984 w 3708298"/>
              <a:gd name="connsiteY54" fmla="*/ 118872 h 950577"/>
              <a:gd name="connsiteX55" fmla="*/ 2075688 w 3708298"/>
              <a:gd name="connsiteY55" fmla="*/ 91440 h 950577"/>
              <a:gd name="connsiteX56" fmla="*/ 1993392 w 3708298"/>
              <a:gd name="connsiteY56" fmla="*/ 64008 h 950577"/>
              <a:gd name="connsiteX57" fmla="*/ 1901952 w 3708298"/>
              <a:gd name="connsiteY57" fmla="*/ 9144 h 950577"/>
              <a:gd name="connsiteX58" fmla="*/ 1865376 w 3708298"/>
              <a:gd name="connsiteY58" fmla="*/ 0 h 950577"/>
              <a:gd name="connsiteX59" fmla="*/ 1764792 w 3708298"/>
              <a:gd name="connsiteY59" fmla="*/ 18288 h 950577"/>
              <a:gd name="connsiteX60" fmla="*/ 1655064 w 3708298"/>
              <a:gd name="connsiteY60" fmla="*/ 45720 h 950577"/>
              <a:gd name="connsiteX61" fmla="*/ 1545336 w 3708298"/>
              <a:gd name="connsiteY61" fmla="*/ 82296 h 950577"/>
              <a:gd name="connsiteX62" fmla="*/ 1490472 w 3708298"/>
              <a:gd name="connsiteY62" fmla="*/ 109728 h 950577"/>
              <a:gd name="connsiteX63" fmla="*/ 1453896 w 3708298"/>
              <a:gd name="connsiteY63" fmla="*/ 118872 h 950577"/>
              <a:gd name="connsiteX64" fmla="*/ 1389888 w 3708298"/>
              <a:gd name="connsiteY64" fmla="*/ 146304 h 950577"/>
              <a:gd name="connsiteX65" fmla="*/ 1362456 w 3708298"/>
              <a:gd name="connsiteY65" fmla="*/ 164592 h 950577"/>
              <a:gd name="connsiteX66" fmla="*/ 1307592 w 3708298"/>
              <a:gd name="connsiteY66" fmla="*/ 182880 h 950577"/>
              <a:gd name="connsiteX67" fmla="*/ 1271016 w 3708298"/>
              <a:gd name="connsiteY67" fmla="*/ 210312 h 950577"/>
              <a:gd name="connsiteX68" fmla="*/ 1243584 w 3708298"/>
              <a:gd name="connsiteY68" fmla="*/ 219456 h 950577"/>
              <a:gd name="connsiteX69" fmla="*/ 1216152 w 3708298"/>
              <a:gd name="connsiteY69" fmla="*/ 237744 h 950577"/>
              <a:gd name="connsiteX70" fmla="*/ 1042416 w 3708298"/>
              <a:gd name="connsiteY70" fmla="*/ 228600 h 950577"/>
              <a:gd name="connsiteX71" fmla="*/ 950976 w 3708298"/>
              <a:gd name="connsiteY71" fmla="*/ 182880 h 950577"/>
              <a:gd name="connsiteX72" fmla="*/ 886968 w 3708298"/>
              <a:gd name="connsiteY72" fmla="*/ 155448 h 950577"/>
              <a:gd name="connsiteX73" fmla="*/ 841248 w 3708298"/>
              <a:gd name="connsiteY73" fmla="*/ 137160 h 950577"/>
              <a:gd name="connsiteX74" fmla="*/ 804672 w 3708298"/>
              <a:gd name="connsiteY74" fmla="*/ 128016 h 950577"/>
              <a:gd name="connsiteX75" fmla="*/ 740664 w 3708298"/>
              <a:gd name="connsiteY75" fmla="*/ 100584 h 950577"/>
              <a:gd name="connsiteX76" fmla="*/ 612648 w 3708298"/>
              <a:gd name="connsiteY76" fmla="*/ 73152 h 950577"/>
              <a:gd name="connsiteX77" fmla="*/ 228600 w 3708298"/>
              <a:gd name="connsiteY77" fmla="*/ 82296 h 950577"/>
              <a:gd name="connsiteX78" fmla="*/ 192024 w 3708298"/>
              <a:gd name="connsiteY78" fmla="*/ 64008 h 95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08298" h="950577">
                <a:moveTo>
                  <a:pt x="192024" y="64008"/>
                </a:moveTo>
                <a:lnTo>
                  <a:pt x="192024" y="64008"/>
                </a:lnTo>
                <a:cubicBezTo>
                  <a:pt x="159926" y="240549"/>
                  <a:pt x="191990" y="127595"/>
                  <a:pt x="64008" y="356616"/>
                </a:cubicBezTo>
                <a:cubicBezTo>
                  <a:pt x="42054" y="395901"/>
                  <a:pt x="0" y="475488"/>
                  <a:pt x="0" y="475488"/>
                </a:cubicBezTo>
                <a:cubicBezTo>
                  <a:pt x="3048" y="512064"/>
                  <a:pt x="-1650" y="550136"/>
                  <a:pt x="9144" y="585216"/>
                </a:cubicBezTo>
                <a:cubicBezTo>
                  <a:pt x="11979" y="594428"/>
                  <a:pt x="27955" y="590049"/>
                  <a:pt x="36576" y="594360"/>
                </a:cubicBezTo>
                <a:cubicBezTo>
                  <a:pt x="64881" y="608512"/>
                  <a:pt x="71591" y="623512"/>
                  <a:pt x="100584" y="640080"/>
                </a:cubicBezTo>
                <a:cubicBezTo>
                  <a:pt x="108953" y="644862"/>
                  <a:pt x="119157" y="645427"/>
                  <a:pt x="128016" y="649224"/>
                </a:cubicBezTo>
                <a:cubicBezTo>
                  <a:pt x="140545" y="654594"/>
                  <a:pt x="152400" y="661416"/>
                  <a:pt x="164592" y="667512"/>
                </a:cubicBezTo>
                <a:cubicBezTo>
                  <a:pt x="177970" y="687579"/>
                  <a:pt x="193434" y="708317"/>
                  <a:pt x="201168" y="731520"/>
                </a:cubicBezTo>
                <a:cubicBezTo>
                  <a:pt x="206083" y="746264"/>
                  <a:pt x="206941" y="762068"/>
                  <a:pt x="210312" y="777240"/>
                </a:cubicBezTo>
                <a:cubicBezTo>
                  <a:pt x="213038" y="789508"/>
                  <a:pt x="211605" y="804003"/>
                  <a:pt x="219456" y="813816"/>
                </a:cubicBezTo>
                <a:cubicBezTo>
                  <a:pt x="225477" y="821342"/>
                  <a:pt x="237744" y="819912"/>
                  <a:pt x="246888" y="822960"/>
                </a:cubicBezTo>
                <a:cubicBezTo>
                  <a:pt x="520308" y="1096380"/>
                  <a:pt x="253909" y="842799"/>
                  <a:pt x="1316736" y="859536"/>
                </a:cubicBezTo>
                <a:cubicBezTo>
                  <a:pt x="1356472" y="860162"/>
                  <a:pt x="1395984" y="865632"/>
                  <a:pt x="1435608" y="868680"/>
                </a:cubicBezTo>
                <a:cubicBezTo>
                  <a:pt x="1450848" y="874776"/>
                  <a:pt x="1464914" y="886968"/>
                  <a:pt x="1481328" y="886968"/>
                </a:cubicBezTo>
                <a:cubicBezTo>
                  <a:pt x="1552787" y="886968"/>
                  <a:pt x="1678854" y="870278"/>
                  <a:pt x="1764792" y="859536"/>
                </a:cubicBezTo>
                <a:cubicBezTo>
                  <a:pt x="1801368" y="847344"/>
                  <a:pt x="1836263" y="827742"/>
                  <a:pt x="1874520" y="822960"/>
                </a:cubicBezTo>
                <a:cubicBezTo>
                  <a:pt x="1987453" y="808843"/>
                  <a:pt x="1923384" y="817553"/>
                  <a:pt x="2066544" y="795528"/>
                </a:cubicBezTo>
                <a:cubicBezTo>
                  <a:pt x="2191686" y="801216"/>
                  <a:pt x="2227614" y="794824"/>
                  <a:pt x="2322576" y="813816"/>
                </a:cubicBezTo>
                <a:cubicBezTo>
                  <a:pt x="2343164" y="817934"/>
                  <a:pt x="2366664" y="824634"/>
                  <a:pt x="2386584" y="832104"/>
                </a:cubicBezTo>
                <a:cubicBezTo>
                  <a:pt x="2401953" y="837867"/>
                  <a:pt x="2416582" y="845675"/>
                  <a:pt x="2432304" y="850392"/>
                </a:cubicBezTo>
                <a:cubicBezTo>
                  <a:pt x="2447190" y="854858"/>
                  <a:pt x="2462625" y="857436"/>
                  <a:pt x="2478024" y="859536"/>
                </a:cubicBezTo>
                <a:cubicBezTo>
                  <a:pt x="2529719" y="866585"/>
                  <a:pt x="2581905" y="869891"/>
                  <a:pt x="2633472" y="877824"/>
                </a:cubicBezTo>
                <a:cubicBezTo>
                  <a:pt x="2661246" y="882097"/>
                  <a:pt x="2687777" y="893624"/>
                  <a:pt x="2715768" y="896112"/>
                </a:cubicBezTo>
                <a:cubicBezTo>
                  <a:pt x="2825234" y="905842"/>
                  <a:pt x="2935224" y="908304"/>
                  <a:pt x="3044952" y="914400"/>
                </a:cubicBezTo>
                <a:cubicBezTo>
                  <a:pt x="3057144" y="917448"/>
                  <a:pt x="3068967" y="923937"/>
                  <a:pt x="3081528" y="923544"/>
                </a:cubicBezTo>
                <a:cubicBezTo>
                  <a:pt x="3311842" y="916347"/>
                  <a:pt x="3260370" y="930986"/>
                  <a:pt x="3364992" y="896112"/>
                </a:cubicBezTo>
                <a:cubicBezTo>
                  <a:pt x="3383280" y="877824"/>
                  <a:pt x="3405510" y="862767"/>
                  <a:pt x="3419856" y="841248"/>
                </a:cubicBezTo>
                <a:cubicBezTo>
                  <a:pt x="3425952" y="832104"/>
                  <a:pt x="3429562" y="820681"/>
                  <a:pt x="3438144" y="813816"/>
                </a:cubicBezTo>
                <a:cubicBezTo>
                  <a:pt x="3445670" y="807795"/>
                  <a:pt x="3456432" y="807720"/>
                  <a:pt x="3465576" y="804672"/>
                </a:cubicBezTo>
                <a:cubicBezTo>
                  <a:pt x="3474720" y="795528"/>
                  <a:pt x="3482248" y="784413"/>
                  <a:pt x="3493008" y="777240"/>
                </a:cubicBezTo>
                <a:cubicBezTo>
                  <a:pt x="3575488" y="722253"/>
                  <a:pt x="3461543" y="821749"/>
                  <a:pt x="3547872" y="749808"/>
                </a:cubicBezTo>
                <a:cubicBezTo>
                  <a:pt x="3557806" y="741529"/>
                  <a:pt x="3565370" y="730655"/>
                  <a:pt x="3575304" y="722376"/>
                </a:cubicBezTo>
                <a:cubicBezTo>
                  <a:pt x="3594691" y="706220"/>
                  <a:pt x="3616953" y="696980"/>
                  <a:pt x="3639312" y="685800"/>
                </a:cubicBezTo>
                <a:cubicBezTo>
                  <a:pt x="3648456" y="673608"/>
                  <a:pt x="3666158" y="664453"/>
                  <a:pt x="3666744" y="649224"/>
                </a:cubicBezTo>
                <a:cubicBezTo>
                  <a:pt x="3671050" y="537261"/>
                  <a:pt x="3778331" y="266106"/>
                  <a:pt x="3630168" y="192024"/>
                </a:cubicBezTo>
                <a:cubicBezTo>
                  <a:pt x="3621547" y="187713"/>
                  <a:pt x="3611880" y="185928"/>
                  <a:pt x="3602736" y="182880"/>
                </a:cubicBezTo>
                <a:cubicBezTo>
                  <a:pt x="3515225" y="95369"/>
                  <a:pt x="3627272" y="199237"/>
                  <a:pt x="3547872" y="146304"/>
                </a:cubicBezTo>
                <a:cubicBezTo>
                  <a:pt x="3537112" y="139131"/>
                  <a:pt x="3531200" y="126045"/>
                  <a:pt x="3520440" y="118872"/>
                </a:cubicBezTo>
                <a:cubicBezTo>
                  <a:pt x="3512420" y="113525"/>
                  <a:pt x="3501629" y="114039"/>
                  <a:pt x="3493008" y="109728"/>
                </a:cubicBezTo>
                <a:cubicBezTo>
                  <a:pt x="3422104" y="74276"/>
                  <a:pt x="3507095" y="105280"/>
                  <a:pt x="3438144" y="82296"/>
                </a:cubicBezTo>
                <a:cubicBezTo>
                  <a:pt x="3432048" y="73152"/>
                  <a:pt x="3428438" y="61729"/>
                  <a:pt x="3419856" y="54864"/>
                </a:cubicBezTo>
                <a:cubicBezTo>
                  <a:pt x="3398576" y="37840"/>
                  <a:pt x="3378209" y="48475"/>
                  <a:pt x="3355848" y="54864"/>
                </a:cubicBezTo>
                <a:cubicBezTo>
                  <a:pt x="3346580" y="57512"/>
                  <a:pt x="3337037" y="59697"/>
                  <a:pt x="3328416" y="64008"/>
                </a:cubicBezTo>
                <a:cubicBezTo>
                  <a:pt x="3318586" y="68923"/>
                  <a:pt x="3311085" y="77967"/>
                  <a:pt x="3300984" y="82296"/>
                </a:cubicBezTo>
                <a:cubicBezTo>
                  <a:pt x="3289433" y="87246"/>
                  <a:pt x="3276600" y="88392"/>
                  <a:pt x="3264408" y="91440"/>
                </a:cubicBezTo>
                <a:cubicBezTo>
                  <a:pt x="3255264" y="97536"/>
                  <a:pt x="3246806" y="104813"/>
                  <a:pt x="3236976" y="109728"/>
                </a:cubicBezTo>
                <a:cubicBezTo>
                  <a:pt x="3228355" y="114039"/>
                  <a:pt x="3218812" y="116224"/>
                  <a:pt x="3209544" y="118872"/>
                </a:cubicBezTo>
                <a:cubicBezTo>
                  <a:pt x="3143836" y="137646"/>
                  <a:pt x="3202672" y="118304"/>
                  <a:pt x="3127248" y="137160"/>
                </a:cubicBezTo>
                <a:cubicBezTo>
                  <a:pt x="3117897" y="139498"/>
                  <a:pt x="3109084" y="143656"/>
                  <a:pt x="3099816" y="146304"/>
                </a:cubicBezTo>
                <a:cubicBezTo>
                  <a:pt x="3087732" y="149756"/>
                  <a:pt x="3075432" y="152400"/>
                  <a:pt x="3063240" y="155448"/>
                </a:cubicBezTo>
                <a:cubicBezTo>
                  <a:pt x="2825496" y="152400"/>
                  <a:pt x="2587633" y="154405"/>
                  <a:pt x="2350008" y="146304"/>
                </a:cubicBezTo>
                <a:cubicBezTo>
                  <a:pt x="2318942" y="145245"/>
                  <a:pt x="2289339" y="132412"/>
                  <a:pt x="2258568" y="128016"/>
                </a:cubicBezTo>
                <a:cubicBezTo>
                  <a:pt x="2225240" y="123255"/>
                  <a:pt x="2191512" y="121920"/>
                  <a:pt x="2157984" y="118872"/>
                </a:cubicBezTo>
                <a:cubicBezTo>
                  <a:pt x="2014883" y="61632"/>
                  <a:pt x="2193813" y="130815"/>
                  <a:pt x="2075688" y="91440"/>
                </a:cubicBezTo>
                <a:cubicBezTo>
                  <a:pt x="1972389" y="57007"/>
                  <a:pt x="2081043" y="85921"/>
                  <a:pt x="1993392" y="64008"/>
                </a:cubicBezTo>
                <a:cubicBezTo>
                  <a:pt x="1966048" y="45778"/>
                  <a:pt x="1934086" y="21194"/>
                  <a:pt x="1901952" y="9144"/>
                </a:cubicBezTo>
                <a:cubicBezTo>
                  <a:pt x="1890185" y="4731"/>
                  <a:pt x="1877568" y="3048"/>
                  <a:pt x="1865376" y="0"/>
                </a:cubicBezTo>
                <a:cubicBezTo>
                  <a:pt x="1796382" y="22998"/>
                  <a:pt x="1894036" y="-7561"/>
                  <a:pt x="1764792" y="18288"/>
                </a:cubicBezTo>
                <a:cubicBezTo>
                  <a:pt x="1727822" y="25682"/>
                  <a:pt x="1655064" y="45720"/>
                  <a:pt x="1655064" y="45720"/>
                </a:cubicBezTo>
                <a:cubicBezTo>
                  <a:pt x="1601825" y="81213"/>
                  <a:pt x="1644562" y="57490"/>
                  <a:pt x="1545336" y="82296"/>
                </a:cubicBezTo>
                <a:cubicBezTo>
                  <a:pt x="1483687" y="97708"/>
                  <a:pt x="1553049" y="82909"/>
                  <a:pt x="1490472" y="109728"/>
                </a:cubicBezTo>
                <a:cubicBezTo>
                  <a:pt x="1478921" y="114678"/>
                  <a:pt x="1466088" y="115824"/>
                  <a:pt x="1453896" y="118872"/>
                </a:cubicBezTo>
                <a:cubicBezTo>
                  <a:pt x="1385026" y="164785"/>
                  <a:pt x="1472554" y="110876"/>
                  <a:pt x="1389888" y="146304"/>
                </a:cubicBezTo>
                <a:cubicBezTo>
                  <a:pt x="1379787" y="150633"/>
                  <a:pt x="1372499" y="160129"/>
                  <a:pt x="1362456" y="164592"/>
                </a:cubicBezTo>
                <a:cubicBezTo>
                  <a:pt x="1344840" y="172421"/>
                  <a:pt x="1325880" y="176784"/>
                  <a:pt x="1307592" y="182880"/>
                </a:cubicBezTo>
                <a:cubicBezTo>
                  <a:pt x="1295400" y="192024"/>
                  <a:pt x="1284248" y="202751"/>
                  <a:pt x="1271016" y="210312"/>
                </a:cubicBezTo>
                <a:cubicBezTo>
                  <a:pt x="1262647" y="215094"/>
                  <a:pt x="1252205" y="215145"/>
                  <a:pt x="1243584" y="219456"/>
                </a:cubicBezTo>
                <a:cubicBezTo>
                  <a:pt x="1233754" y="224371"/>
                  <a:pt x="1225296" y="231648"/>
                  <a:pt x="1216152" y="237744"/>
                </a:cubicBezTo>
                <a:cubicBezTo>
                  <a:pt x="1158240" y="234696"/>
                  <a:pt x="1099205" y="240350"/>
                  <a:pt x="1042416" y="228600"/>
                </a:cubicBezTo>
                <a:cubicBezTo>
                  <a:pt x="1009045" y="221696"/>
                  <a:pt x="981456" y="198120"/>
                  <a:pt x="950976" y="182880"/>
                </a:cubicBezTo>
                <a:cubicBezTo>
                  <a:pt x="886751" y="150768"/>
                  <a:pt x="940786" y="175630"/>
                  <a:pt x="886968" y="155448"/>
                </a:cubicBezTo>
                <a:cubicBezTo>
                  <a:pt x="871599" y="149685"/>
                  <a:pt x="856820" y="142351"/>
                  <a:pt x="841248" y="137160"/>
                </a:cubicBezTo>
                <a:cubicBezTo>
                  <a:pt x="829326" y="133186"/>
                  <a:pt x="816864" y="131064"/>
                  <a:pt x="804672" y="128016"/>
                </a:cubicBezTo>
                <a:cubicBezTo>
                  <a:pt x="761151" y="99002"/>
                  <a:pt x="794343" y="116688"/>
                  <a:pt x="740664" y="100584"/>
                </a:cubicBezTo>
                <a:cubicBezTo>
                  <a:pt x="647596" y="72664"/>
                  <a:pt x="723911" y="87060"/>
                  <a:pt x="612648" y="73152"/>
                </a:cubicBezTo>
                <a:cubicBezTo>
                  <a:pt x="484632" y="76200"/>
                  <a:pt x="356526" y="76610"/>
                  <a:pt x="228600" y="82296"/>
                </a:cubicBezTo>
                <a:cubicBezTo>
                  <a:pt x="218971" y="82724"/>
                  <a:pt x="198120" y="67056"/>
                  <a:pt x="192024" y="64008"/>
                </a:cubicBezTo>
                <a:close/>
              </a:path>
            </a:pathLst>
          </a:cu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1735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Graphical representation of B&amp;B Algorithm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2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2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6" grpId="0"/>
      <p:bldP spid="27792" grpId="0"/>
      <p:bldP spid="27870" grpId="0" animBg="1"/>
      <p:bldP spid="27873" grpId="0" animBg="1"/>
      <p:bldP spid="27874" grpId="0" animBg="1"/>
      <p:bldP spid="27876" grpId="0" animBg="1"/>
      <p:bldP spid="27904" grpId="0" animBg="1"/>
      <p:bldP spid="27905" grpId="0" animBg="1"/>
      <p:bldP spid="27906" grpId="0" animBg="1"/>
      <p:bldP spid="2790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/>
              <a:t>Branch and Bound Algorithm (Minimization Problem)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5000"/>
              </a:lnSpc>
              <a:tabLst>
                <a:tab pos="282575" algn="l"/>
              </a:tabLst>
            </a:pPr>
            <a:r>
              <a:rPr lang="en-US" sz="2000" b="1"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0: (Initialization) </a:t>
            </a:r>
            <a:r>
              <a:rPr lang="en-US" sz="2000"/>
              <a:t>Let Z</a:t>
            </a:r>
            <a:r>
              <a:rPr lang="en-US" sz="2000" baseline="-25000"/>
              <a:t>inc</a:t>
            </a:r>
            <a:r>
              <a:rPr lang="en-US" sz="2000"/>
              <a:t> = </a:t>
            </a:r>
            <a:r>
              <a:rPr lang="en-US" sz="2000">
                <a:sym typeface="Symbol" pitchFamily="18" charset="2"/>
              </a:rPr>
              <a:t>. Solve the LP relaxation. If integral, the solution is optimal, STOP. Otherwise, create the root node and put it on the list of dangling nodes.</a:t>
            </a:r>
            <a:endParaRPr lang="en-US" sz="2000"/>
          </a:p>
          <a:p>
            <a:pPr eaLnBrk="1" hangingPunct="1">
              <a:lnSpc>
                <a:spcPct val="115000"/>
              </a:lnSpc>
              <a:tabLst>
                <a:tab pos="282575" algn="l"/>
              </a:tabLst>
            </a:pPr>
            <a:r>
              <a:rPr lang="en-US" sz="2100" b="1"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1: (Node Selection) </a:t>
            </a:r>
            <a:r>
              <a:rPr lang="en-US" sz="2000"/>
              <a:t>If the list of dangling nodes is empty, the current incumbent solution is optimal, STOP. Otherwise, select a dangling node according to the node selection criterion, and go to step 2.</a:t>
            </a:r>
          </a:p>
          <a:p>
            <a:pPr eaLnBrk="1" hangingPunct="1">
              <a:lnSpc>
                <a:spcPct val="115000"/>
              </a:lnSpc>
              <a:tabLst>
                <a:tab pos="282575" algn="l"/>
              </a:tabLst>
            </a:pPr>
            <a:r>
              <a:rPr lang="en-US" sz="2100" b="1"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2: (Branching) </a:t>
            </a:r>
            <a:r>
              <a:rPr lang="en-US" sz="2000"/>
              <a:t>Pick a branch variable as per branch selection rule, create the two new dangling nodes corresponding to the two branches and solve the LP corresponding to them. </a:t>
            </a:r>
          </a:p>
          <a:p>
            <a:pPr eaLnBrk="1" hangingPunct="1">
              <a:lnSpc>
                <a:spcPct val="115000"/>
              </a:lnSpc>
              <a:tabLst>
                <a:tab pos="282575" algn="l"/>
              </a:tabLst>
            </a:pPr>
            <a:r>
              <a:rPr lang="en-US" sz="2100" b="1"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3: (Incumbent </a:t>
            </a:r>
            <a:r>
              <a:rPr lang="en-US" sz="2100" b="1" err="1"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Updation</a:t>
            </a:r>
            <a:r>
              <a:rPr lang="en-US" sz="2100" b="1"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sz="2000"/>
              <a:t>If the LP solution for either node is integral and less than the current incumbent, update the incumbent solution.</a:t>
            </a:r>
          </a:p>
          <a:p>
            <a:pPr eaLnBrk="1" hangingPunct="1">
              <a:lnSpc>
                <a:spcPct val="115000"/>
              </a:lnSpc>
              <a:tabLst>
                <a:tab pos="282575" algn="l"/>
              </a:tabLst>
            </a:pPr>
            <a:r>
              <a:rPr lang="en-US" sz="2100" b="1">
                <a:solidFill>
                  <a:srgbClr val="0173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4:  (Fathoming) </a:t>
            </a:r>
          </a:p>
          <a:p>
            <a:pPr lvl="1" eaLnBrk="1" hangingPunct="1">
              <a:lnSpc>
                <a:spcPct val="115000"/>
              </a:lnSpc>
              <a:tabLst>
                <a:tab pos="282575" algn="l"/>
              </a:tabLst>
            </a:pPr>
            <a:r>
              <a:rPr lang="en-US" sz="2000">
                <a:solidFill>
                  <a:srgbClr val="0066CC"/>
                </a:solidFill>
              </a:rPr>
              <a:t>a) If at either node Z</a:t>
            </a:r>
            <a:r>
              <a:rPr lang="en-US" sz="2000" baseline="-25000">
                <a:solidFill>
                  <a:srgbClr val="0066CC"/>
                </a:solidFill>
              </a:rPr>
              <a:t>LP</a:t>
            </a:r>
            <a:r>
              <a:rPr lang="en-US" sz="2000">
                <a:solidFill>
                  <a:srgbClr val="0066CC"/>
                </a:solidFill>
              </a:rPr>
              <a:t> </a:t>
            </a:r>
            <a:r>
              <a:rPr lang="en-US" sz="2000">
                <a:solidFill>
                  <a:srgbClr val="0066CC"/>
                </a:solidFill>
                <a:latin typeface="Symbol" pitchFamily="18" charset="2"/>
              </a:rPr>
              <a:t>³ Z</a:t>
            </a:r>
            <a:r>
              <a:rPr lang="en-US" sz="2000" baseline="-25000">
                <a:solidFill>
                  <a:srgbClr val="0066CC"/>
                </a:solidFill>
              </a:rPr>
              <a:t>inc</a:t>
            </a:r>
            <a:r>
              <a:rPr lang="en-US" sz="2000">
                <a:solidFill>
                  <a:srgbClr val="0066CC"/>
                </a:solidFill>
              </a:rPr>
              <a:t>, remove the node from the list of 		dangling nodes.</a:t>
            </a:r>
          </a:p>
          <a:p>
            <a:pPr lvl="1" eaLnBrk="1" hangingPunct="1">
              <a:lnSpc>
                <a:spcPct val="115000"/>
              </a:lnSpc>
              <a:tabLst>
                <a:tab pos="282575" algn="l"/>
              </a:tabLst>
            </a:pPr>
            <a:r>
              <a:rPr lang="en-US" sz="2000">
                <a:solidFill>
                  <a:srgbClr val="0066CC"/>
                </a:solidFill>
              </a:rPr>
              <a:t>Go back to Step 1.</a:t>
            </a:r>
            <a:endParaRPr lang="en-US" sz="1800">
              <a:solidFill>
                <a:srgbClr val="0066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1682</Words>
  <Application>Microsoft Office PowerPoint</Application>
  <PresentationFormat>On-screen Show (4:3)</PresentationFormat>
  <Paragraphs>235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Symbol</vt:lpstr>
      <vt:lpstr>Office Theme</vt:lpstr>
      <vt:lpstr>1_Office Theme</vt:lpstr>
      <vt:lpstr>PowerPoint Presentation</vt:lpstr>
      <vt:lpstr>LP vs. IP</vt:lpstr>
      <vt:lpstr>Integral Polyhedron</vt:lpstr>
      <vt:lpstr>Relaxing the integrality condition</vt:lpstr>
      <vt:lpstr>PowerPoint Presentation</vt:lpstr>
      <vt:lpstr>Enumeration Approach</vt:lpstr>
      <vt:lpstr>Relationship between LP and IP</vt:lpstr>
      <vt:lpstr>Implicit Enumeration</vt:lpstr>
      <vt:lpstr>PowerPoint Presentation</vt:lpstr>
      <vt:lpstr>Implicit Enumeration</vt:lpstr>
      <vt:lpstr>Branch and Bound Algorithm</vt:lpstr>
      <vt:lpstr>Fathoming</vt:lpstr>
      <vt:lpstr>Incumbent Solution</vt:lpstr>
      <vt:lpstr>Branch and Bound Tree</vt:lpstr>
      <vt:lpstr>Example</vt:lpstr>
      <vt:lpstr>Example</vt:lpstr>
      <vt:lpstr>PowerPoint Presentation</vt:lpstr>
      <vt:lpstr>PowerPoint Presentation</vt:lpstr>
      <vt:lpstr>Branch and Bound Algorithm (Minimization Problem)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sonia</dc:creator>
  <cp:lastModifiedBy>Prof. Sonia Singh</cp:lastModifiedBy>
  <cp:revision>3</cp:revision>
  <dcterms:created xsi:type="dcterms:W3CDTF">2008-05-14T05:16:47Z</dcterms:created>
  <dcterms:modified xsi:type="dcterms:W3CDTF">2023-01-24T11:11:21Z</dcterms:modified>
</cp:coreProperties>
</file>