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708" r:id="rId2"/>
  </p:sldMasterIdLst>
  <p:notesMasterIdLst>
    <p:notesMasterId r:id="rId14"/>
  </p:notesMasterIdLst>
  <p:sldIdLst>
    <p:sldId id="315" r:id="rId3"/>
    <p:sldId id="319" r:id="rId4"/>
    <p:sldId id="320" r:id="rId5"/>
    <p:sldId id="321" r:id="rId6"/>
    <p:sldId id="316" r:id="rId7"/>
    <p:sldId id="311" r:id="rId8"/>
    <p:sldId id="328" r:id="rId9"/>
    <p:sldId id="312" r:id="rId10"/>
    <p:sldId id="313" r:id="rId11"/>
    <p:sldId id="329" r:id="rId12"/>
    <p:sldId id="314" r:id="rId1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onia" initials="S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7649"/>
    <a:srgbClr val="000066"/>
    <a:srgbClr val="CC3399"/>
    <a:srgbClr val="FFFF66"/>
    <a:srgbClr val="0066CC"/>
    <a:srgbClr val="6600CC"/>
    <a:srgbClr val="006400"/>
    <a:srgbClr val="3333FF"/>
    <a:srgbClr val="CC00CC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9FCCFD-0A85-4325-98A7-8B4DBD01891F}" v="201" dt="2023-01-30T09:57:53.9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485" autoAdjust="0"/>
    <p:restoredTop sz="95062" autoAdjust="0"/>
  </p:normalViewPr>
  <p:slideViewPr>
    <p:cSldViewPr>
      <p:cViewPr varScale="1">
        <p:scale>
          <a:sx n="100" d="100"/>
          <a:sy n="100" d="100"/>
        </p:scale>
        <p:origin x="1590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228" y="4748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commentAuthors" Target="commentAuthors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of. Sonia Singh" userId="6f675423-8f79-44df-83d5-6930672ff1de" providerId="ADAL" clId="{FC9FCCFD-0A85-4325-98A7-8B4DBD01891F}"/>
    <pc:docChg chg="undo custSel addSld modSld modMainMaster">
      <pc:chgData name="Prof. Sonia Singh" userId="6f675423-8f79-44df-83d5-6930672ff1de" providerId="ADAL" clId="{FC9FCCFD-0A85-4325-98A7-8B4DBD01891F}" dt="2023-01-30T09:57:53.916" v="416"/>
      <pc:docMkLst>
        <pc:docMk/>
      </pc:docMkLst>
      <pc:sldChg chg="modSp mod modClrScheme chgLayout">
        <pc:chgData name="Prof. Sonia Singh" userId="6f675423-8f79-44df-83d5-6930672ff1de" providerId="ADAL" clId="{FC9FCCFD-0A85-4325-98A7-8B4DBD01891F}" dt="2023-01-30T09:46:47.475" v="320" actId="207"/>
        <pc:sldMkLst>
          <pc:docMk/>
          <pc:sldMk cId="0" sldId="311"/>
        </pc:sldMkLst>
        <pc:spChg chg="mod ord">
          <ac:chgData name="Prof. Sonia Singh" userId="6f675423-8f79-44df-83d5-6930672ff1de" providerId="ADAL" clId="{FC9FCCFD-0A85-4325-98A7-8B4DBD01891F}" dt="2023-01-30T09:46:05.829" v="312" actId="700"/>
          <ac:spMkLst>
            <pc:docMk/>
            <pc:sldMk cId="0" sldId="311"/>
            <ac:spMk id="1033" creationId="{00000000-0000-0000-0000-000000000000}"/>
          </ac:spMkLst>
        </pc:spChg>
        <pc:spChg chg="mod ord">
          <ac:chgData name="Prof. Sonia Singh" userId="6f675423-8f79-44df-83d5-6930672ff1de" providerId="ADAL" clId="{FC9FCCFD-0A85-4325-98A7-8B4DBD01891F}" dt="2023-01-30T09:46:47.475" v="320" actId="207"/>
          <ac:spMkLst>
            <pc:docMk/>
            <pc:sldMk cId="0" sldId="311"/>
            <ac:spMk id="34819" creationId="{00000000-0000-0000-0000-000000000000}"/>
          </ac:spMkLst>
        </pc:spChg>
      </pc:sldChg>
      <pc:sldChg chg="modSp mod modAnim">
        <pc:chgData name="Prof. Sonia Singh" userId="6f675423-8f79-44df-83d5-6930672ff1de" providerId="ADAL" clId="{FC9FCCFD-0A85-4325-98A7-8B4DBD01891F}" dt="2023-01-30T09:46:55.379" v="321" actId="14100"/>
        <pc:sldMkLst>
          <pc:docMk/>
          <pc:sldMk cId="0" sldId="312"/>
        </pc:sldMkLst>
        <pc:spChg chg="mod">
          <ac:chgData name="Prof. Sonia Singh" userId="6f675423-8f79-44df-83d5-6930672ff1de" providerId="ADAL" clId="{FC9FCCFD-0A85-4325-98A7-8B4DBD01891F}" dt="2023-01-30T09:46:55.379" v="321" actId="14100"/>
          <ac:spMkLst>
            <pc:docMk/>
            <pc:sldMk cId="0" sldId="312"/>
            <ac:spMk id="35843" creationId="{00000000-0000-0000-0000-000000000000}"/>
          </ac:spMkLst>
        </pc:spChg>
      </pc:sldChg>
      <pc:sldChg chg="addSp delSp modSp mod modClrScheme delAnim modAnim chgLayout">
        <pc:chgData name="Prof. Sonia Singh" userId="6f675423-8f79-44df-83d5-6930672ff1de" providerId="ADAL" clId="{FC9FCCFD-0A85-4325-98A7-8B4DBD01891F}" dt="2023-01-30T09:57:53.916" v="416"/>
        <pc:sldMkLst>
          <pc:docMk/>
          <pc:sldMk cId="0" sldId="313"/>
        </pc:sldMkLst>
        <pc:spChg chg="add mod">
          <ac:chgData name="Prof. Sonia Singh" userId="6f675423-8f79-44df-83d5-6930672ff1de" providerId="ADAL" clId="{FC9FCCFD-0A85-4325-98A7-8B4DBD01891F}" dt="2023-01-30T09:29:06.785" v="7"/>
          <ac:spMkLst>
            <pc:docMk/>
            <pc:sldMk cId="0" sldId="313"/>
            <ac:spMk id="2" creationId="{FC2AF43D-1CF4-E1F4-83D6-049F6E9AFACE}"/>
          </ac:spMkLst>
        </pc:spChg>
        <pc:spChg chg="add mod">
          <ac:chgData name="Prof. Sonia Singh" userId="6f675423-8f79-44df-83d5-6930672ff1de" providerId="ADAL" clId="{FC9FCCFD-0A85-4325-98A7-8B4DBD01891F}" dt="2023-01-30T09:29:06.785" v="7"/>
          <ac:spMkLst>
            <pc:docMk/>
            <pc:sldMk cId="0" sldId="313"/>
            <ac:spMk id="3" creationId="{4B236259-42BC-3F82-9415-EC4C60C58D1D}"/>
          </ac:spMkLst>
        </pc:spChg>
        <pc:spChg chg="add del mod">
          <ac:chgData name="Prof. Sonia Singh" userId="6f675423-8f79-44df-83d5-6930672ff1de" providerId="ADAL" clId="{FC9FCCFD-0A85-4325-98A7-8B4DBD01891F}" dt="2023-01-30T09:29:18.203" v="13" actId="478"/>
          <ac:spMkLst>
            <pc:docMk/>
            <pc:sldMk cId="0" sldId="313"/>
            <ac:spMk id="6" creationId="{D682B2D3-0C3D-E076-639B-82B06D83B36B}"/>
          </ac:spMkLst>
        </pc:spChg>
        <pc:spChg chg="add del mod">
          <ac:chgData name="Prof. Sonia Singh" userId="6f675423-8f79-44df-83d5-6930672ff1de" providerId="ADAL" clId="{FC9FCCFD-0A85-4325-98A7-8B4DBD01891F}" dt="2023-01-30T09:29:19.694" v="14" actId="478"/>
          <ac:spMkLst>
            <pc:docMk/>
            <pc:sldMk cId="0" sldId="313"/>
            <ac:spMk id="7" creationId="{5E6836FB-69E3-8FD4-22F2-DE11EFE05AAF}"/>
          </ac:spMkLst>
        </pc:spChg>
        <pc:spChg chg="add del mod">
          <ac:chgData name="Prof. Sonia Singh" userId="6f675423-8f79-44df-83d5-6930672ff1de" providerId="ADAL" clId="{FC9FCCFD-0A85-4325-98A7-8B4DBD01891F}" dt="2023-01-30T09:29:34.533" v="18" actId="478"/>
          <ac:spMkLst>
            <pc:docMk/>
            <pc:sldMk cId="0" sldId="313"/>
            <ac:spMk id="10" creationId="{02E6B246-23AE-8661-3CCD-A2CB407B05E5}"/>
          </ac:spMkLst>
        </pc:spChg>
        <pc:spChg chg="add mod">
          <ac:chgData name="Prof. Sonia Singh" userId="6f675423-8f79-44df-83d5-6930672ff1de" providerId="ADAL" clId="{FC9FCCFD-0A85-4325-98A7-8B4DBD01891F}" dt="2023-01-30T09:32:16.169" v="186" actId="1076"/>
          <ac:spMkLst>
            <pc:docMk/>
            <pc:sldMk cId="0" sldId="313"/>
            <ac:spMk id="11" creationId="{A73BB0A6-7972-A3E8-486D-78C1BD9C88B7}"/>
          </ac:spMkLst>
        </pc:spChg>
        <pc:spChg chg="add del mod">
          <ac:chgData name="Prof. Sonia Singh" userId="6f675423-8f79-44df-83d5-6930672ff1de" providerId="ADAL" clId="{FC9FCCFD-0A85-4325-98A7-8B4DBD01891F}" dt="2023-01-30T09:29:50.043" v="20" actId="700"/>
          <ac:spMkLst>
            <pc:docMk/>
            <pc:sldMk cId="0" sldId="313"/>
            <ac:spMk id="14" creationId="{CB62DE15-99E4-613C-F274-91F064D1BFE0}"/>
          </ac:spMkLst>
        </pc:spChg>
        <pc:spChg chg="add mod">
          <ac:chgData name="Prof. Sonia Singh" userId="6f675423-8f79-44df-83d5-6930672ff1de" providerId="ADAL" clId="{FC9FCCFD-0A85-4325-98A7-8B4DBD01891F}" dt="2023-01-30T09:33:34.922" v="206" actId="1076"/>
          <ac:spMkLst>
            <pc:docMk/>
            <pc:sldMk cId="0" sldId="313"/>
            <ac:spMk id="15" creationId="{090979F5-FEAC-66E8-7B4D-A1DD7F4D9072}"/>
          </ac:spMkLst>
        </pc:spChg>
        <pc:spChg chg="add mod">
          <ac:chgData name="Prof. Sonia Singh" userId="6f675423-8f79-44df-83d5-6930672ff1de" providerId="ADAL" clId="{FC9FCCFD-0A85-4325-98A7-8B4DBD01891F}" dt="2023-01-30T09:57:53.916" v="416"/>
          <ac:spMkLst>
            <pc:docMk/>
            <pc:sldMk cId="0" sldId="313"/>
            <ac:spMk id="16" creationId="{C043AC0D-8F39-BE6E-BFF5-06E4D36CC5A8}"/>
          </ac:spMkLst>
        </pc:spChg>
        <pc:spChg chg="add mod">
          <ac:chgData name="Prof. Sonia Singh" userId="6f675423-8f79-44df-83d5-6930672ff1de" providerId="ADAL" clId="{FC9FCCFD-0A85-4325-98A7-8B4DBD01891F}" dt="2023-01-30T09:57:53.916" v="416"/>
          <ac:spMkLst>
            <pc:docMk/>
            <pc:sldMk cId="0" sldId="313"/>
            <ac:spMk id="17" creationId="{CBA52D0A-881B-3F74-864D-8FC798924AFD}"/>
          </ac:spMkLst>
        </pc:spChg>
        <pc:spChg chg="del mod">
          <ac:chgData name="Prof. Sonia Singh" userId="6f675423-8f79-44df-83d5-6930672ff1de" providerId="ADAL" clId="{FC9FCCFD-0A85-4325-98A7-8B4DBD01891F}" dt="2023-01-30T09:29:43.883" v="19" actId="21"/>
          <ac:spMkLst>
            <pc:docMk/>
            <pc:sldMk cId="0" sldId="313"/>
            <ac:spMk id="36866" creationId="{00000000-0000-0000-0000-000000000000}"/>
          </ac:spMkLst>
        </pc:spChg>
        <pc:picChg chg="add mod">
          <ac:chgData name="Prof. Sonia Singh" userId="6f675423-8f79-44df-83d5-6930672ff1de" providerId="ADAL" clId="{FC9FCCFD-0A85-4325-98A7-8B4DBD01891F}" dt="2023-01-30T09:29:06.785" v="7"/>
          <ac:picMkLst>
            <pc:docMk/>
            <pc:sldMk cId="0" sldId="313"/>
            <ac:picMk id="4" creationId="{F4637801-C792-5451-B2C4-CD785D1A4524}"/>
          </ac:picMkLst>
        </pc:picChg>
        <pc:picChg chg="add mod">
          <ac:chgData name="Prof. Sonia Singh" userId="6f675423-8f79-44df-83d5-6930672ff1de" providerId="ADAL" clId="{FC9FCCFD-0A85-4325-98A7-8B4DBD01891F}" dt="2023-01-30T09:29:06.785" v="7"/>
          <ac:picMkLst>
            <pc:docMk/>
            <pc:sldMk cId="0" sldId="313"/>
            <ac:picMk id="5" creationId="{43D307ED-2A61-5549-9ACB-7D4B1069BC30}"/>
          </ac:picMkLst>
        </pc:picChg>
        <pc:picChg chg="add mod">
          <ac:chgData name="Prof. Sonia Singh" userId="6f675423-8f79-44df-83d5-6930672ff1de" providerId="ADAL" clId="{FC9FCCFD-0A85-4325-98A7-8B4DBD01891F}" dt="2023-01-30T09:32:21.105" v="188" actId="14100"/>
          <ac:picMkLst>
            <pc:docMk/>
            <pc:sldMk cId="0" sldId="313"/>
            <ac:picMk id="8" creationId="{8613E3EA-C1C3-0804-12DB-588CAD76113D}"/>
          </ac:picMkLst>
        </pc:picChg>
        <pc:picChg chg="add mod">
          <ac:chgData name="Prof. Sonia Singh" userId="6f675423-8f79-44df-83d5-6930672ff1de" providerId="ADAL" clId="{FC9FCCFD-0A85-4325-98A7-8B4DBD01891F}" dt="2023-01-30T09:32:10.243" v="185" actId="1035"/>
          <ac:picMkLst>
            <pc:docMk/>
            <pc:sldMk cId="0" sldId="313"/>
            <ac:picMk id="9" creationId="{43D307ED-2A61-5549-9ACB-7D4B1069BC30}"/>
          </ac:picMkLst>
        </pc:picChg>
        <pc:picChg chg="add mod">
          <ac:chgData name="Prof. Sonia Singh" userId="6f675423-8f79-44df-83d5-6930672ff1de" providerId="ADAL" clId="{FC9FCCFD-0A85-4325-98A7-8B4DBD01891F}" dt="2023-01-30T09:32:10.243" v="185" actId="1035"/>
          <ac:picMkLst>
            <pc:docMk/>
            <pc:sldMk cId="0" sldId="313"/>
            <ac:picMk id="12" creationId="{2632227E-5AAD-A8A5-1E5A-A00E2E02DE4F}"/>
          </ac:picMkLst>
        </pc:picChg>
        <pc:picChg chg="add mod">
          <ac:chgData name="Prof. Sonia Singh" userId="6f675423-8f79-44df-83d5-6930672ff1de" providerId="ADAL" clId="{FC9FCCFD-0A85-4325-98A7-8B4DBD01891F}" dt="2023-01-30T09:57:53.916" v="416"/>
          <ac:picMkLst>
            <pc:docMk/>
            <pc:sldMk cId="0" sldId="313"/>
            <ac:picMk id="18" creationId="{8D65B6BE-D566-7293-0136-1C32DCCE9B48}"/>
          </ac:picMkLst>
        </pc:picChg>
        <pc:picChg chg="add mod">
          <ac:chgData name="Prof. Sonia Singh" userId="6f675423-8f79-44df-83d5-6930672ff1de" providerId="ADAL" clId="{FC9FCCFD-0A85-4325-98A7-8B4DBD01891F}" dt="2023-01-30T09:57:53.916" v="416"/>
          <ac:picMkLst>
            <pc:docMk/>
            <pc:sldMk cId="0" sldId="313"/>
            <ac:picMk id="19" creationId="{43D307ED-2A61-5549-9ACB-7D4B1069BC30}"/>
          </ac:picMkLst>
        </pc:picChg>
      </pc:sldChg>
      <pc:sldChg chg="addSp delSp modSp mod modClrScheme modAnim chgLayout">
        <pc:chgData name="Prof. Sonia Singh" userId="6f675423-8f79-44df-83d5-6930672ff1de" providerId="ADAL" clId="{FC9FCCFD-0A85-4325-98A7-8B4DBD01891F}" dt="2023-01-30T09:56:28.588" v="413" actId="14100"/>
        <pc:sldMkLst>
          <pc:docMk/>
          <pc:sldMk cId="0" sldId="314"/>
        </pc:sldMkLst>
        <pc:spChg chg="add mod">
          <ac:chgData name="Prof. Sonia Singh" userId="6f675423-8f79-44df-83d5-6930672ff1de" providerId="ADAL" clId="{FC9FCCFD-0A85-4325-98A7-8B4DBD01891F}" dt="2023-01-30T09:48:50.045" v="377" actId="1076"/>
          <ac:spMkLst>
            <pc:docMk/>
            <pc:sldMk cId="0" sldId="314"/>
            <ac:spMk id="16" creationId="{811F8F03-7214-39D2-447F-162B1095846A}"/>
          </ac:spMkLst>
        </pc:spChg>
        <pc:spChg chg="add mod">
          <ac:chgData name="Prof. Sonia Singh" userId="6f675423-8f79-44df-83d5-6930672ff1de" providerId="ADAL" clId="{FC9FCCFD-0A85-4325-98A7-8B4DBD01891F}" dt="2023-01-30T09:48:50.045" v="377" actId="1076"/>
          <ac:spMkLst>
            <pc:docMk/>
            <pc:sldMk cId="0" sldId="314"/>
            <ac:spMk id="17" creationId="{C6D20FD8-4BEF-61BB-57D7-F125A8CDBF14}"/>
          </ac:spMkLst>
        </pc:spChg>
        <pc:spChg chg="add mod">
          <ac:chgData name="Prof. Sonia Singh" userId="6f675423-8f79-44df-83d5-6930672ff1de" providerId="ADAL" clId="{FC9FCCFD-0A85-4325-98A7-8B4DBD01891F}" dt="2023-01-30T09:48:55.820" v="379" actId="1076"/>
          <ac:spMkLst>
            <pc:docMk/>
            <pc:sldMk cId="0" sldId="314"/>
            <ac:spMk id="18" creationId="{C00D0153-C01A-40C0-6D3D-57962F2FC3E4}"/>
          </ac:spMkLst>
        </pc:spChg>
        <pc:spChg chg="add mod">
          <ac:chgData name="Prof. Sonia Singh" userId="6f675423-8f79-44df-83d5-6930672ff1de" providerId="ADAL" clId="{FC9FCCFD-0A85-4325-98A7-8B4DBD01891F}" dt="2023-01-30T09:48:55.820" v="379" actId="1076"/>
          <ac:spMkLst>
            <pc:docMk/>
            <pc:sldMk cId="0" sldId="314"/>
            <ac:spMk id="19" creationId="{26019CA6-D717-FCF0-EAAD-C69004B88417}"/>
          </ac:spMkLst>
        </pc:spChg>
        <pc:spChg chg="add mod">
          <ac:chgData name="Prof. Sonia Singh" userId="6f675423-8f79-44df-83d5-6930672ff1de" providerId="ADAL" clId="{FC9FCCFD-0A85-4325-98A7-8B4DBD01891F}" dt="2023-01-30T09:49:02.708" v="381" actId="1076"/>
          <ac:spMkLst>
            <pc:docMk/>
            <pc:sldMk cId="0" sldId="314"/>
            <ac:spMk id="20" creationId="{9AE4F40D-93E4-8709-7178-FD82F71CF26F}"/>
          </ac:spMkLst>
        </pc:spChg>
        <pc:spChg chg="add mod">
          <ac:chgData name="Prof. Sonia Singh" userId="6f675423-8f79-44df-83d5-6930672ff1de" providerId="ADAL" clId="{FC9FCCFD-0A85-4325-98A7-8B4DBD01891F}" dt="2023-01-30T09:49:02.708" v="381" actId="1076"/>
          <ac:spMkLst>
            <pc:docMk/>
            <pc:sldMk cId="0" sldId="314"/>
            <ac:spMk id="21" creationId="{68ACA517-9F4F-95B9-15D9-C91C1E361D4C}"/>
          </ac:spMkLst>
        </pc:spChg>
        <pc:spChg chg="add del mod ord">
          <ac:chgData name="Prof. Sonia Singh" userId="6f675423-8f79-44df-83d5-6930672ff1de" providerId="ADAL" clId="{FC9FCCFD-0A85-4325-98A7-8B4DBD01891F}" dt="2023-01-30T09:55:12.936" v="388" actId="700"/>
          <ac:spMkLst>
            <pc:docMk/>
            <pc:sldMk cId="0" sldId="314"/>
            <ac:spMk id="22" creationId="{09306D90-CD86-DBBA-18A4-EC12B9B7B13C}"/>
          </ac:spMkLst>
        </pc:spChg>
        <pc:spChg chg="add mod ord">
          <ac:chgData name="Prof. Sonia Singh" userId="6f675423-8f79-44df-83d5-6930672ff1de" providerId="ADAL" clId="{FC9FCCFD-0A85-4325-98A7-8B4DBD01891F}" dt="2023-01-30T09:56:28.588" v="413" actId="14100"/>
          <ac:spMkLst>
            <pc:docMk/>
            <pc:sldMk cId="0" sldId="314"/>
            <ac:spMk id="23" creationId="{61A8B508-7C17-5113-EC62-53AAA41F6B76}"/>
          </ac:spMkLst>
        </pc:spChg>
        <pc:spChg chg="add del mod ord">
          <ac:chgData name="Prof. Sonia Singh" userId="6f675423-8f79-44df-83d5-6930672ff1de" providerId="ADAL" clId="{FC9FCCFD-0A85-4325-98A7-8B4DBD01891F}" dt="2023-01-30T09:55:59.515" v="397" actId="478"/>
          <ac:spMkLst>
            <pc:docMk/>
            <pc:sldMk cId="0" sldId="314"/>
            <ac:spMk id="24" creationId="{D5942BD7-F689-455E-42D0-64C67D3FD987}"/>
          </ac:spMkLst>
        </pc:spChg>
        <pc:spChg chg="del mod ord">
          <ac:chgData name="Prof. Sonia Singh" userId="6f675423-8f79-44df-83d5-6930672ff1de" providerId="ADAL" clId="{FC9FCCFD-0A85-4325-98A7-8B4DBD01891F}" dt="2023-01-30T09:55:52.436" v="395" actId="478"/>
          <ac:spMkLst>
            <pc:docMk/>
            <pc:sldMk cId="0" sldId="314"/>
            <ac:spMk id="43010" creationId="{00000000-0000-0000-0000-000000000000}"/>
          </ac:spMkLst>
        </pc:spChg>
      </pc:sldChg>
      <pc:sldChg chg="addSp delSp modSp mod">
        <pc:chgData name="Prof. Sonia Singh" userId="6f675423-8f79-44df-83d5-6930672ff1de" providerId="ADAL" clId="{FC9FCCFD-0A85-4325-98A7-8B4DBD01891F}" dt="2023-01-30T09:43:19.514" v="284" actId="478"/>
        <pc:sldMkLst>
          <pc:docMk/>
          <pc:sldMk cId="0" sldId="315"/>
        </pc:sldMkLst>
        <pc:spChg chg="add del mod">
          <ac:chgData name="Prof. Sonia Singh" userId="6f675423-8f79-44df-83d5-6930672ff1de" providerId="ADAL" clId="{FC9FCCFD-0A85-4325-98A7-8B4DBD01891F}" dt="2023-01-30T09:43:16.311" v="283"/>
          <ac:spMkLst>
            <pc:docMk/>
            <pc:sldMk cId="0" sldId="315"/>
            <ac:spMk id="2" creationId="{35E96CA6-5274-7D86-6448-464BC4F80BC6}"/>
          </ac:spMkLst>
        </pc:spChg>
        <pc:spChg chg="add del mod">
          <ac:chgData name="Prof. Sonia Singh" userId="6f675423-8f79-44df-83d5-6930672ff1de" providerId="ADAL" clId="{FC9FCCFD-0A85-4325-98A7-8B4DBD01891F}" dt="2023-01-30T09:43:19.514" v="284" actId="478"/>
          <ac:spMkLst>
            <pc:docMk/>
            <pc:sldMk cId="0" sldId="315"/>
            <ac:spMk id="3" creationId="{51A1EC97-3025-C179-7F8C-D38D2F61B4B9}"/>
          </ac:spMkLst>
        </pc:spChg>
        <pc:spChg chg="mod">
          <ac:chgData name="Prof. Sonia Singh" userId="6f675423-8f79-44df-83d5-6930672ff1de" providerId="ADAL" clId="{FC9FCCFD-0A85-4325-98A7-8B4DBD01891F}" dt="2023-01-30T09:43:16.311" v="283"/>
          <ac:spMkLst>
            <pc:docMk/>
            <pc:sldMk cId="0" sldId="315"/>
            <ac:spMk id="8194" creationId="{00000000-0000-0000-0000-000000000000}"/>
          </ac:spMkLst>
        </pc:spChg>
      </pc:sldChg>
      <pc:sldChg chg="addSp delSp modSp mod modClrScheme chgLayout">
        <pc:chgData name="Prof. Sonia Singh" userId="6f675423-8f79-44df-83d5-6930672ff1de" providerId="ADAL" clId="{FC9FCCFD-0A85-4325-98A7-8B4DBD01891F}" dt="2023-01-30T09:45:55.553" v="311"/>
        <pc:sldMkLst>
          <pc:docMk/>
          <pc:sldMk cId="0" sldId="316"/>
        </pc:sldMkLst>
        <pc:spChg chg="add del mod">
          <ac:chgData name="Prof. Sonia Singh" userId="6f675423-8f79-44df-83d5-6930672ff1de" providerId="ADAL" clId="{FC9FCCFD-0A85-4325-98A7-8B4DBD01891F}" dt="2023-01-30T09:45:10.861" v="303"/>
          <ac:spMkLst>
            <pc:docMk/>
            <pc:sldMk cId="0" sldId="316"/>
            <ac:spMk id="2" creationId="{95DC2FD7-32F5-F7B6-D3A0-A1DAB27D9761}"/>
          </ac:spMkLst>
        </pc:spChg>
        <pc:spChg chg="add del mod ord">
          <ac:chgData name="Prof. Sonia Singh" userId="6f675423-8f79-44df-83d5-6930672ff1de" providerId="ADAL" clId="{FC9FCCFD-0A85-4325-98A7-8B4DBD01891F}" dt="2023-01-30T09:45:22.680" v="304" actId="700"/>
          <ac:spMkLst>
            <pc:docMk/>
            <pc:sldMk cId="0" sldId="316"/>
            <ac:spMk id="3" creationId="{E8608143-1354-040B-C7FD-77B4EDFD4CFB}"/>
          </ac:spMkLst>
        </pc:spChg>
        <pc:spChg chg="add del mod">
          <ac:chgData name="Prof. Sonia Singh" userId="6f675423-8f79-44df-83d5-6930672ff1de" providerId="ADAL" clId="{FC9FCCFD-0A85-4325-98A7-8B4DBD01891F}" dt="2023-01-30T09:45:22.680" v="304" actId="700"/>
          <ac:spMkLst>
            <pc:docMk/>
            <pc:sldMk cId="0" sldId="316"/>
            <ac:spMk id="4" creationId="{97C2B307-DA87-8A30-1F1F-B79E04EE1B06}"/>
          </ac:spMkLst>
        </pc:spChg>
        <pc:spChg chg="add del mod ord">
          <ac:chgData name="Prof. Sonia Singh" userId="6f675423-8f79-44df-83d5-6930672ff1de" providerId="ADAL" clId="{FC9FCCFD-0A85-4325-98A7-8B4DBD01891F}" dt="2023-01-30T09:45:28.404" v="305" actId="478"/>
          <ac:spMkLst>
            <pc:docMk/>
            <pc:sldMk cId="0" sldId="316"/>
            <ac:spMk id="5" creationId="{87FBA4B5-7D3A-8897-191E-320844AC1C56}"/>
          </ac:spMkLst>
        </pc:spChg>
        <pc:spChg chg="mod ord">
          <ac:chgData name="Prof. Sonia Singh" userId="6f675423-8f79-44df-83d5-6930672ff1de" providerId="ADAL" clId="{FC9FCCFD-0A85-4325-98A7-8B4DBD01891F}" dt="2023-01-30T09:45:22.680" v="304" actId="700"/>
          <ac:spMkLst>
            <pc:docMk/>
            <pc:sldMk cId="0" sldId="316"/>
            <ac:spMk id="10242" creationId="{00000000-0000-0000-0000-000000000000}"/>
          </ac:spMkLst>
        </pc:spChg>
        <pc:spChg chg="mod">
          <ac:chgData name="Prof. Sonia Singh" userId="6f675423-8f79-44df-83d5-6930672ff1de" providerId="ADAL" clId="{FC9FCCFD-0A85-4325-98A7-8B4DBD01891F}" dt="2023-01-30T09:45:50.509" v="307"/>
          <ac:spMkLst>
            <pc:docMk/>
            <pc:sldMk cId="0" sldId="316"/>
            <ac:spMk id="34820" creationId="{00000000-0000-0000-0000-000000000000}"/>
          </ac:spMkLst>
        </pc:spChg>
        <pc:spChg chg="mod">
          <ac:chgData name="Prof. Sonia Singh" userId="6f675423-8f79-44df-83d5-6930672ff1de" providerId="ADAL" clId="{FC9FCCFD-0A85-4325-98A7-8B4DBD01891F}" dt="2023-01-30T09:45:53.174" v="309"/>
          <ac:spMkLst>
            <pc:docMk/>
            <pc:sldMk cId="0" sldId="316"/>
            <ac:spMk id="34821" creationId="{00000000-0000-0000-0000-000000000000}"/>
          </ac:spMkLst>
        </pc:spChg>
        <pc:spChg chg="mod">
          <ac:chgData name="Prof. Sonia Singh" userId="6f675423-8f79-44df-83d5-6930672ff1de" providerId="ADAL" clId="{FC9FCCFD-0A85-4325-98A7-8B4DBD01891F}" dt="2023-01-30T09:45:55.553" v="311"/>
          <ac:spMkLst>
            <pc:docMk/>
            <pc:sldMk cId="0" sldId="316"/>
            <ac:spMk id="34822" creationId="{00000000-0000-0000-0000-000000000000}"/>
          </ac:spMkLst>
        </pc:spChg>
      </pc:sldChg>
      <pc:sldChg chg="addSp delSp modSp mod setBg">
        <pc:chgData name="Prof. Sonia Singh" userId="6f675423-8f79-44df-83d5-6930672ff1de" providerId="ADAL" clId="{FC9FCCFD-0A85-4325-98A7-8B4DBD01891F}" dt="2023-01-30T09:43:35.031" v="285" actId="207"/>
        <pc:sldMkLst>
          <pc:docMk/>
          <pc:sldMk cId="0" sldId="319"/>
        </pc:sldMkLst>
        <pc:spChg chg="mod">
          <ac:chgData name="Prof. Sonia Singh" userId="6f675423-8f79-44df-83d5-6930672ff1de" providerId="ADAL" clId="{FC9FCCFD-0A85-4325-98A7-8B4DBD01891F}" dt="2023-01-30T09:43:35.031" v="285" actId="207"/>
          <ac:spMkLst>
            <pc:docMk/>
            <pc:sldMk cId="0" sldId="319"/>
            <ac:spMk id="2" creationId="{00000000-0000-0000-0000-000000000000}"/>
          </ac:spMkLst>
        </pc:spChg>
        <pc:spChg chg="add del mod">
          <ac:chgData name="Prof. Sonia Singh" userId="6f675423-8f79-44df-83d5-6930672ff1de" providerId="ADAL" clId="{FC9FCCFD-0A85-4325-98A7-8B4DBD01891F}" dt="2023-01-30T09:38:21.994" v="242" actId="26606"/>
          <ac:spMkLst>
            <pc:docMk/>
            <pc:sldMk cId="0" sldId="319"/>
            <ac:spMk id="3" creationId="{00000000-0000-0000-0000-000000000000}"/>
          </ac:spMkLst>
        </pc:spChg>
        <pc:spChg chg="add del">
          <ac:chgData name="Prof. Sonia Singh" userId="6f675423-8f79-44df-83d5-6930672ff1de" providerId="ADAL" clId="{FC9FCCFD-0A85-4325-98A7-8B4DBD01891F}" dt="2023-01-30T09:38:21.994" v="242" actId="26606"/>
          <ac:spMkLst>
            <pc:docMk/>
            <pc:sldMk cId="0" sldId="319"/>
            <ac:spMk id="6" creationId="{907EF6B7-1338-4443-8C46-6A318D952DFD}"/>
          </ac:spMkLst>
        </pc:spChg>
        <pc:spChg chg="add del">
          <ac:chgData name="Prof. Sonia Singh" userId="6f675423-8f79-44df-83d5-6930672ff1de" providerId="ADAL" clId="{FC9FCCFD-0A85-4325-98A7-8B4DBD01891F}" dt="2023-01-30T09:38:21.994" v="242" actId="26606"/>
          <ac:spMkLst>
            <pc:docMk/>
            <pc:sldMk cId="0" sldId="319"/>
            <ac:spMk id="7" creationId="{DAAE4CDD-124C-4DCF-9584-B6033B545DD5}"/>
          </ac:spMkLst>
        </pc:spChg>
        <pc:spChg chg="add del">
          <ac:chgData name="Prof. Sonia Singh" userId="6f675423-8f79-44df-83d5-6930672ff1de" providerId="ADAL" clId="{FC9FCCFD-0A85-4325-98A7-8B4DBD01891F}" dt="2023-01-30T09:36:10.383" v="220" actId="26606"/>
          <ac:spMkLst>
            <pc:docMk/>
            <pc:sldMk cId="0" sldId="319"/>
            <ac:spMk id="8" creationId="{907EF6B7-1338-4443-8C46-6A318D952DFD}"/>
          </ac:spMkLst>
        </pc:spChg>
        <pc:spChg chg="add del">
          <ac:chgData name="Prof. Sonia Singh" userId="6f675423-8f79-44df-83d5-6930672ff1de" providerId="ADAL" clId="{FC9FCCFD-0A85-4325-98A7-8B4DBD01891F}" dt="2023-01-30T09:36:19.353" v="222" actId="26606"/>
          <ac:spMkLst>
            <pc:docMk/>
            <pc:sldMk cId="0" sldId="319"/>
            <ac:spMk id="9" creationId="{BACC6370-2D7E-4714-9D71-7542949D7D5D}"/>
          </ac:spMkLst>
        </pc:spChg>
        <pc:spChg chg="add del">
          <ac:chgData name="Prof. Sonia Singh" userId="6f675423-8f79-44df-83d5-6930672ff1de" providerId="ADAL" clId="{FC9FCCFD-0A85-4325-98A7-8B4DBD01891F}" dt="2023-01-30T09:36:10.383" v="220" actId="26606"/>
          <ac:spMkLst>
            <pc:docMk/>
            <pc:sldMk cId="0" sldId="319"/>
            <ac:spMk id="10" creationId="{DAAE4CDD-124C-4DCF-9584-B6033B545DD5}"/>
          </ac:spMkLst>
        </pc:spChg>
        <pc:spChg chg="add del">
          <ac:chgData name="Prof. Sonia Singh" userId="6f675423-8f79-44df-83d5-6930672ff1de" providerId="ADAL" clId="{FC9FCCFD-0A85-4325-98A7-8B4DBD01891F}" dt="2023-01-30T09:36:19.353" v="222" actId="26606"/>
          <ac:spMkLst>
            <pc:docMk/>
            <pc:sldMk cId="0" sldId="319"/>
            <ac:spMk id="11" creationId="{256B2C21-A230-48C0-8DF1-C46611373C44}"/>
          </ac:spMkLst>
        </pc:spChg>
        <pc:spChg chg="add del">
          <ac:chgData name="Prof. Sonia Singh" userId="6f675423-8f79-44df-83d5-6930672ff1de" providerId="ADAL" clId="{FC9FCCFD-0A85-4325-98A7-8B4DBD01891F}" dt="2023-01-30T09:36:10.383" v="220" actId="26606"/>
          <ac:spMkLst>
            <pc:docMk/>
            <pc:sldMk cId="0" sldId="319"/>
            <ac:spMk id="12" creationId="{081E4A58-353D-44AE-B2FC-2A74E2E400F7}"/>
          </ac:spMkLst>
        </pc:spChg>
        <pc:spChg chg="add del">
          <ac:chgData name="Prof. Sonia Singh" userId="6f675423-8f79-44df-83d5-6930672ff1de" providerId="ADAL" clId="{FC9FCCFD-0A85-4325-98A7-8B4DBD01891F}" dt="2023-01-30T09:36:19.353" v="222" actId="26606"/>
          <ac:spMkLst>
            <pc:docMk/>
            <pc:sldMk cId="0" sldId="319"/>
            <ac:spMk id="13" creationId="{3847E18C-932D-4C95-AABA-FEC7C9499AD7}"/>
          </ac:spMkLst>
        </pc:spChg>
        <pc:spChg chg="add del">
          <ac:chgData name="Prof. Sonia Singh" userId="6f675423-8f79-44df-83d5-6930672ff1de" providerId="ADAL" clId="{FC9FCCFD-0A85-4325-98A7-8B4DBD01891F}" dt="2023-01-30T09:38:21.994" v="242" actId="26606"/>
          <ac:spMkLst>
            <pc:docMk/>
            <pc:sldMk cId="0" sldId="319"/>
            <ac:spMk id="14" creationId="{081E4A58-353D-44AE-B2FC-2A74E2E400F7}"/>
          </ac:spMkLst>
        </pc:spChg>
        <pc:spChg chg="add del">
          <ac:chgData name="Prof. Sonia Singh" userId="6f675423-8f79-44df-83d5-6930672ff1de" providerId="ADAL" clId="{FC9FCCFD-0A85-4325-98A7-8B4DBD01891F}" dt="2023-01-30T09:36:19.353" v="222" actId="26606"/>
          <ac:spMkLst>
            <pc:docMk/>
            <pc:sldMk cId="0" sldId="319"/>
            <ac:spMk id="15" creationId="{3150CB11-0C61-439E-910F-5787759E72A0}"/>
          </ac:spMkLst>
        </pc:spChg>
        <pc:spChg chg="add del">
          <ac:chgData name="Prof. Sonia Singh" userId="6f675423-8f79-44df-83d5-6930672ff1de" providerId="ADAL" clId="{FC9FCCFD-0A85-4325-98A7-8B4DBD01891F}" dt="2023-01-30T09:36:19.353" v="222" actId="26606"/>
          <ac:spMkLst>
            <pc:docMk/>
            <pc:sldMk cId="0" sldId="319"/>
            <ac:spMk id="17" creationId="{43F8A58B-5155-44CE-A5FF-7647B47D0A7A}"/>
          </ac:spMkLst>
        </pc:spChg>
        <pc:spChg chg="add del">
          <ac:chgData name="Prof. Sonia Singh" userId="6f675423-8f79-44df-83d5-6930672ff1de" providerId="ADAL" clId="{FC9FCCFD-0A85-4325-98A7-8B4DBD01891F}" dt="2023-01-30T09:38:13.383" v="235" actId="26606"/>
          <ac:spMkLst>
            <pc:docMk/>
            <pc:sldMk cId="0" sldId="319"/>
            <ac:spMk id="18" creationId="{907EF6B7-1338-4443-8C46-6A318D952DFD}"/>
          </ac:spMkLst>
        </pc:spChg>
        <pc:spChg chg="add del">
          <ac:chgData name="Prof. Sonia Singh" userId="6f675423-8f79-44df-83d5-6930672ff1de" providerId="ADAL" clId="{FC9FCCFD-0A85-4325-98A7-8B4DBD01891F}" dt="2023-01-30T09:36:19.353" v="222" actId="26606"/>
          <ac:spMkLst>
            <pc:docMk/>
            <pc:sldMk cId="0" sldId="319"/>
            <ac:spMk id="19" creationId="{443F2ACA-E6D6-4028-82DD-F03C262D5DE6}"/>
          </ac:spMkLst>
        </pc:spChg>
        <pc:spChg chg="add del">
          <ac:chgData name="Prof. Sonia Singh" userId="6f675423-8f79-44df-83d5-6930672ff1de" providerId="ADAL" clId="{FC9FCCFD-0A85-4325-98A7-8B4DBD01891F}" dt="2023-01-30T09:38:13.383" v="235" actId="26606"/>
          <ac:spMkLst>
            <pc:docMk/>
            <pc:sldMk cId="0" sldId="319"/>
            <ac:spMk id="20" creationId="{DAAE4CDD-124C-4DCF-9584-B6033B545DD5}"/>
          </ac:spMkLst>
        </pc:spChg>
        <pc:spChg chg="add del">
          <ac:chgData name="Prof. Sonia Singh" userId="6f675423-8f79-44df-83d5-6930672ff1de" providerId="ADAL" clId="{FC9FCCFD-0A85-4325-98A7-8B4DBD01891F}" dt="2023-01-30T09:36:25.373" v="224" actId="26606"/>
          <ac:spMkLst>
            <pc:docMk/>
            <pc:sldMk cId="0" sldId="319"/>
            <ac:spMk id="21" creationId="{907EF6B7-1338-4443-8C46-6A318D952DFD}"/>
          </ac:spMkLst>
        </pc:spChg>
        <pc:spChg chg="add del">
          <ac:chgData name="Prof. Sonia Singh" userId="6f675423-8f79-44df-83d5-6930672ff1de" providerId="ADAL" clId="{FC9FCCFD-0A85-4325-98A7-8B4DBD01891F}" dt="2023-01-30T09:36:25.373" v="224" actId="26606"/>
          <ac:spMkLst>
            <pc:docMk/>
            <pc:sldMk cId="0" sldId="319"/>
            <ac:spMk id="22" creationId="{DAAE4CDD-124C-4DCF-9584-B6033B545DD5}"/>
          </ac:spMkLst>
        </pc:spChg>
        <pc:spChg chg="add del">
          <ac:chgData name="Prof. Sonia Singh" userId="6f675423-8f79-44df-83d5-6930672ff1de" providerId="ADAL" clId="{FC9FCCFD-0A85-4325-98A7-8B4DBD01891F}" dt="2023-01-30T09:36:25.373" v="224" actId="26606"/>
          <ac:spMkLst>
            <pc:docMk/>
            <pc:sldMk cId="0" sldId="319"/>
            <ac:spMk id="23" creationId="{081E4A58-353D-44AE-B2FC-2A74E2E400F7}"/>
          </ac:spMkLst>
        </pc:spChg>
        <pc:spChg chg="add del">
          <ac:chgData name="Prof. Sonia Singh" userId="6f675423-8f79-44df-83d5-6930672ff1de" providerId="ADAL" clId="{FC9FCCFD-0A85-4325-98A7-8B4DBD01891F}" dt="2023-01-30T09:36:25.373" v="224" actId="26606"/>
          <ac:spMkLst>
            <pc:docMk/>
            <pc:sldMk cId="0" sldId="319"/>
            <ac:spMk id="24" creationId="{00000000-0000-0000-0000-000000000000}"/>
          </ac:spMkLst>
        </pc:spChg>
        <pc:spChg chg="add del">
          <ac:chgData name="Prof. Sonia Singh" userId="6f675423-8f79-44df-83d5-6930672ff1de" providerId="ADAL" clId="{FC9FCCFD-0A85-4325-98A7-8B4DBD01891F}" dt="2023-01-30T09:38:13.383" v="235" actId="26606"/>
          <ac:spMkLst>
            <pc:docMk/>
            <pc:sldMk cId="0" sldId="319"/>
            <ac:spMk id="25" creationId="{081E4A58-353D-44AE-B2FC-2A74E2E400F7}"/>
          </ac:spMkLst>
        </pc:spChg>
        <pc:spChg chg="add del">
          <ac:chgData name="Prof. Sonia Singh" userId="6f675423-8f79-44df-83d5-6930672ff1de" providerId="ADAL" clId="{FC9FCCFD-0A85-4325-98A7-8B4DBD01891F}" dt="2023-01-30T09:38:13.383" v="235" actId="26606"/>
          <ac:spMkLst>
            <pc:docMk/>
            <pc:sldMk cId="0" sldId="319"/>
            <ac:spMk id="26" creationId="{00000000-0000-0000-0000-000000000000}"/>
          </ac:spMkLst>
        </pc:spChg>
        <pc:spChg chg="add del">
          <ac:chgData name="Prof. Sonia Singh" userId="6f675423-8f79-44df-83d5-6930672ff1de" providerId="ADAL" clId="{FC9FCCFD-0A85-4325-98A7-8B4DBD01891F}" dt="2023-01-30T09:38:16.564" v="239" actId="26606"/>
          <ac:spMkLst>
            <pc:docMk/>
            <pc:sldMk cId="0" sldId="319"/>
            <ac:spMk id="30" creationId="{907EF6B7-1338-4443-8C46-6A318D952DFD}"/>
          </ac:spMkLst>
        </pc:spChg>
        <pc:spChg chg="add del">
          <ac:chgData name="Prof. Sonia Singh" userId="6f675423-8f79-44df-83d5-6930672ff1de" providerId="ADAL" clId="{FC9FCCFD-0A85-4325-98A7-8B4DBD01891F}" dt="2023-01-30T09:38:16.564" v="239" actId="26606"/>
          <ac:spMkLst>
            <pc:docMk/>
            <pc:sldMk cId="0" sldId="319"/>
            <ac:spMk id="31" creationId="{DAAE4CDD-124C-4DCF-9584-B6033B545DD5}"/>
          </ac:spMkLst>
        </pc:spChg>
        <pc:spChg chg="add del">
          <ac:chgData name="Prof. Sonia Singh" userId="6f675423-8f79-44df-83d5-6930672ff1de" providerId="ADAL" clId="{FC9FCCFD-0A85-4325-98A7-8B4DBD01891F}" dt="2023-01-30T09:38:16.564" v="239" actId="26606"/>
          <ac:spMkLst>
            <pc:docMk/>
            <pc:sldMk cId="0" sldId="319"/>
            <ac:spMk id="32" creationId="{081E4A58-353D-44AE-B2FC-2A74E2E400F7}"/>
          </ac:spMkLst>
        </pc:spChg>
        <pc:spChg chg="add del">
          <ac:chgData name="Prof. Sonia Singh" userId="6f675423-8f79-44df-83d5-6930672ff1de" providerId="ADAL" clId="{FC9FCCFD-0A85-4325-98A7-8B4DBD01891F}" dt="2023-01-30T09:38:16.564" v="239" actId="26606"/>
          <ac:spMkLst>
            <pc:docMk/>
            <pc:sldMk cId="0" sldId="319"/>
            <ac:spMk id="33" creationId="{00000000-0000-0000-0000-000000000000}"/>
          </ac:spMkLst>
        </pc:spChg>
        <pc:spChg chg="add">
          <ac:chgData name="Prof. Sonia Singh" userId="6f675423-8f79-44df-83d5-6930672ff1de" providerId="ADAL" clId="{FC9FCCFD-0A85-4325-98A7-8B4DBD01891F}" dt="2023-01-30T09:38:21.994" v="242" actId="26606"/>
          <ac:spMkLst>
            <pc:docMk/>
            <pc:sldMk cId="0" sldId="319"/>
            <ac:spMk id="37" creationId="{907EF6B7-1338-4443-8C46-6A318D952DFD}"/>
          </ac:spMkLst>
        </pc:spChg>
        <pc:spChg chg="add">
          <ac:chgData name="Prof. Sonia Singh" userId="6f675423-8f79-44df-83d5-6930672ff1de" providerId="ADAL" clId="{FC9FCCFD-0A85-4325-98A7-8B4DBD01891F}" dt="2023-01-30T09:38:21.994" v="242" actId="26606"/>
          <ac:spMkLst>
            <pc:docMk/>
            <pc:sldMk cId="0" sldId="319"/>
            <ac:spMk id="38" creationId="{DAAE4CDD-124C-4DCF-9584-B6033B545DD5}"/>
          </ac:spMkLst>
        </pc:spChg>
        <pc:spChg chg="add">
          <ac:chgData name="Prof. Sonia Singh" userId="6f675423-8f79-44df-83d5-6930672ff1de" providerId="ADAL" clId="{FC9FCCFD-0A85-4325-98A7-8B4DBD01891F}" dt="2023-01-30T09:38:21.994" v="242" actId="26606"/>
          <ac:spMkLst>
            <pc:docMk/>
            <pc:sldMk cId="0" sldId="319"/>
            <ac:spMk id="39" creationId="{081E4A58-353D-44AE-B2FC-2A74E2E400F7}"/>
          </ac:spMkLst>
        </pc:spChg>
        <pc:spChg chg="add mod">
          <ac:chgData name="Prof. Sonia Singh" userId="6f675423-8f79-44df-83d5-6930672ff1de" providerId="ADAL" clId="{FC9FCCFD-0A85-4325-98A7-8B4DBD01891F}" dt="2023-01-30T09:41:53.834" v="275" actId="207"/>
          <ac:spMkLst>
            <pc:docMk/>
            <pc:sldMk cId="0" sldId="319"/>
            <ac:spMk id="40" creationId="{00000000-0000-0000-0000-000000000000}"/>
          </ac:spMkLst>
        </pc:spChg>
        <pc:graphicFrameChg chg="add del">
          <ac:chgData name="Prof. Sonia Singh" userId="6f675423-8f79-44df-83d5-6930672ff1de" providerId="ADAL" clId="{FC9FCCFD-0A85-4325-98A7-8B4DBD01891F}" dt="2023-01-30T09:36:19.353" v="222" actId="26606"/>
          <ac:graphicFrameMkLst>
            <pc:docMk/>
            <pc:sldMk cId="0" sldId="319"/>
            <ac:graphicFrameMk id="5" creationId="{7091F964-1F62-3909-BCD9-73D82E031B0F}"/>
          </ac:graphicFrameMkLst>
        </pc:graphicFrameChg>
        <pc:graphicFrameChg chg="add del">
          <ac:chgData name="Prof. Sonia Singh" userId="6f675423-8f79-44df-83d5-6930672ff1de" providerId="ADAL" clId="{FC9FCCFD-0A85-4325-98A7-8B4DBD01891F}" dt="2023-01-30T09:38:12.228" v="233" actId="26606"/>
          <ac:graphicFrameMkLst>
            <pc:docMk/>
            <pc:sldMk cId="0" sldId="319"/>
            <ac:graphicFrameMk id="16" creationId="{C1F1E4FC-9A83-B5F5-9AEA-0490FF9CD66D}"/>
          </ac:graphicFrameMkLst>
        </pc:graphicFrameChg>
        <pc:graphicFrameChg chg="add del">
          <ac:chgData name="Prof. Sonia Singh" userId="6f675423-8f79-44df-83d5-6930672ff1de" providerId="ADAL" clId="{FC9FCCFD-0A85-4325-98A7-8B4DBD01891F}" dt="2023-01-30T09:38:14.245" v="237" actId="26606"/>
          <ac:graphicFrameMkLst>
            <pc:docMk/>
            <pc:sldMk cId="0" sldId="319"/>
            <ac:graphicFrameMk id="28" creationId="{C1F1E4FC-9A83-B5F5-9AEA-0490FF9CD66D}"/>
          </ac:graphicFrameMkLst>
        </pc:graphicFrameChg>
        <pc:graphicFrameChg chg="add del">
          <ac:chgData name="Prof. Sonia Singh" userId="6f675423-8f79-44df-83d5-6930672ff1de" providerId="ADAL" clId="{FC9FCCFD-0A85-4325-98A7-8B4DBD01891F}" dt="2023-01-30T09:38:21.991" v="241" actId="26606"/>
          <ac:graphicFrameMkLst>
            <pc:docMk/>
            <pc:sldMk cId="0" sldId="319"/>
            <ac:graphicFrameMk id="35" creationId="{C1F1E4FC-9A83-B5F5-9AEA-0490FF9CD66D}"/>
          </ac:graphicFrameMkLst>
        </pc:graphicFrameChg>
      </pc:sldChg>
      <pc:sldChg chg="addSp modSp mod setBg">
        <pc:chgData name="Prof. Sonia Singh" userId="6f675423-8f79-44df-83d5-6930672ff1de" providerId="ADAL" clId="{FC9FCCFD-0A85-4325-98A7-8B4DBD01891F}" dt="2023-01-30T09:44:29.146" v="289" actId="207"/>
        <pc:sldMkLst>
          <pc:docMk/>
          <pc:sldMk cId="0" sldId="320"/>
        </pc:sldMkLst>
        <pc:spChg chg="mod">
          <ac:chgData name="Prof. Sonia Singh" userId="6f675423-8f79-44df-83d5-6930672ff1de" providerId="ADAL" clId="{FC9FCCFD-0A85-4325-98A7-8B4DBD01891F}" dt="2023-01-30T09:44:02.188" v="287" actId="207"/>
          <ac:spMkLst>
            <pc:docMk/>
            <pc:sldMk cId="0" sldId="320"/>
            <ac:spMk id="2" creationId="{00000000-0000-0000-0000-000000000000}"/>
          </ac:spMkLst>
        </pc:spChg>
        <pc:spChg chg="mod">
          <ac:chgData name="Prof. Sonia Singh" userId="6f675423-8f79-44df-83d5-6930672ff1de" providerId="ADAL" clId="{FC9FCCFD-0A85-4325-98A7-8B4DBD01891F}" dt="2023-01-30T09:44:29.146" v="289" actId="207"/>
          <ac:spMkLst>
            <pc:docMk/>
            <pc:sldMk cId="0" sldId="320"/>
            <ac:spMk id="3" creationId="{00000000-0000-0000-0000-000000000000}"/>
          </ac:spMkLst>
        </pc:spChg>
        <pc:spChg chg="add">
          <ac:chgData name="Prof. Sonia Singh" userId="6f675423-8f79-44df-83d5-6930672ff1de" providerId="ADAL" clId="{FC9FCCFD-0A85-4325-98A7-8B4DBD01891F}" dt="2023-01-30T09:43:57.004" v="286" actId="26606"/>
          <ac:spMkLst>
            <pc:docMk/>
            <pc:sldMk cId="0" sldId="320"/>
            <ac:spMk id="8" creationId="{907EF6B7-1338-4443-8C46-6A318D952DFD}"/>
          </ac:spMkLst>
        </pc:spChg>
        <pc:spChg chg="add">
          <ac:chgData name="Prof. Sonia Singh" userId="6f675423-8f79-44df-83d5-6930672ff1de" providerId="ADAL" clId="{FC9FCCFD-0A85-4325-98A7-8B4DBD01891F}" dt="2023-01-30T09:43:57.004" v="286" actId="26606"/>
          <ac:spMkLst>
            <pc:docMk/>
            <pc:sldMk cId="0" sldId="320"/>
            <ac:spMk id="10" creationId="{DAAE4CDD-124C-4DCF-9584-B6033B545DD5}"/>
          </ac:spMkLst>
        </pc:spChg>
        <pc:spChg chg="add">
          <ac:chgData name="Prof. Sonia Singh" userId="6f675423-8f79-44df-83d5-6930672ff1de" providerId="ADAL" clId="{FC9FCCFD-0A85-4325-98A7-8B4DBD01891F}" dt="2023-01-30T09:43:57.004" v="286" actId="26606"/>
          <ac:spMkLst>
            <pc:docMk/>
            <pc:sldMk cId="0" sldId="320"/>
            <ac:spMk id="12" creationId="{081E4A58-353D-44AE-B2FC-2A74E2E400F7}"/>
          </ac:spMkLst>
        </pc:spChg>
      </pc:sldChg>
      <pc:sldChg chg="modSp mod">
        <pc:chgData name="Prof. Sonia Singh" userId="6f675423-8f79-44df-83d5-6930672ff1de" providerId="ADAL" clId="{FC9FCCFD-0A85-4325-98A7-8B4DBD01891F}" dt="2023-01-30T09:44:54.924" v="302" actId="1036"/>
        <pc:sldMkLst>
          <pc:docMk/>
          <pc:sldMk cId="0" sldId="321"/>
        </pc:sldMkLst>
        <pc:spChg chg="mod">
          <ac:chgData name="Prof. Sonia Singh" userId="6f675423-8f79-44df-83d5-6930672ff1de" providerId="ADAL" clId="{FC9FCCFD-0A85-4325-98A7-8B4DBD01891F}" dt="2023-01-30T09:44:54.924" v="302" actId="1036"/>
          <ac:spMkLst>
            <pc:docMk/>
            <pc:sldMk cId="0" sldId="321"/>
            <ac:spMk id="234518" creationId="{00000000-0000-0000-0000-000000000000}"/>
          </ac:spMkLst>
        </pc:spChg>
        <pc:spChg chg="mod">
          <ac:chgData name="Prof. Sonia Singh" userId="6f675423-8f79-44df-83d5-6930672ff1de" providerId="ADAL" clId="{FC9FCCFD-0A85-4325-98A7-8B4DBD01891F}" dt="2023-01-30T09:44:54.924" v="302" actId="1036"/>
          <ac:spMkLst>
            <pc:docMk/>
            <pc:sldMk cId="0" sldId="321"/>
            <ac:spMk id="234519" creationId="{00000000-0000-0000-0000-000000000000}"/>
          </ac:spMkLst>
        </pc:spChg>
        <pc:spChg chg="mod">
          <ac:chgData name="Prof. Sonia Singh" userId="6f675423-8f79-44df-83d5-6930672ff1de" providerId="ADAL" clId="{FC9FCCFD-0A85-4325-98A7-8B4DBD01891F}" dt="2023-01-30T09:44:54.924" v="302" actId="1036"/>
          <ac:spMkLst>
            <pc:docMk/>
            <pc:sldMk cId="0" sldId="321"/>
            <ac:spMk id="234520" creationId="{00000000-0000-0000-0000-000000000000}"/>
          </ac:spMkLst>
        </pc:spChg>
        <pc:spChg chg="mod">
          <ac:chgData name="Prof. Sonia Singh" userId="6f675423-8f79-44df-83d5-6930672ff1de" providerId="ADAL" clId="{FC9FCCFD-0A85-4325-98A7-8B4DBD01891F}" dt="2023-01-30T09:44:54.924" v="302" actId="1036"/>
          <ac:spMkLst>
            <pc:docMk/>
            <pc:sldMk cId="0" sldId="321"/>
            <ac:spMk id="234521" creationId="{00000000-0000-0000-0000-000000000000}"/>
          </ac:spMkLst>
        </pc:spChg>
        <pc:grpChg chg="mod">
          <ac:chgData name="Prof. Sonia Singh" userId="6f675423-8f79-44df-83d5-6930672ff1de" providerId="ADAL" clId="{FC9FCCFD-0A85-4325-98A7-8B4DBD01891F}" dt="2023-01-30T09:44:54.924" v="302" actId="1036"/>
          <ac:grpSpMkLst>
            <pc:docMk/>
            <pc:sldMk cId="0" sldId="321"/>
            <ac:grpSpMk id="5" creationId="{00000000-0000-0000-0000-000000000000}"/>
          </ac:grpSpMkLst>
        </pc:grpChg>
      </pc:sldChg>
      <pc:sldChg chg="addSp delSp modSp new mod modClrScheme delAnim modAnim chgLayout">
        <pc:chgData name="Prof. Sonia Singh" userId="6f675423-8f79-44df-83d5-6930672ff1de" providerId="ADAL" clId="{FC9FCCFD-0A85-4325-98A7-8B4DBD01891F}" dt="2023-01-30T09:47:51.814" v="372" actId="15"/>
        <pc:sldMkLst>
          <pc:docMk/>
          <pc:sldMk cId="3365746704" sldId="329"/>
        </pc:sldMkLst>
        <pc:spChg chg="add del mod">
          <ac:chgData name="Prof. Sonia Singh" userId="6f675423-8f79-44df-83d5-6930672ff1de" providerId="ADAL" clId="{FC9FCCFD-0A85-4325-98A7-8B4DBD01891F}" dt="2023-01-30T09:47:21.399" v="325" actId="478"/>
          <ac:spMkLst>
            <pc:docMk/>
            <pc:sldMk cId="3365746704" sldId="329"/>
            <ac:spMk id="2" creationId="{37CA10EC-69D8-C956-5758-7AAD200CE3EE}"/>
          </ac:spMkLst>
        </pc:spChg>
        <pc:spChg chg="add mod ord">
          <ac:chgData name="Prof. Sonia Singh" userId="6f675423-8f79-44df-83d5-6930672ff1de" providerId="ADAL" clId="{FC9FCCFD-0A85-4325-98A7-8B4DBD01891F}" dt="2023-01-30T09:47:46.304" v="371" actId="20577"/>
          <ac:spMkLst>
            <pc:docMk/>
            <pc:sldMk cId="3365746704" sldId="329"/>
            <ac:spMk id="3" creationId="{56CE0758-B75C-AECD-27E7-6B0A8DBD01EC}"/>
          </ac:spMkLst>
        </pc:spChg>
        <pc:spChg chg="add mod ord">
          <ac:chgData name="Prof. Sonia Singh" userId="6f675423-8f79-44df-83d5-6930672ff1de" providerId="ADAL" clId="{FC9FCCFD-0A85-4325-98A7-8B4DBD01891F}" dt="2023-01-30T09:47:51.814" v="372" actId="15"/>
          <ac:spMkLst>
            <pc:docMk/>
            <pc:sldMk cId="3365746704" sldId="329"/>
            <ac:spMk id="4" creationId="{A7DC846A-CE92-259F-7737-383418089B04}"/>
          </ac:spMkLst>
        </pc:spChg>
      </pc:sldChg>
      <pc:sldMasterChg chg="modSldLayout">
        <pc:chgData name="Prof. Sonia Singh" userId="6f675423-8f79-44df-83d5-6930672ff1de" providerId="ADAL" clId="{FC9FCCFD-0A85-4325-98A7-8B4DBD01891F}" dt="2023-01-30T09:48:17.093" v="375" actId="207"/>
        <pc:sldMasterMkLst>
          <pc:docMk/>
          <pc:sldMasterMk cId="0" sldId="2147483648"/>
        </pc:sldMasterMkLst>
        <pc:sldLayoutChg chg="modSp mod">
          <pc:chgData name="Prof. Sonia Singh" userId="6f675423-8f79-44df-83d5-6930672ff1de" providerId="ADAL" clId="{FC9FCCFD-0A85-4325-98A7-8B4DBD01891F}" dt="2023-01-30T09:48:17.093" v="375" actId="207"/>
          <pc:sldLayoutMkLst>
            <pc:docMk/>
            <pc:sldMasterMk cId="0" sldId="2147483648"/>
            <pc:sldLayoutMk cId="0" sldId="2147483707"/>
          </pc:sldLayoutMkLst>
          <pc:spChg chg="mod">
            <ac:chgData name="Prof. Sonia Singh" userId="6f675423-8f79-44df-83d5-6930672ff1de" providerId="ADAL" clId="{FC9FCCFD-0A85-4325-98A7-8B4DBD01891F}" dt="2023-01-30T09:43:07.344" v="282" actId="207"/>
            <ac:spMkLst>
              <pc:docMk/>
              <pc:sldMasterMk cId="0" sldId="2147483648"/>
              <pc:sldLayoutMk cId="0" sldId="2147483707"/>
              <ac:spMk id="2" creationId="{00000000-0000-0000-0000-000000000000}"/>
            </ac:spMkLst>
          </pc:spChg>
          <pc:spChg chg="mod">
            <ac:chgData name="Prof. Sonia Singh" userId="6f675423-8f79-44df-83d5-6930672ff1de" providerId="ADAL" clId="{FC9FCCFD-0A85-4325-98A7-8B4DBD01891F}" dt="2023-01-30T09:48:17.093" v="375" actId="207"/>
            <ac:spMkLst>
              <pc:docMk/>
              <pc:sldMasterMk cId="0" sldId="2147483648"/>
              <pc:sldLayoutMk cId="0" sldId="2147483707"/>
              <ac:spMk id="3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CF167D0B-BE16-4478-8253-E9770225DDC4}" type="datetimeFigureOut">
              <a:rPr lang="en-US"/>
              <a:pPr>
                <a:defRPr/>
              </a:pPr>
              <a:t>1/30/2023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9D9B932D-F4E6-4CA3-8366-91BBC3AB3D7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4A484E-9436-4DDF-AE76-76E1EA13F221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44F2354-D356-437E-81E1-C0B25FE9E09C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EBDFE85-7126-4489-BF02-BC54A817CB10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373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737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75A8C05-E1AB-4F53-9F31-B790FB67E40A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475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747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E5AEE86-4B2A-4757-9F3C-646EC35BD66B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ABFBB5-5FCF-4EC1-97E7-707378397B54}" type="datetimeFigureOut">
              <a:rPr lang="en-US"/>
              <a:pPr>
                <a:defRPr/>
              </a:pPr>
              <a:t>1/30/2023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A2F382-94CA-44FE-B060-8ED59F7455E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92162"/>
          </a:xfrm>
          <a:solidFill>
            <a:schemeClr val="bg1">
              <a:lumMod val="50000"/>
            </a:schemeClr>
          </a:solidFill>
        </p:spPr>
        <p:txBody>
          <a:bodyPr>
            <a:normAutofit/>
          </a:bodyPr>
          <a:lstStyle>
            <a:lvl1pPr>
              <a:defRPr sz="32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334000"/>
          </a:xfrm>
        </p:spPr>
        <p:txBody>
          <a:bodyPr>
            <a:normAutofit/>
          </a:bodyPr>
          <a:lstStyle>
            <a:lvl1pPr>
              <a:defRPr sz="2800"/>
            </a:lvl1pPr>
            <a:lvl2pPr marL="742950" indent="-285750">
              <a:buFont typeface="Arial" panose="020B0604020202020204" pitchFamily="34" charset="0"/>
              <a:buChar char="•"/>
              <a:defRPr sz="2400">
                <a:solidFill>
                  <a:srgbClr val="0070C0"/>
                </a:solidFill>
              </a:defRPr>
            </a:lvl2pPr>
            <a:lvl3pPr>
              <a:defRPr sz="2000">
                <a:solidFill>
                  <a:schemeClr val="accent2">
                    <a:lumMod val="75000"/>
                  </a:schemeClr>
                </a:solidFill>
              </a:defRPr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477000"/>
            <a:ext cx="2133600" cy="2444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E52D6E-9410-4541-AD6B-3C9E8F9C7DC1}" type="datetimeFigureOut">
              <a:rPr lang="en-US"/>
              <a:pPr>
                <a:defRPr/>
              </a:pPr>
              <a:t>1/30/2023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77000"/>
            <a:ext cx="2895600" cy="2444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477000"/>
            <a:ext cx="2133600" cy="2444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A4FE8C-7559-41D9-9ED3-200BF777B8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>
        <p:tmplLst>
          <p:tmpl lvl="1">
            <p:tnLst>
              <p:par>
                <p:cTn presetID="2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9DA76D-5079-4272-9278-5A7021B612AD}" type="datetimeFigureOut">
              <a:rPr lang="en-US"/>
              <a:pPr>
                <a:defRPr/>
              </a:pPr>
              <a:t>1/30/2023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404DE1-01FA-4574-9612-E67D368F6BE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C788EB-F71E-4930-BCA4-196A3E319F50}" type="datetimeFigureOut">
              <a:rPr lang="en-US"/>
              <a:pPr>
                <a:defRPr/>
              </a:pPr>
              <a:t>1/30/2023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32EEAB-C529-4102-807A-F2C6BC9D9B6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20AF34-58E3-4BBE-A806-6B3BD8D29D35}" type="datetimeFigureOut">
              <a:rPr lang="en-US"/>
              <a:pPr>
                <a:defRPr/>
              </a:pPr>
              <a:t>1/30/2023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A7B9D7-E495-45DA-B258-D65B6A7E2D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6D7166-4423-4F5C-9DF8-9FAD48530EE6}" type="datetimeFigureOut">
              <a:rPr lang="en-US"/>
              <a:pPr>
                <a:defRPr/>
              </a:pPr>
              <a:t>1/30/2023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DCC265-046B-4C3F-A70A-6B4EC652E3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75715A-9855-4105-9B43-3E3A5740D2CE}" type="datetimeFigureOut">
              <a:rPr lang="en-US"/>
              <a:pPr>
                <a:defRPr/>
              </a:pPr>
              <a:t>1/30/2023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AC5A52-4B56-4332-98AC-2BE716BBE4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66440D-C989-4F53-ABF7-11C6EDB9B2CB}" type="datetimeFigureOut">
              <a:rPr lang="en-US"/>
              <a:pPr>
                <a:defRPr/>
              </a:pPr>
              <a:t>1/30/2023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6E3B3B-5466-44B5-956C-2CCEFEE21A0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89851D-4298-4014-AF0C-0A27283E994E}" type="datetimeFigureOut">
              <a:rPr lang="en-US"/>
              <a:pPr>
                <a:defRPr/>
              </a:pPr>
              <a:t>1/30/2023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F09C7D-4B31-4595-86B5-C84B727C0D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38F61B-28AE-4638-8091-91BAD094AB50}" type="datetimeFigureOut">
              <a:rPr lang="en-US"/>
              <a:pPr>
                <a:defRPr/>
              </a:pPr>
              <a:t>1/30/2023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080F9F-68B2-4C34-A97B-ED88828E83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721A18-2DAA-4E8A-B012-DDF9A5DE1E62}" type="datetimeFigureOut">
              <a:rPr lang="en-US"/>
              <a:pPr>
                <a:defRPr/>
              </a:pPr>
              <a:t>1/30/2023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13CCDA-ED39-4A02-AFD3-86E3F9710B9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" y="838200"/>
            <a:ext cx="4305300" cy="5791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838200"/>
            <a:ext cx="4305300" cy="5791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24650" y="0"/>
            <a:ext cx="2190750" cy="6629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" y="0"/>
            <a:ext cx="6419850" cy="6629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298929F5-DDCD-4F95-973A-F69CD9729517}" type="datetimeFigureOut">
              <a:rPr lang="en-US"/>
              <a:pPr>
                <a:defRPr/>
              </a:pPr>
              <a:t>1/30/2023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3C274D1B-9866-491F-A450-BBAA7DD9B30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70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0"/>
            <a:ext cx="77724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2400" y="838200"/>
            <a:ext cx="8763000" cy="579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7" grpId="0" build="p" bldLvl="3" autoUpdateAnimBg="0">
        <p:tmplLst>
          <p:tmpl lvl="1">
            <p:tnLst>
              <p:par>
                <p:cTn presetID="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990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990000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990000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990000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990000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990000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990000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990000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990000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FF0000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0066FF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FF00FF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.bin"/><Relationship Id="rId5" Type="http://schemas.openxmlformats.org/officeDocument/2006/relationships/oleObject" Target="../embeddings/oleObject3.bin"/><Relationship Id="rId4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8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.bin"/><Relationship Id="rId5" Type="http://schemas.openxmlformats.org/officeDocument/2006/relationships/oleObject" Target="../embeddings/oleObject6.bin"/><Relationship Id="rId10" Type="http://schemas.openxmlformats.org/officeDocument/2006/relationships/oleObject" Target="../embeddings/oleObject11.bin"/><Relationship Id="rId4" Type="http://schemas.openxmlformats.org/officeDocument/2006/relationships/image" Target="../media/image4.wmf"/><Relationship Id="rId9" Type="http://schemas.openxmlformats.org/officeDocument/2006/relationships/oleObject" Target="../embeddings/oleObject10.bin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emf"/><Relationship Id="rId4" Type="http://schemas.openxmlformats.org/officeDocument/2006/relationships/image" Target="../media/image9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Knapsack Problem</a:t>
            </a:r>
          </a:p>
        </p:txBody>
      </p:sp>
      <p:sp>
        <p:nvSpPr>
          <p:cNvPr id="9219" name="Text Box 5"/>
          <p:cNvSpPr txBox="1">
            <a:spLocks noChangeArrowheads="1"/>
          </p:cNvSpPr>
          <p:nvPr/>
        </p:nvSpPr>
        <p:spPr bwMode="auto">
          <a:xfrm>
            <a:off x="457200" y="1143000"/>
            <a:ext cx="3733800" cy="457200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</p:spPr>
        <p:txBody>
          <a:bodyPr lIns="0">
            <a:spAutoFit/>
          </a:bodyPr>
          <a:lstStyle/>
          <a:p>
            <a:pPr marL="228600">
              <a:spcBef>
                <a:spcPct val="50000"/>
              </a:spcBef>
            </a:pPr>
            <a:r>
              <a:rPr lang="en-US" sz="2400" b="1" u="none">
                <a:solidFill>
                  <a:srgbClr val="0066CC"/>
                </a:solidFill>
              </a:rPr>
              <a:t>Decision Variables:</a:t>
            </a:r>
          </a:p>
        </p:txBody>
      </p:sp>
      <p:sp>
        <p:nvSpPr>
          <p:cNvPr id="60422" name="Text Box 6"/>
          <p:cNvSpPr txBox="1">
            <a:spLocks noChangeArrowheads="1"/>
          </p:cNvSpPr>
          <p:nvPr/>
        </p:nvSpPr>
        <p:spPr bwMode="auto">
          <a:xfrm>
            <a:off x="457200" y="2514600"/>
            <a:ext cx="3733800" cy="457200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</p:spPr>
        <p:txBody>
          <a:bodyPr lIns="0">
            <a:spAutoFit/>
          </a:bodyPr>
          <a:lstStyle/>
          <a:p>
            <a:pPr marL="228600">
              <a:spcBef>
                <a:spcPct val="50000"/>
              </a:spcBef>
            </a:pPr>
            <a:r>
              <a:rPr lang="en-US" sz="2400" b="1" u="none">
                <a:solidFill>
                  <a:srgbClr val="0066CC"/>
                </a:solidFill>
              </a:rPr>
              <a:t>Objective Function:</a:t>
            </a:r>
          </a:p>
        </p:txBody>
      </p:sp>
      <p:pic>
        <p:nvPicPr>
          <p:cNvPr id="60425" name="Picture 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33438" y="1828800"/>
            <a:ext cx="7477125" cy="457200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</p:spPr>
      </p:pic>
      <p:pic>
        <p:nvPicPr>
          <p:cNvPr id="60426" name="Picture 10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662363" y="2900363"/>
            <a:ext cx="1819275" cy="1057275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</p:spPr>
      </p:pic>
      <p:sp>
        <p:nvSpPr>
          <p:cNvPr id="60427" name="Text Box 11"/>
          <p:cNvSpPr txBox="1">
            <a:spLocks noChangeArrowheads="1"/>
          </p:cNvSpPr>
          <p:nvPr/>
        </p:nvSpPr>
        <p:spPr bwMode="auto">
          <a:xfrm>
            <a:off x="457200" y="3962400"/>
            <a:ext cx="3733800" cy="457200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</p:spPr>
        <p:txBody>
          <a:bodyPr lIns="0">
            <a:spAutoFit/>
          </a:bodyPr>
          <a:lstStyle/>
          <a:p>
            <a:pPr marL="228600">
              <a:spcBef>
                <a:spcPct val="50000"/>
              </a:spcBef>
            </a:pPr>
            <a:r>
              <a:rPr lang="en-US" sz="2400" b="1" u="none">
                <a:solidFill>
                  <a:srgbClr val="0066CC"/>
                </a:solidFill>
              </a:rPr>
              <a:t>Constraints:</a:t>
            </a:r>
          </a:p>
        </p:txBody>
      </p:sp>
      <p:pic>
        <p:nvPicPr>
          <p:cNvPr id="60428" name="Picture 1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85800" y="4648200"/>
            <a:ext cx="7810500" cy="1695450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18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: Shape 20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  <a:noFill/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Knapsack Problem</a:t>
            </a:r>
          </a:p>
        </p:txBody>
      </p:sp>
      <p:sp>
        <p:nvSpPr>
          <p:cNvPr id="39" name="Arc 2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Content Placeholder 2"/>
          <p:cNvSpPr>
            <a:spLocks noGrp="1"/>
          </p:cNvSpPr>
          <p:nvPr>
            <p:ph idx="1"/>
          </p:nvPr>
        </p:nvSpPr>
        <p:spPr>
          <a:xfrm>
            <a:off x="3335480" y="591344"/>
            <a:ext cx="5198919" cy="5733256"/>
          </a:xfrm>
        </p:spPr>
        <p:txBody>
          <a:bodyPr anchor="ctr">
            <a:normAutofit fontScale="92500" lnSpcReduction="10000"/>
          </a:bodyPr>
          <a:lstStyle/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Applications</a:t>
            </a:r>
          </a:p>
          <a:p>
            <a:pPr lvl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Loading consignments in a truck or railway wagon.</a:t>
            </a:r>
          </a:p>
          <a:p>
            <a:pPr lvl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Packing telecom bandwidth requirement in high-capacity facilities.</a:t>
            </a: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Heuristic Approach</a:t>
            </a:r>
          </a:p>
          <a:p>
            <a:pPr lvl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For each item, compute the ratio of v</a:t>
            </a:r>
            <a:r>
              <a:rPr lang="en-US" baseline="-25000" dirty="0"/>
              <a:t>i</a:t>
            </a:r>
            <a:r>
              <a:rPr lang="en-US" dirty="0"/>
              <a:t>/</a:t>
            </a:r>
            <a:r>
              <a:rPr lang="en-US" dirty="0" err="1"/>
              <a:t>w</a:t>
            </a:r>
            <a:r>
              <a:rPr lang="en-US" baseline="-25000" dirty="0" err="1"/>
              <a:t>i</a:t>
            </a:r>
            <a:r>
              <a:rPr lang="en-US" dirty="0"/>
              <a:t>  </a:t>
            </a:r>
            <a:r>
              <a:rPr lang="en-US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(Bang for the Buck ratio)</a:t>
            </a:r>
          </a:p>
          <a:p>
            <a:pPr lvl="2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7F764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Value per unit of Knapsack space</a:t>
            </a:r>
          </a:p>
          <a:p>
            <a:pPr lvl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Which item provides the maximum value per unit of resource ? </a:t>
            </a:r>
          </a:p>
          <a:p>
            <a:pPr lvl="2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200" dirty="0">
                <a:solidFill>
                  <a:srgbClr val="7F764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Highest v</a:t>
            </a:r>
            <a:r>
              <a:rPr lang="en-US" sz="2200" baseline="-25000" dirty="0">
                <a:solidFill>
                  <a:srgbClr val="7F764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en-US" sz="2200" dirty="0">
                <a:solidFill>
                  <a:srgbClr val="7F764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</a:t>
            </a:r>
            <a:r>
              <a:rPr lang="en-US" sz="2200" dirty="0" err="1">
                <a:solidFill>
                  <a:srgbClr val="7F764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</a:t>
            </a:r>
            <a:r>
              <a:rPr lang="en-US" sz="2200" baseline="-25000" dirty="0" err="1">
                <a:solidFill>
                  <a:srgbClr val="7F764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en-US" sz="2200" dirty="0">
                <a:solidFill>
                  <a:srgbClr val="7F764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ratio.</a:t>
            </a:r>
          </a:p>
          <a:p>
            <a:pPr lvl="1">
              <a:lnSpc>
                <a:spcPct val="90000"/>
              </a:lnSpc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  <a:noFill/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Knapsack Problem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rPr lang="en-US" dirty="0"/>
              <a:t>A Greedy Heuristic: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solidFill>
                  <a:srgbClr val="0070C0"/>
                </a:solidFill>
              </a:rPr>
              <a:t>Compute Bang for the Buck ratio for each item.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solidFill>
                  <a:srgbClr val="0070C0"/>
                </a:solidFill>
              </a:rPr>
              <a:t>Sort items in decreasing ratio.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solidFill>
                  <a:srgbClr val="0070C0"/>
                </a:solidFill>
              </a:rPr>
              <a:t>Pack items, one by one, from the sorted list, dropping those that cannot be packed.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Knapsack Problem: Example</a:t>
            </a:r>
            <a:endParaRPr lang="en-US" dirty="0">
              <a:solidFill>
                <a:srgbClr val="0066FF"/>
              </a:solidFill>
            </a:endParaRPr>
          </a:p>
        </p:txBody>
      </p:sp>
      <p:sp>
        <p:nvSpPr>
          <p:cNvPr id="10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066800"/>
            <a:ext cx="8763000" cy="3962400"/>
          </a:xfrm>
        </p:spPr>
        <p:txBody>
          <a:bodyPr>
            <a:normAutofit fontScale="92500" lnSpcReduction="10000"/>
          </a:bodyPr>
          <a:lstStyle/>
          <a:p>
            <a:pPr algn="just">
              <a:buFontTx/>
              <a:buNone/>
            </a:pPr>
            <a:r>
              <a:rPr lang="en-US" sz="2000" b="1" dirty="0">
                <a:solidFill>
                  <a:srgbClr val="0066FF"/>
                </a:solidFill>
              </a:rPr>
              <a:t>	</a:t>
            </a:r>
            <a:r>
              <a:rPr lang="en-US" sz="2000" b="1" dirty="0"/>
              <a:t>Consignment	   weight		Value of		Value/box</a:t>
            </a:r>
          </a:p>
          <a:p>
            <a:pPr algn="just">
              <a:buFontTx/>
              <a:buNone/>
            </a:pPr>
            <a:r>
              <a:rPr lang="en-US" sz="2000" b="1" dirty="0"/>
              <a:t>	Number	         (</a:t>
            </a:r>
            <a:r>
              <a:rPr lang="en-US" sz="2000" b="1" dirty="0" err="1"/>
              <a:t>w</a:t>
            </a:r>
            <a:r>
              <a:rPr lang="en-US" sz="2000" b="1" baseline="-25000" dirty="0" err="1"/>
              <a:t>i</a:t>
            </a:r>
            <a:r>
              <a:rPr lang="en-US" sz="2000" b="1" dirty="0"/>
              <a:t>)		Cons. (v</a:t>
            </a:r>
            <a:r>
              <a:rPr lang="en-US" sz="2000" b="1" baseline="-25000" dirty="0"/>
              <a:t>i</a:t>
            </a:r>
            <a:r>
              <a:rPr lang="en-US" sz="2000" b="1" dirty="0"/>
              <a:t>)	          	(v</a:t>
            </a:r>
            <a:r>
              <a:rPr lang="en-US" sz="2000" b="1" baseline="-25000" dirty="0"/>
              <a:t>i</a:t>
            </a:r>
            <a:r>
              <a:rPr lang="en-US" sz="2000" b="1" dirty="0"/>
              <a:t>/</a:t>
            </a:r>
            <a:r>
              <a:rPr lang="en-US" sz="2000" b="1" dirty="0" err="1"/>
              <a:t>w</a:t>
            </a:r>
            <a:r>
              <a:rPr lang="en-US" sz="2000" b="1" baseline="-25000" dirty="0" err="1"/>
              <a:t>i</a:t>
            </a:r>
            <a:r>
              <a:rPr lang="en-US" sz="2000" b="1" dirty="0"/>
              <a:t>)</a:t>
            </a:r>
          </a:p>
          <a:p>
            <a:pPr algn="just">
              <a:buFontTx/>
              <a:buNone/>
            </a:pPr>
            <a:r>
              <a:rPr lang="en-US" sz="2000" b="1" dirty="0">
                <a:solidFill>
                  <a:srgbClr val="0066FF"/>
                </a:solidFill>
              </a:rPr>
              <a:t>	</a:t>
            </a:r>
            <a:r>
              <a:rPr lang="en-US" sz="2100" dirty="0">
                <a:solidFill>
                  <a:srgbClr val="00B0F0"/>
                </a:solidFill>
              </a:rPr>
              <a:t>---------------</a:t>
            </a:r>
            <a:r>
              <a:rPr lang="en-US" sz="2000" b="1" dirty="0">
                <a:solidFill>
                  <a:srgbClr val="0066FF"/>
                </a:solidFill>
              </a:rPr>
              <a:t>	</a:t>
            </a:r>
            <a:r>
              <a:rPr lang="en-US" sz="2100" dirty="0">
                <a:solidFill>
                  <a:srgbClr val="00B0F0"/>
                </a:solidFill>
              </a:rPr>
              <a:t>----------------	----------------	-----------</a:t>
            </a:r>
          </a:p>
          <a:p>
            <a:pPr algn="just">
              <a:buFontTx/>
              <a:buNone/>
            </a:pPr>
            <a:r>
              <a:rPr lang="en-US" sz="2000" b="1" dirty="0">
                <a:solidFill>
                  <a:srgbClr val="0066FF"/>
                </a:solidFill>
              </a:rPr>
              <a:t>	</a:t>
            </a:r>
            <a:r>
              <a:rPr lang="en-US" sz="2000" b="1" dirty="0">
                <a:solidFill>
                  <a:srgbClr val="008000"/>
                </a:solidFill>
              </a:rPr>
              <a:t>1		          30		60		2.0</a:t>
            </a:r>
          </a:p>
          <a:p>
            <a:pPr algn="just">
              <a:buFontTx/>
              <a:buNone/>
            </a:pPr>
            <a:r>
              <a:rPr lang="en-US" sz="2000" b="1" dirty="0">
                <a:solidFill>
                  <a:srgbClr val="008000"/>
                </a:solidFill>
              </a:rPr>
              <a:t>	2		          50		60		1.2</a:t>
            </a:r>
          </a:p>
          <a:p>
            <a:pPr algn="just">
              <a:buFontTx/>
              <a:buNone/>
            </a:pPr>
            <a:r>
              <a:rPr lang="en-US" sz="2000" b="1" dirty="0">
                <a:solidFill>
                  <a:srgbClr val="008000"/>
                </a:solidFill>
              </a:rPr>
              <a:t>	3		          40		40		1.0</a:t>
            </a:r>
          </a:p>
          <a:p>
            <a:pPr algn="just">
              <a:buFontTx/>
              <a:buNone/>
            </a:pPr>
            <a:r>
              <a:rPr lang="en-US" sz="2000" b="1" dirty="0">
                <a:solidFill>
                  <a:srgbClr val="008000"/>
                </a:solidFill>
              </a:rPr>
              <a:t>	4		          10		10		1.0</a:t>
            </a:r>
          </a:p>
          <a:p>
            <a:pPr algn="just">
              <a:buFontTx/>
              <a:buNone/>
            </a:pPr>
            <a:r>
              <a:rPr lang="en-US" sz="2000" b="1" dirty="0">
                <a:solidFill>
                  <a:srgbClr val="008000"/>
                </a:solidFill>
              </a:rPr>
              <a:t>	5		          40		20		0.5</a:t>
            </a:r>
          </a:p>
          <a:p>
            <a:pPr algn="just">
              <a:buFontTx/>
              <a:buNone/>
            </a:pPr>
            <a:r>
              <a:rPr lang="en-US" sz="2000" b="1" dirty="0">
                <a:solidFill>
                  <a:srgbClr val="008000"/>
                </a:solidFill>
              </a:rPr>
              <a:t>	6		          30		10		0.33</a:t>
            </a:r>
          </a:p>
          <a:p>
            <a:pPr algn="just">
              <a:buFontTx/>
              <a:buNone/>
            </a:pPr>
            <a:r>
              <a:rPr lang="en-US" sz="2000" b="1" dirty="0">
                <a:solidFill>
                  <a:srgbClr val="008000"/>
                </a:solidFill>
              </a:rPr>
              <a:t>	7		          10		3		0.3</a:t>
            </a:r>
          </a:p>
          <a:p>
            <a:pPr algn="just">
              <a:buFontTx/>
              <a:buNone/>
            </a:pPr>
            <a:r>
              <a:rPr lang="en-US" sz="2000" b="1" dirty="0">
                <a:solidFill>
                  <a:srgbClr val="0066FF"/>
                </a:solidFill>
              </a:rPr>
              <a:t>	</a:t>
            </a:r>
            <a:r>
              <a:rPr lang="en-US" sz="2100" dirty="0">
                <a:solidFill>
                  <a:srgbClr val="00B0F0"/>
                </a:solidFill>
              </a:rPr>
              <a:t>--------------------------------------------------------------------------------</a:t>
            </a:r>
          </a:p>
          <a:p>
            <a:pPr algn="just">
              <a:buFontTx/>
              <a:buNone/>
            </a:pPr>
            <a:r>
              <a:rPr lang="en-US" sz="2100" dirty="0">
                <a:solidFill>
                  <a:srgbClr val="00B0F0"/>
                </a:solidFill>
              </a:rPr>
              <a:t>	</a:t>
            </a:r>
          </a:p>
        </p:txBody>
      </p:sp>
      <p:graphicFrame>
        <p:nvGraphicFramePr>
          <p:cNvPr id="234500" name="Object 4"/>
          <p:cNvGraphicFramePr>
            <a:graphicFrameLocks noChangeAspect="1"/>
          </p:cNvGraphicFramePr>
          <p:nvPr/>
        </p:nvGraphicFramePr>
        <p:xfrm>
          <a:off x="1600200" y="2054506"/>
          <a:ext cx="381000" cy="2314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2247480" imgH="3306240" progId="">
                  <p:embed/>
                </p:oleObj>
              </mc:Choice>
              <mc:Fallback>
                <p:oleObj name="Clip" r:id="rId2" imgW="2247480" imgH="3306240" progId="">
                  <p:embed/>
                  <p:pic>
                    <p:nvPicPr>
                      <p:cNvPr id="23450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2054506"/>
                        <a:ext cx="381000" cy="23149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4505" name="Text Box 9"/>
          <p:cNvSpPr txBox="1">
            <a:spLocks noChangeArrowheads="1"/>
          </p:cNvSpPr>
          <p:nvPr/>
        </p:nvSpPr>
        <p:spPr bwMode="auto">
          <a:xfrm>
            <a:off x="152400" y="4860429"/>
            <a:ext cx="67056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400" b="1" dirty="0">
                <a:latin typeface="+mn-lt"/>
              </a:rPr>
              <a:t>	Solution:</a:t>
            </a:r>
            <a:r>
              <a:rPr lang="en-US" sz="2000" b="1" dirty="0">
                <a:solidFill>
                  <a:srgbClr val="0066FF"/>
                </a:solidFill>
                <a:latin typeface="+mn-lt"/>
              </a:rPr>
              <a:t>	</a:t>
            </a:r>
          </a:p>
          <a:p>
            <a:pPr lvl="2"/>
            <a:r>
              <a:rPr lang="en-US" sz="2000" b="1" dirty="0">
                <a:solidFill>
                  <a:srgbClr val="0066FF"/>
                </a:solidFill>
                <a:latin typeface="+mn-lt"/>
              </a:rPr>
              <a:t>	</a:t>
            </a:r>
            <a:r>
              <a:rPr lang="en-US" sz="2000" dirty="0">
                <a:solidFill>
                  <a:srgbClr val="00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x1 = x2 = x4 = x7 = 1	</a:t>
            </a:r>
          </a:p>
          <a:p>
            <a:pPr lvl="2"/>
            <a:r>
              <a:rPr lang="en-US" sz="2000" dirty="0">
                <a:solidFill>
                  <a:srgbClr val="00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	x3 = x5 = x6 = 0.</a:t>
            </a:r>
          </a:p>
          <a:p>
            <a:pPr lvl="2"/>
            <a:r>
              <a:rPr lang="en-US" sz="2000" dirty="0">
                <a:solidFill>
                  <a:srgbClr val="00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	Z = 60+60+10+3 = 133	</a:t>
            </a:r>
          </a:p>
        </p:txBody>
      </p:sp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1676400" y="2743200"/>
            <a:ext cx="228600" cy="228600"/>
            <a:chOff x="0" y="0"/>
            <a:chExt cx="240" cy="240"/>
          </a:xfrm>
        </p:grpSpPr>
        <p:sp>
          <p:nvSpPr>
            <p:cNvPr id="1047" name="Line 10"/>
            <p:cNvSpPr>
              <a:spLocks noChangeShapeType="1"/>
            </p:cNvSpPr>
            <p:nvPr/>
          </p:nvSpPr>
          <p:spPr bwMode="auto">
            <a:xfrm>
              <a:off x="0" y="0"/>
              <a:ext cx="240" cy="240"/>
            </a:xfrm>
            <a:prstGeom prst="line">
              <a:avLst/>
            </a:prstGeom>
            <a:noFill/>
            <a:ln w="57150">
              <a:solidFill>
                <a:srgbClr val="99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048" name="Line 11"/>
            <p:cNvSpPr>
              <a:spLocks noChangeShapeType="1"/>
            </p:cNvSpPr>
            <p:nvPr/>
          </p:nvSpPr>
          <p:spPr bwMode="auto">
            <a:xfrm flipH="1">
              <a:off x="0" y="0"/>
              <a:ext cx="240" cy="240"/>
            </a:xfrm>
            <a:prstGeom prst="line">
              <a:avLst/>
            </a:prstGeom>
            <a:noFill/>
            <a:ln w="57150">
              <a:solidFill>
                <a:srgbClr val="99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5" name="Group 21"/>
          <p:cNvGrpSpPr>
            <a:grpSpLocks/>
          </p:cNvGrpSpPr>
          <p:nvPr/>
        </p:nvGrpSpPr>
        <p:grpSpPr bwMode="auto">
          <a:xfrm>
            <a:off x="7239000" y="1355725"/>
            <a:ext cx="1447800" cy="4968875"/>
            <a:chOff x="4704" y="470"/>
            <a:chExt cx="912" cy="3130"/>
          </a:xfrm>
        </p:grpSpPr>
        <p:sp>
          <p:nvSpPr>
            <p:cNvPr id="1041" name="Text Box 19"/>
            <p:cNvSpPr txBox="1">
              <a:spLocks noChangeArrowheads="1"/>
            </p:cNvSpPr>
            <p:nvPr/>
          </p:nvSpPr>
          <p:spPr bwMode="auto">
            <a:xfrm>
              <a:off x="4704" y="470"/>
              <a:ext cx="384" cy="31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b="1" dirty="0">
                  <a:latin typeface="+mn-lt"/>
                </a:rPr>
                <a:t>100</a:t>
              </a:r>
            </a:p>
            <a:p>
              <a:pPr>
                <a:spcBef>
                  <a:spcPct val="50000"/>
                </a:spcBef>
              </a:pPr>
              <a:r>
                <a:rPr lang="en-US" sz="2000" b="1" dirty="0">
                  <a:latin typeface="+mn-lt"/>
                </a:rPr>
                <a:t>90</a:t>
              </a:r>
            </a:p>
            <a:p>
              <a:pPr>
                <a:spcBef>
                  <a:spcPct val="50000"/>
                </a:spcBef>
              </a:pPr>
              <a:r>
                <a:rPr lang="en-US" sz="2000" b="1" dirty="0">
                  <a:latin typeface="+mn-lt"/>
                </a:rPr>
                <a:t>80</a:t>
              </a:r>
            </a:p>
            <a:p>
              <a:pPr>
                <a:spcBef>
                  <a:spcPct val="50000"/>
                </a:spcBef>
              </a:pPr>
              <a:r>
                <a:rPr lang="en-US" sz="2000" b="1" dirty="0">
                  <a:latin typeface="+mn-lt"/>
                </a:rPr>
                <a:t>70</a:t>
              </a:r>
            </a:p>
            <a:p>
              <a:pPr>
                <a:spcBef>
                  <a:spcPct val="50000"/>
                </a:spcBef>
              </a:pPr>
              <a:r>
                <a:rPr lang="en-US" sz="2000" b="1" dirty="0">
                  <a:latin typeface="+mn-lt"/>
                </a:rPr>
                <a:t>60</a:t>
              </a:r>
            </a:p>
            <a:p>
              <a:pPr>
                <a:spcBef>
                  <a:spcPct val="50000"/>
                </a:spcBef>
              </a:pPr>
              <a:r>
                <a:rPr lang="en-US" sz="2000" b="1" dirty="0">
                  <a:latin typeface="+mn-lt"/>
                </a:rPr>
                <a:t>50</a:t>
              </a:r>
            </a:p>
            <a:p>
              <a:pPr>
                <a:spcBef>
                  <a:spcPct val="50000"/>
                </a:spcBef>
              </a:pPr>
              <a:r>
                <a:rPr lang="en-US" sz="2000" b="1" dirty="0">
                  <a:latin typeface="+mn-lt"/>
                </a:rPr>
                <a:t>40</a:t>
              </a:r>
            </a:p>
            <a:p>
              <a:pPr>
                <a:spcBef>
                  <a:spcPct val="50000"/>
                </a:spcBef>
              </a:pPr>
              <a:r>
                <a:rPr lang="en-US" sz="2000" b="1" dirty="0">
                  <a:latin typeface="+mn-lt"/>
                </a:rPr>
                <a:t>30</a:t>
              </a:r>
            </a:p>
            <a:p>
              <a:pPr>
                <a:spcBef>
                  <a:spcPct val="50000"/>
                </a:spcBef>
              </a:pPr>
              <a:r>
                <a:rPr lang="en-US" sz="2000" b="1" dirty="0">
                  <a:latin typeface="+mn-lt"/>
                </a:rPr>
                <a:t>20</a:t>
              </a:r>
            </a:p>
            <a:p>
              <a:pPr>
                <a:spcBef>
                  <a:spcPct val="50000"/>
                </a:spcBef>
              </a:pPr>
              <a:r>
                <a:rPr lang="en-US" sz="2000" b="1" dirty="0">
                  <a:latin typeface="+mn-lt"/>
                </a:rPr>
                <a:t>10</a:t>
              </a:r>
            </a:p>
            <a:p>
              <a:pPr>
                <a:spcBef>
                  <a:spcPct val="50000"/>
                </a:spcBef>
              </a:pPr>
              <a:r>
                <a:rPr lang="en-US" sz="2000" b="1" dirty="0">
                  <a:latin typeface="+mn-lt"/>
                </a:rPr>
                <a:t>0</a:t>
              </a:r>
            </a:p>
          </p:txBody>
        </p:sp>
        <p:sp>
          <p:nvSpPr>
            <p:cNvPr id="1042" name="Rectangle 20"/>
            <p:cNvSpPr>
              <a:spLocks noChangeArrowheads="1"/>
            </p:cNvSpPr>
            <p:nvPr/>
          </p:nvSpPr>
          <p:spPr bwMode="auto">
            <a:xfrm>
              <a:off x="5136" y="528"/>
              <a:ext cx="480" cy="2976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34518" name="Rectangle 22"/>
          <p:cNvSpPr>
            <a:spLocks noChangeArrowheads="1"/>
          </p:cNvSpPr>
          <p:nvPr/>
        </p:nvSpPr>
        <p:spPr bwMode="auto">
          <a:xfrm>
            <a:off x="7924800" y="4724400"/>
            <a:ext cx="762000" cy="1447800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234519" name="Rectangle 23"/>
          <p:cNvSpPr>
            <a:spLocks noChangeArrowheads="1"/>
          </p:cNvSpPr>
          <p:nvPr/>
        </p:nvSpPr>
        <p:spPr bwMode="auto">
          <a:xfrm>
            <a:off x="7924800" y="2438400"/>
            <a:ext cx="762000" cy="2286000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234520" name="Rectangle 24"/>
          <p:cNvSpPr>
            <a:spLocks noChangeArrowheads="1"/>
          </p:cNvSpPr>
          <p:nvPr/>
        </p:nvSpPr>
        <p:spPr bwMode="auto">
          <a:xfrm>
            <a:off x="7924800" y="1955800"/>
            <a:ext cx="762000" cy="482600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234521" name="Rectangle 25"/>
          <p:cNvSpPr>
            <a:spLocks noChangeArrowheads="1"/>
          </p:cNvSpPr>
          <p:nvPr/>
        </p:nvSpPr>
        <p:spPr bwMode="auto">
          <a:xfrm>
            <a:off x="7924800" y="1447800"/>
            <a:ext cx="762000" cy="495300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graphicFrame>
        <p:nvGraphicFramePr>
          <p:cNvPr id="6" name="Object 4"/>
          <p:cNvGraphicFramePr>
            <a:graphicFrameLocks noChangeAspect="1"/>
          </p:cNvGraphicFramePr>
          <p:nvPr/>
        </p:nvGraphicFramePr>
        <p:xfrm>
          <a:off x="1600200" y="2362200"/>
          <a:ext cx="381000" cy="231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4" imgW="2247480" imgH="3306240" progId="">
                  <p:embed/>
                </p:oleObj>
              </mc:Choice>
              <mc:Fallback>
                <p:oleObj name="Clip" r:id="rId4" imgW="2247480" imgH="3306240" progId="">
                  <p:embed/>
                  <p:pic>
                    <p:nvPicPr>
                      <p:cNvPr id="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2362200"/>
                        <a:ext cx="381000" cy="231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/>
          <p:cNvGraphicFramePr>
            <a:graphicFrameLocks noChangeAspect="1"/>
          </p:cNvGraphicFramePr>
          <p:nvPr/>
        </p:nvGraphicFramePr>
        <p:xfrm>
          <a:off x="1600200" y="3048000"/>
          <a:ext cx="381000" cy="231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5" imgW="2247480" imgH="3306240" progId="">
                  <p:embed/>
                </p:oleObj>
              </mc:Choice>
              <mc:Fallback>
                <p:oleObj name="Clip" r:id="rId5" imgW="2247480" imgH="3306240" progId="">
                  <p:embed/>
                  <p:pic>
                    <p:nvPicPr>
                      <p:cNvPr id="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3048000"/>
                        <a:ext cx="381000" cy="231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" name="Group 12"/>
          <p:cNvGrpSpPr>
            <a:grpSpLocks/>
          </p:cNvGrpSpPr>
          <p:nvPr/>
        </p:nvGrpSpPr>
        <p:grpSpPr bwMode="auto">
          <a:xfrm>
            <a:off x="1676400" y="3733800"/>
            <a:ext cx="228600" cy="228600"/>
            <a:chOff x="0" y="0"/>
            <a:chExt cx="240" cy="240"/>
          </a:xfrm>
        </p:grpSpPr>
        <p:sp>
          <p:nvSpPr>
            <p:cNvPr id="28" name="Line 10"/>
            <p:cNvSpPr>
              <a:spLocks noChangeShapeType="1"/>
            </p:cNvSpPr>
            <p:nvPr/>
          </p:nvSpPr>
          <p:spPr bwMode="auto">
            <a:xfrm>
              <a:off x="0" y="0"/>
              <a:ext cx="240" cy="240"/>
            </a:xfrm>
            <a:prstGeom prst="line">
              <a:avLst/>
            </a:prstGeom>
            <a:noFill/>
            <a:ln w="57150">
              <a:solidFill>
                <a:srgbClr val="99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9" name="Line 11"/>
            <p:cNvSpPr>
              <a:spLocks noChangeShapeType="1"/>
            </p:cNvSpPr>
            <p:nvPr/>
          </p:nvSpPr>
          <p:spPr bwMode="auto">
            <a:xfrm flipH="1">
              <a:off x="0" y="0"/>
              <a:ext cx="240" cy="240"/>
            </a:xfrm>
            <a:prstGeom prst="line">
              <a:avLst/>
            </a:prstGeom>
            <a:noFill/>
            <a:ln w="57150">
              <a:solidFill>
                <a:srgbClr val="99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30" name="Group 12"/>
          <p:cNvGrpSpPr>
            <a:grpSpLocks/>
          </p:cNvGrpSpPr>
          <p:nvPr/>
        </p:nvGrpSpPr>
        <p:grpSpPr bwMode="auto">
          <a:xfrm>
            <a:off x="1676400" y="3352800"/>
            <a:ext cx="228600" cy="228600"/>
            <a:chOff x="0" y="0"/>
            <a:chExt cx="240" cy="240"/>
          </a:xfrm>
        </p:grpSpPr>
        <p:sp>
          <p:nvSpPr>
            <p:cNvPr id="31" name="Line 10"/>
            <p:cNvSpPr>
              <a:spLocks noChangeShapeType="1"/>
            </p:cNvSpPr>
            <p:nvPr/>
          </p:nvSpPr>
          <p:spPr bwMode="auto">
            <a:xfrm>
              <a:off x="0" y="0"/>
              <a:ext cx="240" cy="240"/>
            </a:xfrm>
            <a:prstGeom prst="line">
              <a:avLst/>
            </a:prstGeom>
            <a:noFill/>
            <a:ln w="57150">
              <a:solidFill>
                <a:srgbClr val="99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32" name="Line 11"/>
            <p:cNvSpPr>
              <a:spLocks noChangeShapeType="1"/>
            </p:cNvSpPr>
            <p:nvPr/>
          </p:nvSpPr>
          <p:spPr bwMode="auto">
            <a:xfrm flipH="1">
              <a:off x="0" y="0"/>
              <a:ext cx="240" cy="240"/>
            </a:xfrm>
            <a:prstGeom prst="line">
              <a:avLst/>
            </a:prstGeom>
            <a:noFill/>
            <a:ln w="57150">
              <a:solidFill>
                <a:srgbClr val="99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</p:grpSp>
      <p:graphicFrame>
        <p:nvGraphicFramePr>
          <p:cNvPr id="8" name="Object 4"/>
          <p:cNvGraphicFramePr>
            <a:graphicFrameLocks noChangeAspect="1"/>
          </p:cNvGraphicFramePr>
          <p:nvPr/>
        </p:nvGraphicFramePr>
        <p:xfrm>
          <a:off x="1600200" y="4035425"/>
          <a:ext cx="381000" cy="231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6" imgW="2247480" imgH="3306240" progId="">
                  <p:embed/>
                </p:oleObj>
              </mc:Choice>
              <mc:Fallback>
                <p:oleObj name="Clip" r:id="rId6" imgW="2247480" imgH="3306240" progId="">
                  <p:embed/>
                  <p:pic>
                    <p:nvPicPr>
                      <p:cNvPr id="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4035425"/>
                        <a:ext cx="381000" cy="231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0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0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0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0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0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0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0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0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0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0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234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234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234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234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234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2345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345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2345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2345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1" grpId="0" uiExpand="1" build="p"/>
      <p:bldP spid="234505" grpId="0" uiExpand="1" build="p" autoUpdateAnimBg="0"/>
      <p:bldP spid="234518" grpId="0" animBg="1"/>
      <p:bldP spid="234519" grpId="0" animBg="1"/>
      <p:bldP spid="234520" grpId="0" animBg="1"/>
      <p:bldP spid="23452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Bin Packing Problem</a:t>
            </a:r>
          </a:p>
        </p:txBody>
      </p:sp>
      <p:sp>
        <p:nvSpPr>
          <p:cNvPr id="34820" name="Rectangle 4"/>
          <p:cNvSpPr>
            <a:spLocks noChangeArrowheads="1"/>
          </p:cNvSpPr>
          <p:nvPr/>
        </p:nvSpPr>
        <p:spPr bwMode="auto">
          <a:xfrm>
            <a:off x="304800" y="152400"/>
            <a:ext cx="533400" cy="1752600"/>
          </a:xfrm>
          <a:prstGeom prst="rect">
            <a:avLst/>
          </a:prstGeom>
          <a:ln>
            <a:headEnd/>
            <a:tailEnd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>
              <a:solidFill>
                <a:schemeClr val="dk1"/>
              </a:solidFill>
              <a:latin typeface="+mn-lt"/>
            </a:endParaRPr>
          </a:p>
        </p:txBody>
      </p:sp>
      <p:sp>
        <p:nvSpPr>
          <p:cNvPr id="34821" name="Rectangle 5"/>
          <p:cNvSpPr>
            <a:spLocks noChangeArrowheads="1"/>
          </p:cNvSpPr>
          <p:nvPr/>
        </p:nvSpPr>
        <p:spPr bwMode="auto">
          <a:xfrm>
            <a:off x="1066800" y="152400"/>
            <a:ext cx="533400" cy="1752600"/>
          </a:xfrm>
          <a:prstGeom prst="rect">
            <a:avLst/>
          </a:prstGeom>
          <a:ln>
            <a:headEnd/>
            <a:tailEnd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>
              <a:solidFill>
                <a:schemeClr val="dk1"/>
              </a:solidFill>
              <a:latin typeface="+mn-lt"/>
            </a:endParaRPr>
          </a:p>
        </p:txBody>
      </p:sp>
      <p:sp>
        <p:nvSpPr>
          <p:cNvPr id="34822" name="Rectangle 6"/>
          <p:cNvSpPr>
            <a:spLocks noChangeArrowheads="1"/>
          </p:cNvSpPr>
          <p:nvPr/>
        </p:nvSpPr>
        <p:spPr bwMode="auto">
          <a:xfrm>
            <a:off x="1828800" y="152400"/>
            <a:ext cx="533400" cy="1752600"/>
          </a:xfrm>
          <a:prstGeom prst="rect">
            <a:avLst/>
          </a:prstGeom>
          <a:ln>
            <a:headEnd/>
            <a:tailEnd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>
              <a:solidFill>
                <a:schemeClr val="dk1"/>
              </a:solidFill>
              <a:latin typeface="+mn-lt"/>
            </a:endParaRPr>
          </a:p>
        </p:txBody>
      </p:sp>
      <p:sp>
        <p:nvSpPr>
          <p:cNvPr id="34823" name="Rectangle 7"/>
          <p:cNvSpPr>
            <a:spLocks noChangeArrowheads="1"/>
          </p:cNvSpPr>
          <p:nvPr/>
        </p:nvSpPr>
        <p:spPr bwMode="auto">
          <a:xfrm>
            <a:off x="3352800" y="1471613"/>
            <a:ext cx="533400" cy="457200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34824" name="Rectangle 8"/>
          <p:cNvSpPr>
            <a:spLocks noChangeArrowheads="1"/>
          </p:cNvSpPr>
          <p:nvPr/>
        </p:nvSpPr>
        <p:spPr bwMode="auto">
          <a:xfrm>
            <a:off x="4114800" y="1166813"/>
            <a:ext cx="533400" cy="762000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34825" name="Rectangle 9"/>
          <p:cNvSpPr>
            <a:spLocks noChangeArrowheads="1"/>
          </p:cNvSpPr>
          <p:nvPr/>
        </p:nvSpPr>
        <p:spPr bwMode="auto">
          <a:xfrm>
            <a:off x="4876800" y="1319213"/>
            <a:ext cx="533400" cy="609600"/>
          </a:xfrm>
          <a:prstGeom prst="rect">
            <a:avLst/>
          </a:prstGeom>
          <a:solidFill>
            <a:srgbClr val="CC3399"/>
          </a:solidFill>
          <a:ln>
            <a:headEnd/>
            <a:tailEnd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>
              <a:solidFill>
                <a:schemeClr val="lt1"/>
              </a:solidFill>
              <a:latin typeface="+mn-lt"/>
            </a:endParaRPr>
          </a:p>
        </p:txBody>
      </p:sp>
      <p:sp>
        <p:nvSpPr>
          <p:cNvPr id="34826" name="Rectangle 10"/>
          <p:cNvSpPr>
            <a:spLocks noChangeArrowheads="1"/>
          </p:cNvSpPr>
          <p:nvPr/>
        </p:nvSpPr>
        <p:spPr bwMode="auto">
          <a:xfrm>
            <a:off x="5638800" y="785813"/>
            <a:ext cx="533400" cy="1143000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34827" name="Rectangle 11"/>
          <p:cNvSpPr>
            <a:spLocks noChangeArrowheads="1"/>
          </p:cNvSpPr>
          <p:nvPr/>
        </p:nvSpPr>
        <p:spPr bwMode="auto">
          <a:xfrm>
            <a:off x="6400800" y="1700213"/>
            <a:ext cx="533400" cy="2286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headEnd/>
            <a:tailEnd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>
              <a:solidFill>
                <a:schemeClr val="lt1"/>
              </a:solidFill>
              <a:latin typeface="+mn-lt"/>
            </a:endParaRPr>
          </a:p>
        </p:txBody>
      </p:sp>
      <p:sp>
        <p:nvSpPr>
          <p:cNvPr id="34828" name="Rectangle 12"/>
          <p:cNvSpPr>
            <a:spLocks noChangeArrowheads="1"/>
          </p:cNvSpPr>
          <p:nvPr/>
        </p:nvSpPr>
        <p:spPr bwMode="auto">
          <a:xfrm>
            <a:off x="7162800" y="1395413"/>
            <a:ext cx="533400" cy="533400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34836" name="Rectangle 20"/>
          <p:cNvSpPr>
            <a:spLocks noChangeArrowheads="1"/>
          </p:cNvSpPr>
          <p:nvPr/>
        </p:nvSpPr>
        <p:spPr bwMode="auto">
          <a:xfrm>
            <a:off x="7924800" y="938213"/>
            <a:ext cx="533400" cy="990600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34853" name="Text Box 37"/>
          <p:cNvSpPr txBox="1">
            <a:spLocks noChangeArrowheads="1"/>
          </p:cNvSpPr>
          <p:nvPr/>
        </p:nvSpPr>
        <p:spPr bwMode="auto">
          <a:xfrm>
            <a:off x="0" y="2057400"/>
            <a:ext cx="3733800" cy="457200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</p:spPr>
        <p:txBody>
          <a:bodyPr lIns="0">
            <a:spAutoFit/>
          </a:bodyPr>
          <a:lstStyle/>
          <a:p>
            <a:pPr marL="228600">
              <a:spcBef>
                <a:spcPct val="50000"/>
              </a:spcBef>
            </a:pPr>
            <a:r>
              <a:rPr lang="en-US" sz="2400" b="1" u="none">
                <a:solidFill>
                  <a:srgbClr val="0066CC"/>
                </a:solidFill>
              </a:rPr>
              <a:t>Decision Variables:</a:t>
            </a:r>
          </a:p>
        </p:txBody>
      </p:sp>
      <p:pic>
        <p:nvPicPr>
          <p:cNvPr id="34854" name="Picture 38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57525" y="2190750"/>
            <a:ext cx="6086475" cy="1466850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</p:spPr>
      </p:pic>
      <p:sp>
        <p:nvSpPr>
          <p:cNvPr id="34855" name="Text Box 39"/>
          <p:cNvSpPr txBox="1">
            <a:spLocks noChangeArrowheads="1"/>
          </p:cNvSpPr>
          <p:nvPr/>
        </p:nvSpPr>
        <p:spPr bwMode="auto">
          <a:xfrm>
            <a:off x="0" y="3657600"/>
            <a:ext cx="3733800" cy="457200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</p:spPr>
        <p:txBody>
          <a:bodyPr lIns="0">
            <a:spAutoFit/>
          </a:bodyPr>
          <a:lstStyle/>
          <a:p>
            <a:pPr marL="228600">
              <a:spcBef>
                <a:spcPct val="50000"/>
              </a:spcBef>
            </a:pPr>
            <a:r>
              <a:rPr lang="en-US" sz="2400" b="1" u="none">
                <a:solidFill>
                  <a:srgbClr val="0066CC"/>
                </a:solidFill>
              </a:rPr>
              <a:t>Objective Function:</a:t>
            </a:r>
          </a:p>
        </p:txBody>
      </p:sp>
      <p:sp>
        <p:nvSpPr>
          <p:cNvPr id="34856" name="Text Box 40"/>
          <p:cNvSpPr txBox="1">
            <a:spLocks noChangeArrowheads="1"/>
          </p:cNvSpPr>
          <p:nvPr/>
        </p:nvSpPr>
        <p:spPr bwMode="auto">
          <a:xfrm>
            <a:off x="0" y="4800600"/>
            <a:ext cx="3733800" cy="457200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</p:spPr>
        <p:txBody>
          <a:bodyPr lIns="0">
            <a:spAutoFit/>
          </a:bodyPr>
          <a:lstStyle/>
          <a:p>
            <a:pPr marL="228600">
              <a:spcBef>
                <a:spcPct val="50000"/>
              </a:spcBef>
            </a:pPr>
            <a:r>
              <a:rPr lang="en-US" sz="2400" b="1" u="none">
                <a:solidFill>
                  <a:srgbClr val="0066CC"/>
                </a:solidFill>
              </a:rPr>
              <a:t>Constraints:</a:t>
            </a:r>
          </a:p>
        </p:txBody>
      </p:sp>
      <p:pic>
        <p:nvPicPr>
          <p:cNvPr id="34858" name="Picture 4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762375" y="3829050"/>
            <a:ext cx="1419225" cy="1123950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</p:spPr>
      </p:pic>
      <p:pic>
        <p:nvPicPr>
          <p:cNvPr id="34861" name="Picture 4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114800" y="5057775"/>
            <a:ext cx="2943225" cy="1724025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/>
              <a:t>Bin Packing Heuristic</a:t>
            </a:r>
            <a:endParaRPr lang="en-US" sz="4400"/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4138612"/>
            <a:ext cx="8229600" cy="2338388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en-US" sz="2000" b="1" dirty="0"/>
              <a:t>Bin Packing Heuristic: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en-US" sz="2000" b="1" dirty="0"/>
              <a:t>Step 0</a:t>
            </a:r>
            <a:r>
              <a:rPr lang="en-US" sz="2000" dirty="0"/>
              <a:t>: </a:t>
            </a:r>
            <a:r>
              <a:rPr lang="en-US" sz="2000" dirty="0">
                <a:solidFill>
                  <a:srgbClr val="0070C0"/>
                </a:solidFill>
              </a:rPr>
              <a:t>Sort objects in decreasing order of size.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en-US" sz="2000" b="1" dirty="0"/>
              <a:t>Step 1</a:t>
            </a:r>
            <a:r>
              <a:rPr lang="en-US" sz="2000" dirty="0"/>
              <a:t>: </a:t>
            </a:r>
            <a:r>
              <a:rPr lang="en-US" sz="2000" dirty="0">
                <a:solidFill>
                  <a:srgbClr val="0070C0"/>
                </a:solidFill>
              </a:rPr>
              <a:t>Open a new bin.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en-US" sz="2000" b="1" dirty="0"/>
              <a:t>Step 2</a:t>
            </a:r>
            <a:r>
              <a:rPr lang="en-US" sz="2000" dirty="0"/>
              <a:t>: </a:t>
            </a:r>
            <a:r>
              <a:rPr lang="en-US" sz="2000" dirty="0">
                <a:solidFill>
                  <a:srgbClr val="0070C0"/>
                </a:solidFill>
              </a:rPr>
              <a:t>Pack the first unpacked object that will fit in it. Pack as many objects 	as possible</a:t>
            </a:r>
            <a:r>
              <a:rPr lang="en-US" sz="2000" dirty="0">
                <a:solidFill>
                  <a:srgbClr val="0066CC"/>
                </a:solidFill>
              </a:rPr>
              <a:t>.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en-US" sz="2000" b="1" dirty="0"/>
              <a:t>Step 3</a:t>
            </a:r>
            <a:r>
              <a:rPr lang="en-US" sz="2000" dirty="0"/>
              <a:t>: </a:t>
            </a:r>
            <a:r>
              <a:rPr lang="en-US" sz="2000" dirty="0">
                <a:solidFill>
                  <a:srgbClr val="0070C0"/>
                </a:solidFill>
              </a:rPr>
              <a:t>If all objects packed, Stop, else go to Step 1.</a:t>
            </a:r>
          </a:p>
        </p:txBody>
      </p:sp>
      <p:sp>
        <p:nvSpPr>
          <p:cNvPr id="34820" name="Rectangle 4"/>
          <p:cNvSpPr>
            <a:spLocks noChangeArrowheads="1"/>
          </p:cNvSpPr>
          <p:nvPr/>
        </p:nvSpPr>
        <p:spPr bwMode="auto">
          <a:xfrm>
            <a:off x="533400" y="1547813"/>
            <a:ext cx="533400" cy="1752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21" name="Rectangle 5"/>
          <p:cNvSpPr>
            <a:spLocks noChangeArrowheads="1"/>
          </p:cNvSpPr>
          <p:nvPr/>
        </p:nvSpPr>
        <p:spPr bwMode="auto">
          <a:xfrm>
            <a:off x="1295400" y="1547813"/>
            <a:ext cx="533400" cy="1752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22" name="Rectangle 6"/>
          <p:cNvSpPr>
            <a:spLocks noChangeArrowheads="1"/>
          </p:cNvSpPr>
          <p:nvPr/>
        </p:nvSpPr>
        <p:spPr bwMode="auto">
          <a:xfrm>
            <a:off x="2057400" y="1547813"/>
            <a:ext cx="533400" cy="1752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29" name="Rectangle 13"/>
          <p:cNvSpPr>
            <a:spLocks noChangeArrowheads="1"/>
          </p:cNvSpPr>
          <p:nvPr/>
        </p:nvSpPr>
        <p:spPr bwMode="auto">
          <a:xfrm>
            <a:off x="533400" y="2157413"/>
            <a:ext cx="533400" cy="1143000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>
              <a:solidFill>
                <a:schemeClr val="lt1"/>
              </a:solidFill>
              <a:latin typeface="+mn-lt"/>
            </a:endParaRPr>
          </a:p>
        </p:txBody>
      </p:sp>
      <p:sp>
        <p:nvSpPr>
          <p:cNvPr id="34830" name="Rectangle 14"/>
          <p:cNvSpPr>
            <a:spLocks noChangeArrowheads="1"/>
          </p:cNvSpPr>
          <p:nvPr/>
        </p:nvSpPr>
        <p:spPr bwMode="auto">
          <a:xfrm>
            <a:off x="2057400" y="2233613"/>
            <a:ext cx="533400" cy="457200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>
              <a:solidFill>
                <a:schemeClr val="lt1"/>
              </a:solidFill>
              <a:latin typeface="+mn-lt"/>
            </a:endParaRPr>
          </a:p>
        </p:txBody>
      </p:sp>
      <p:sp>
        <p:nvSpPr>
          <p:cNvPr id="34831" name="Rectangle 15"/>
          <p:cNvSpPr>
            <a:spLocks noChangeArrowheads="1"/>
          </p:cNvSpPr>
          <p:nvPr/>
        </p:nvSpPr>
        <p:spPr bwMode="auto">
          <a:xfrm>
            <a:off x="1295400" y="1547813"/>
            <a:ext cx="533400" cy="762000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>
              <a:solidFill>
                <a:schemeClr val="lt1"/>
              </a:solidFill>
              <a:latin typeface="+mn-lt"/>
            </a:endParaRPr>
          </a:p>
        </p:txBody>
      </p:sp>
      <p:sp>
        <p:nvSpPr>
          <p:cNvPr id="34832" name="Rectangle 16"/>
          <p:cNvSpPr>
            <a:spLocks noChangeArrowheads="1"/>
          </p:cNvSpPr>
          <p:nvPr/>
        </p:nvSpPr>
        <p:spPr bwMode="auto">
          <a:xfrm>
            <a:off x="2057400" y="2690813"/>
            <a:ext cx="533400" cy="609600"/>
          </a:xfrm>
          <a:prstGeom prst="rect">
            <a:avLst/>
          </a:prstGeom>
          <a:solidFill>
            <a:srgbClr val="CC3399"/>
          </a:solidFill>
          <a:ln>
            <a:headEnd/>
            <a:tailEnd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>
              <a:solidFill>
                <a:schemeClr val="lt1"/>
              </a:solidFill>
              <a:latin typeface="+mn-lt"/>
            </a:endParaRPr>
          </a:p>
        </p:txBody>
      </p:sp>
      <p:sp>
        <p:nvSpPr>
          <p:cNvPr id="34833" name="Rectangle 17"/>
          <p:cNvSpPr>
            <a:spLocks noChangeArrowheads="1"/>
          </p:cNvSpPr>
          <p:nvPr/>
        </p:nvSpPr>
        <p:spPr bwMode="auto">
          <a:xfrm>
            <a:off x="533400" y="1624013"/>
            <a:ext cx="533400" cy="533400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34834" name="Rectangle 18"/>
          <p:cNvSpPr>
            <a:spLocks noChangeArrowheads="1"/>
          </p:cNvSpPr>
          <p:nvPr/>
        </p:nvSpPr>
        <p:spPr bwMode="auto">
          <a:xfrm>
            <a:off x="2057400" y="2005013"/>
            <a:ext cx="533400" cy="2286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headEnd/>
            <a:tailEnd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>
              <a:solidFill>
                <a:schemeClr val="lt1"/>
              </a:solidFill>
              <a:latin typeface="+mn-lt"/>
            </a:endParaRPr>
          </a:p>
        </p:txBody>
      </p:sp>
      <p:sp>
        <p:nvSpPr>
          <p:cNvPr id="34835" name="Rectangle 19"/>
          <p:cNvSpPr>
            <a:spLocks noChangeArrowheads="1"/>
          </p:cNvSpPr>
          <p:nvPr/>
        </p:nvSpPr>
        <p:spPr bwMode="auto">
          <a:xfrm>
            <a:off x="1295400" y="2309813"/>
            <a:ext cx="533400" cy="990600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>
              <a:solidFill>
                <a:schemeClr val="lt1"/>
              </a:solidFill>
              <a:latin typeface="+mn-lt"/>
            </a:endParaRPr>
          </a:p>
        </p:txBody>
      </p:sp>
      <p:grpSp>
        <p:nvGrpSpPr>
          <p:cNvPr id="2" name="Group 21"/>
          <p:cNvGrpSpPr>
            <a:grpSpLocks/>
          </p:cNvGrpSpPr>
          <p:nvPr/>
        </p:nvGrpSpPr>
        <p:grpSpPr bwMode="auto">
          <a:xfrm>
            <a:off x="3505200" y="2081213"/>
            <a:ext cx="5105400" cy="1143000"/>
            <a:chOff x="2208" y="2064"/>
            <a:chExt cx="3216" cy="720"/>
          </a:xfrm>
        </p:grpSpPr>
        <p:sp>
          <p:nvSpPr>
            <p:cNvPr id="1053" name="Rectangle 22"/>
            <p:cNvSpPr>
              <a:spLocks noChangeArrowheads="1"/>
            </p:cNvSpPr>
            <p:nvPr/>
          </p:nvSpPr>
          <p:spPr bwMode="auto">
            <a:xfrm>
              <a:off x="4608" y="2496"/>
              <a:ext cx="336" cy="288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4" name="Rectangle 23"/>
            <p:cNvSpPr>
              <a:spLocks noChangeArrowheads="1"/>
            </p:cNvSpPr>
            <p:nvPr/>
          </p:nvSpPr>
          <p:spPr bwMode="auto">
            <a:xfrm>
              <a:off x="3168" y="2304"/>
              <a:ext cx="336" cy="480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5" name="Rectangle 24"/>
            <p:cNvSpPr>
              <a:spLocks noChangeArrowheads="1"/>
            </p:cNvSpPr>
            <p:nvPr/>
          </p:nvSpPr>
          <p:spPr bwMode="auto">
            <a:xfrm>
              <a:off x="3648" y="2400"/>
              <a:ext cx="336" cy="384"/>
            </a:xfrm>
            <a:prstGeom prst="rect">
              <a:avLst/>
            </a:prstGeom>
            <a:solidFill>
              <a:srgbClr val="CC3399"/>
            </a:solidFill>
            <a:ln>
              <a:headEnd/>
              <a:tailEnd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>
                <a:solidFill>
                  <a:schemeClr val="lt1"/>
                </a:solidFill>
                <a:latin typeface="+mn-lt"/>
              </a:endParaRPr>
            </a:p>
          </p:txBody>
        </p:sp>
        <p:sp>
          <p:nvSpPr>
            <p:cNvPr id="1056" name="Rectangle 25"/>
            <p:cNvSpPr>
              <a:spLocks noChangeArrowheads="1"/>
            </p:cNvSpPr>
            <p:nvPr/>
          </p:nvSpPr>
          <p:spPr bwMode="auto">
            <a:xfrm>
              <a:off x="2208" y="2064"/>
              <a:ext cx="336" cy="720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7" name="Rectangle 26"/>
            <p:cNvSpPr>
              <a:spLocks noChangeArrowheads="1"/>
            </p:cNvSpPr>
            <p:nvPr/>
          </p:nvSpPr>
          <p:spPr bwMode="auto">
            <a:xfrm>
              <a:off x="5088" y="2640"/>
              <a:ext cx="336" cy="144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headEnd/>
              <a:tailEnd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>
                <a:solidFill>
                  <a:schemeClr val="lt1"/>
                </a:solidFill>
                <a:latin typeface="+mn-lt"/>
              </a:endParaRPr>
            </a:p>
          </p:txBody>
        </p:sp>
        <p:sp>
          <p:nvSpPr>
            <p:cNvPr id="1058" name="Rectangle 27"/>
            <p:cNvSpPr>
              <a:spLocks noChangeArrowheads="1"/>
            </p:cNvSpPr>
            <p:nvPr/>
          </p:nvSpPr>
          <p:spPr bwMode="auto">
            <a:xfrm>
              <a:off x="4128" y="2448"/>
              <a:ext cx="336" cy="336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9" name="Rectangle 28"/>
            <p:cNvSpPr>
              <a:spLocks noChangeArrowheads="1"/>
            </p:cNvSpPr>
            <p:nvPr/>
          </p:nvSpPr>
          <p:spPr bwMode="auto">
            <a:xfrm>
              <a:off x="2688" y="2160"/>
              <a:ext cx="336" cy="624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34845" name="Object 29"/>
          <p:cNvGraphicFramePr>
            <a:graphicFrameLocks noChangeAspect="1"/>
          </p:cNvGraphicFramePr>
          <p:nvPr/>
        </p:nvGraphicFramePr>
        <p:xfrm>
          <a:off x="3587750" y="3300413"/>
          <a:ext cx="450850" cy="661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2247480" imgH="3306240" progId="">
                  <p:embed/>
                </p:oleObj>
              </mc:Choice>
              <mc:Fallback>
                <p:oleObj name="Clip" r:id="rId3" imgW="2247480" imgH="3306240" progId="">
                  <p:embed/>
                  <p:pic>
                    <p:nvPicPr>
                      <p:cNvPr id="34845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7750" y="3300413"/>
                        <a:ext cx="450850" cy="6619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46" name="Object 30"/>
          <p:cNvGraphicFramePr>
            <a:graphicFrameLocks noChangeAspect="1"/>
          </p:cNvGraphicFramePr>
          <p:nvPr/>
        </p:nvGraphicFramePr>
        <p:xfrm>
          <a:off x="6559550" y="3300413"/>
          <a:ext cx="450850" cy="661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5" imgW="2247480" imgH="3306240" progId="">
                  <p:embed/>
                </p:oleObj>
              </mc:Choice>
              <mc:Fallback>
                <p:oleObj name="Clip" r:id="rId5" imgW="2247480" imgH="3306240" progId="">
                  <p:embed/>
                  <p:pic>
                    <p:nvPicPr>
                      <p:cNvPr id="34846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9550" y="3300413"/>
                        <a:ext cx="450850" cy="6619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47" name="Object 31"/>
          <p:cNvGraphicFramePr>
            <a:graphicFrameLocks noChangeAspect="1"/>
          </p:cNvGraphicFramePr>
          <p:nvPr/>
        </p:nvGraphicFramePr>
        <p:xfrm>
          <a:off x="4267200" y="3300413"/>
          <a:ext cx="450850" cy="661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6" imgW="2247480" imgH="3306240" progId="">
                  <p:embed/>
                </p:oleObj>
              </mc:Choice>
              <mc:Fallback>
                <p:oleObj name="Clip" r:id="rId6" imgW="2247480" imgH="3306240" progId="">
                  <p:embed/>
                  <p:pic>
                    <p:nvPicPr>
                      <p:cNvPr id="34847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3300413"/>
                        <a:ext cx="450850" cy="6619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48" name="Object 32"/>
          <p:cNvGraphicFramePr>
            <a:graphicFrameLocks noChangeAspect="1"/>
          </p:cNvGraphicFramePr>
          <p:nvPr/>
        </p:nvGraphicFramePr>
        <p:xfrm>
          <a:off x="5035550" y="3300413"/>
          <a:ext cx="450850" cy="661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7" imgW="2247480" imgH="3306240" progId="">
                  <p:embed/>
                </p:oleObj>
              </mc:Choice>
              <mc:Fallback>
                <p:oleObj name="Clip" r:id="rId7" imgW="2247480" imgH="3306240" progId="">
                  <p:embed/>
                  <p:pic>
                    <p:nvPicPr>
                      <p:cNvPr id="34848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5550" y="3300413"/>
                        <a:ext cx="450850" cy="6619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49" name="Object 33"/>
          <p:cNvGraphicFramePr>
            <a:graphicFrameLocks noChangeAspect="1"/>
          </p:cNvGraphicFramePr>
          <p:nvPr/>
        </p:nvGraphicFramePr>
        <p:xfrm>
          <a:off x="5797550" y="3300413"/>
          <a:ext cx="450850" cy="661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8" imgW="2247480" imgH="3306240" progId="">
                  <p:embed/>
                </p:oleObj>
              </mc:Choice>
              <mc:Fallback>
                <p:oleObj name="Clip" r:id="rId8" imgW="2247480" imgH="3306240" progId="">
                  <p:embed/>
                  <p:pic>
                    <p:nvPicPr>
                      <p:cNvPr id="34849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7550" y="3300413"/>
                        <a:ext cx="450850" cy="6619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50" name="Object 34"/>
          <p:cNvGraphicFramePr>
            <a:graphicFrameLocks noChangeAspect="1"/>
          </p:cNvGraphicFramePr>
          <p:nvPr/>
        </p:nvGraphicFramePr>
        <p:xfrm>
          <a:off x="7315200" y="3300413"/>
          <a:ext cx="450850" cy="661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9" imgW="2247480" imgH="3306240" progId="">
                  <p:embed/>
                </p:oleObj>
              </mc:Choice>
              <mc:Fallback>
                <p:oleObj name="Clip" r:id="rId9" imgW="2247480" imgH="3306240" progId="">
                  <p:embed/>
                  <p:pic>
                    <p:nvPicPr>
                      <p:cNvPr id="3485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200" y="3300413"/>
                        <a:ext cx="450850" cy="6619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51" name="Object 35"/>
          <p:cNvGraphicFramePr>
            <a:graphicFrameLocks noChangeAspect="1"/>
          </p:cNvGraphicFramePr>
          <p:nvPr/>
        </p:nvGraphicFramePr>
        <p:xfrm>
          <a:off x="8077200" y="3300413"/>
          <a:ext cx="450850" cy="661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10" imgW="2247480" imgH="3306240" progId="">
                  <p:embed/>
                </p:oleObj>
              </mc:Choice>
              <mc:Fallback>
                <p:oleObj name="Clip" r:id="rId10" imgW="2247480" imgH="3306240" progId="">
                  <p:embed/>
                  <p:pic>
                    <p:nvPicPr>
                      <p:cNvPr id="34851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77200" y="3300413"/>
                        <a:ext cx="450850" cy="6619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0" name="Group 49"/>
          <p:cNvGrpSpPr/>
          <p:nvPr/>
        </p:nvGrpSpPr>
        <p:grpSpPr>
          <a:xfrm>
            <a:off x="3505200" y="785813"/>
            <a:ext cx="5105400" cy="1143000"/>
            <a:chOff x="3505200" y="785813"/>
            <a:chExt cx="5105400" cy="1143000"/>
          </a:xfrm>
        </p:grpSpPr>
        <p:sp>
          <p:nvSpPr>
            <p:cNvPr id="43" name="Rectangle 7"/>
            <p:cNvSpPr>
              <a:spLocks noChangeArrowheads="1"/>
            </p:cNvSpPr>
            <p:nvPr/>
          </p:nvSpPr>
          <p:spPr bwMode="auto">
            <a:xfrm>
              <a:off x="3505200" y="1471613"/>
              <a:ext cx="533400" cy="457200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44" name="Rectangle 8"/>
            <p:cNvSpPr>
              <a:spLocks noChangeArrowheads="1"/>
            </p:cNvSpPr>
            <p:nvPr/>
          </p:nvSpPr>
          <p:spPr bwMode="auto">
            <a:xfrm>
              <a:off x="4267200" y="1166813"/>
              <a:ext cx="533400" cy="762000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45" name="Rectangle 9"/>
            <p:cNvSpPr>
              <a:spLocks noChangeArrowheads="1"/>
            </p:cNvSpPr>
            <p:nvPr/>
          </p:nvSpPr>
          <p:spPr bwMode="auto">
            <a:xfrm>
              <a:off x="5029200" y="1319213"/>
              <a:ext cx="533400" cy="609600"/>
            </a:xfrm>
            <a:prstGeom prst="rect">
              <a:avLst/>
            </a:prstGeom>
            <a:solidFill>
              <a:srgbClr val="CC3399"/>
            </a:solidFill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>
                <a:solidFill>
                  <a:schemeClr val="lt1"/>
                </a:solidFill>
                <a:latin typeface="+mn-lt"/>
              </a:endParaRPr>
            </a:p>
          </p:txBody>
        </p:sp>
        <p:sp>
          <p:nvSpPr>
            <p:cNvPr id="46" name="Rectangle 10"/>
            <p:cNvSpPr>
              <a:spLocks noChangeArrowheads="1"/>
            </p:cNvSpPr>
            <p:nvPr/>
          </p:nvSpPr>
          <p:spPr bwMode="auto">
            <a:xfrm>
              <a:off x="5791200" y="785813"/>
              <a:ext cx="533400" cy="1143000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47" name="Rectangle 11"/>
            <p:cNvSpPr>
              <a:spLocks noChangeArrowheads="1"/>
            </p:cNvSpPr>
            <p:nvPr/>
          </p:nvSpPr>
          <p:spPr bwMode="auto">
            <a:xfrm>
              <a:off x="6553200" y="1700213"/>
              <a:ext cx="533400" cy="228600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headEnd/>
              <a:tailEnd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>
                <a:solidFill>
                  <a:schemeClr val="lt1"/>
                </a:solidFill>
                <a:latin typeface="+mn-lt"/>
              </a:endParaRPr>
            </a:p>
          </p:txBody>
        </p:sp>
        <p:sp>
          <p:nvSpPr>
            <p:cNvPr id="48" name="Rectangle 12"/>
            <p:cNvSpPr>
              <a:spLocks noChangeArrowheads="1"/>
            </p:cNvSpPr>
            <p:nvPr/>
          </p:nvSpPr>
          <p:spPr bwMode="auto">
            <a:xfrm>
              <a:off x="7315200" y="1395413"/>
              <a:ext cx="533400" cy="533400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49" name="Rectangle 20"/>
            <p:cNvSpPr>
              <a:spLocks noChangeArrowheads="1"/>
            </p:cNvSpPr>
            <p:nvPr/>
          </p:nvSpPr>
          <p:spPr bwMode="auto">
            <a:xfrm>
              <a:off x="8077200" y="938213"/>
              <a:ext cx="533400" cy="990600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4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4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4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4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4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4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4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34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34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34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34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34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34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34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34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34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2" dur="500"/>
                                        <p:tgtEl>
                                          <p:spTgt spid="34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9" grpId="0" uiExpand="1" build="p" autoUpdateAnimBg="0"/>
      <p:bldP spid="34820" grpId="0" animBg="1"/>
      <p:bldP spid="34821" grpId="0" animBg="1"/>
      <p:bldP spid="34822" grpId="0" animBg="1"/>
      <p:bldP spid="34829" grpId="0" animBg="1"/>
      <p:bldP spid="34830" grpId="0" animBg="1"/>
      <p:bldP spid="34831" grpId="0" animBg="1"/>
      <p:bldP spid="34832" grpId="0" animBg="1"/>
      <p:bldP spid="34833" grpId="0" animBg="1"/>
      <p:bldP spid="34834" grpId="0" animBg="1"/>
      <p:bldP spid="3483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12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152400" y="228600"/>
            <a:ext cx="8763000" cy="914400"/>
          </a:xfrm>
        </p:spPr>
        <p:txBody>
          <a:bodyPr/>
          <a:lstStyle/>
          <a:p>
            <a:pPr>
              <a:buFontTx/>
              <a:buNone/>
            </a:pPr>
            <a:r>
              <a:rPr lang="en-US" b="1" dirty="0"/>
              <a:t>76    68    52    47    47    40    40    40    35    35    35    35    30  </a:t>
            </a:r>
          </a:p>
          <a:p>
            <a:pPr>
              <a:buFontTx/>
              <a:buNone/>
            </a:pPr>
            <a:r>
              <a:rPr lang="en-US" b="1" dirty="0"/>
              <a:t>30    30    25    25    25    25    25    25    16    16    14    14    14</a:t>
            </a:r>
          </a:p>
        </p:txBody>
      </p:sp>
      <p:grpSp>
        <p:nvGrpSpPr>
          <p:cNvPr id="117" name="Group 116"/>
          <p:cNvGrpSpPr/>
          <p:nvPr/>
        </p:nvGrpSpPr>
        <p:grpSpPr>
          <a:xfrm>
            <a:off x="457200" y="2438400"/>
            <a:ext cx="609600" cy="3416300"/>
            <a:chOff x="457200" y="2438400"/>
            <a:chExt cx="609600" cy="3416300"/>
          </a:xfrm>
        </p:grpSpPr>
        <p:sp>
          <p:nvSpPr>
            <p:cNvPr id="251913" name="Rectangle 9"/>
            <p:cNvSpPr>
              <a:spLocks noChangeArrowheads="1"/>
            </p:cNvSpPr>
            <p:nvPr/>
          </p:nvSpPr>
          <p:spPr bwMode="auto">
            <a:xfrm>
              <a:off x="457200" y="2438400"/>
              <a:ext cx="533400" cy="3405188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1914" name="Text Box 10"/>
            <p:cNvSpPr txBox="1">
              <a:spLocks noChangeArrowheads="1"/>
            </p:cNvSpPr>
            <p:nvPr/>
          </p:nvSpPr>
          <p:spPr bwMode="auto">
            <a:xfrm>
              <a:off x="457200" y="5397500"/>
              <a:ext cx="6096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 dirty="0">
                  <a:solidFill>
                    <a:srgbClr val="008000"/>
                  </a:solidFill>
                </a:rPr>
                <a:t>76</a:t>
              </a:r>
              <a:endParaRPr lang="en-US" b="1" dirty="0"/>
            </a:p>
          </p:txBody>
        </p:sp>
      </p:grpSp>
      <p:sp>
        <p:nvSpPr>
          <p:cNvPr id="251916" name="Rectangle 12"/>
          <p:cNvSpPr>
            <a:spLocks noChangeArrowheads="1"/>
          </p:cNvSpPr>
          <p:nvPr/>
        </p:nvSpPr>
        <p:spPr bwMode="auto">
          <a:xfrm>
            <a:off x="6629400" y="1295400"/>
            <a:ext cx="533400" cy="4572000"/>
          </a:xfrm>
          <a:prstGeom prst="rect">
            <a:avLst/>
          </a:prstGeom>
          <a:noFill/>
          <a:ln w="38100">
            <a:solidFill>
              <a:srgbClr val="99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1918" name="Rectangle 14"/>
          <p:cNvSpPr>
            <a:spLocks noChangeArrowheads="1"/>
          </p:cNvSpPr>
          <p:nvPr/>
        </p:nvSpPr>
        <p:spPr bwMode="auto">
          <a:xfrm>
            <a:off x="152400" y="228600"/>
            <a:ext cx="533400" cy="457200"/>
          </a:xfrm>
          <a:prstGeom prst="rect">
            <a:avLst/>
          </a:prstGeom>
          <a:noFill/>
          <a:ln w="38100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1919" name="Rectangle 15"/>
          <p:cNvSpPr>
            <a:spLocks noChangeArrowheads="1"/>
          </p:cNvSpPr>
          <p:nvPr/>
        </p:nvSpPr>
        <p:spPr bwMode="auto">
          <a:xfrm>
            <a:off x="762000" y="228600"/>
            <a:ext cx="533400" cy="457200"/>
          </a:xfrm>
          <a:prstGeom prst="rect">
            <a:avLst/>
          </a:prstGeom>
          <a:noFill/>
          <a:ln w="38100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1920" name="Rectangle 16"/>
          <p:cNvSpPr>
            <a:spLocks noChangeArrowheads="1"/>
          </p:cNvSpPr>
          <p:nvPr/>
        </p:nvSpPr>
        <p:spPr bwMode="auto">
          <a:xfrm>
            <a:off x="1371600" y="228600"/>
            <a:ext cx="533400" cy="457200"/>
          </a:xfrm>
          <a:prstGeom prst="rect">
            <a:avLst/>
          </a:prstGeom>
          <a:noFill/>
          <a:ln w="38100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1921" name="Rectangle 17"/>
          <p:cNvSpPr>
            <a:spLocks noChangeArrowheads="1"/>
          </p:cNvSpPr>
          <p:nvPr/>
        </p:nvSpPr>
        <p:spPr bwMode="auto">
          <a:xfrm>
            <a:off x="1981200" y="228600"/>
            <a:ext cx="533400" cy="457200"/>
          </a:xfrm>
          <a:prstGeom prst="rect">
            <a:avLst/>
          </a:prstGeom>
          <a:noFill/>
          <a:ln w="38100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1922" name="Rectangle 18"/>
          <p:cNvSpPr>
            <a:spLocks noChangeArrowheads="1"/>
          </p:cNvSpPr>
          <p:nvPr/>
        </p:nvSpPr>
        <p:spPr bwMode="auto">
          <a:xfrm>
            <a:off x="2590800" y="228600"/>
            <a:ext cx="533400" cy="457200"/>
          </a:xfrm>
          <a:prstGeom prst="rect">
            <a:avLst/>
          </a:prstGeom>
          <a:noFill/>
          <a:ln w="38100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1923" name="Rectangle 19"/>
          <p:cNvSpPr>
            <a:spLocks noChangeArrowheads="1"/>
          </p:cNvSpPr>
          <p:nvPr/>
        </p:nvSpPr>
        <p:spPr bwMode="auto">
          <a:xfrm>
            <a:off x="3200400" y="228600"/>
            <a:ext cx="533400" cy="457200"/>
          </a:xfrm>
          <a:prstGeom prst="rect">
            <a:avLst/>
          </a:prstGeom>
          <a:noFill/>
          <a:ln w="38100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1924" name="Rectangle 20"/>
          <p:cNvSpPr>
            <a:spLocks noChangeArrowheads="1"/>
          </p:cNvSpPr>
          <p:nvPr/>
        </p:nvSpPr>
        <p:spPr bwMode="auto">
          <a:xfrm>
            <a:off x="3810000" y="228600"/>
            <a:ext cx="533400" cy="457200"/>
          </a:xfrm>
          <a:prstGeom prst="rect">
            <a:avLst/>
          </a:prstGeom>
          <a:noFill/>
          <a:ln w="38100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1925" name="Rectangle 21"/>
          <p:cNvSpPr>
            <a:spLocks noChangeArrowheads="1"/>
          </p:cNvSpPr>
          <p:nvPr/>
        </p:nvSpPr>
        <p:spPr bwMode="auto">
          <a:xfrm>
            <a:off x="4419600" y="228600"/>
            <a:ext cx="533400" cy="457200"/>
          </a:xfrm>
          <a:prstGeom prst="rect">
            <a:avLst/>
          </a:prstGeom>
          <a:noFill/>
          <a:ln w="38100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1926" name="Rectangle 22"/>
          <p:cNvSpPr>
            <a:spLocks noChangeArrowheads="1"/>
          </p:cNvSpPr>
          <p:nvPr/>
        </p:nvSpPr>
        <p:spPr bwMode="auto">
          <a:xfrm>
            <a:off x="5029200" y="228600"/>
            <a:ext cx="533400" cy="457200"/>
          </a:xfrm>
          <a:prstGeom prst="rect">
            <a:avLst/>
          </a:prstGeom>
          <a:noFill/>
          <a:ln w="38100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1927" name="Rectangle 23"/>
          <p:cNvSpPr>
            <a:spLocks noChangeArrowheads="1"/>
          </p:cNvSpPr>
          <p:nvPr/>
        </p:nvSpPr>
        <p:spPr bwMode="auto">
          <a:xfrm>
            <a:off x="5638800" y="228600"/>
            <a:ext cx="533400" cy="457200"/>
          </a:xfrm>
          <a:prstGeom prst="rect">
            <a:avLst/>
          </a:prstGeom>
          <a:noFill/>
          <a:ln w="38100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1928" name="Rectangle 24"/>
          <p:cNvSpPr>
            <a:spLocks noChangeArrowheads="1"/>
          </p:cNvSpPr>
          <p:nvPr/>
        </p:nvSpPr>
        <p:spPr bwMode="auto">
          <a:xfrm>
            <a:off x="6248400" y="228600"/>
            <a:ext cx="533400" cy="457200"/>
          </a:xfrm>
          <a:prstGeom prst="rect">
            <a:avLst/>
          </a:prstGeom>
          <a:noFill/>
          <a:ln w="38100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1929" name="Rectangle 25"/>
          <p:cNvSpPr>
            <a:spLocks noChangeArrowheads="1"/>
          </p:cNvSpPr>
          <p:nvPr/>
        </p:nvSpPr>
        <p:spPr bwMode="auto">
          <a:xfrm>
            <a:off x="6858000" y="228600"/>
            <a:ext cx="533400" cy="457200"/>
          </a:xfrm>
          <a:prstGeom prst="rect">
            <a:avLst/>
          </a:prstGeom>
          <a:noFill/>
          <a:ln w="38100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1930" name="Rectangle 26"/>
          <p:cNvSpPr>
            <a:spLocks noChangeArrowheads="1"/>
          </p:cNvSpPr>
          <p:nvPr/>
        </p:nvSpPr>
        <p:spPr bwMode="auto">
          <a:xfrm>
            <a:off x="7467600" y="228600"/>
            <a:ext cx="533400" cy="457200"/>
          </a:xfrm>
          <a:prstGeom prst="rect">
            <a:avLst/>
          </a:prstGeom>
          <a:noFill/>
          <a:ln w="38100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1931" name="Rectangle 27"/>
          <p:cNvSpPr>
            <a:spLocks noChangeArrowheads="1"/>
          </p:cNvSpPr>
          <p:nvPr/>
        </p:nvSpPr>
        <p:spPr bwMode="auto">
          <a:xfrm>
            <a:off x="152400" y="685800"/>
            <a:ext cx="533400" cy="457200"/>
          </a:xfrm>
          <a:prstGeom prst="rect">
            <a:avLst/>
          </a:prstGeom>
          <a:noFill/>
          <a:ln w="38100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1932" name="Rectangle 28"/>
          <p:cNvSpPr>
            <a:spLocks noChangeArrowheads="1"/>
          </p:cNvSpPr>
          <p:nvPr/>
        </p:nvSpPr>
        <p:spPr bwMode="auto">
          <a:xfrm>
            <a:off x="762000" y="685800"/>
            <a:ext cx="533400" cy="457200"/>
          </a:xfrm>
          <a:prstGeom prst="rect">
            <a:avLst/>
          </a:prstGeom>
          <a:noFill/>
          <a:ln w="38100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1933" name="Rectangle 29"/>
          <p:cNvSpPr>
            <a:spLocks noChangeArrowheads="1"/>
          </p:cNvSpPr>
          <p:nvPr/>
        </p:nvSpPr>
        <p:spPr bwMode="auto">
          <a:xfrm>
            <a:off x="1371600" y="685800"/>
            <a:ext cx="533400" cy="457200"/>
          </a:xfrm>
          <a:prstGeom prst="rect">
            <a:avLst/>
          </a:prstGeom>
          <a:noFill/>
          <a:ln w="38100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1934" name="Rectangle 30"/>
          <p:cNvSpPr>
            <a:spLocks noChangeArrowheads="1"/>
          </p:cNvSpPr>
          <p:nvPr/>
        </p:nvSpPr>
        <p:spPr bwMode="auto">
          <a:xfrm>
            <a:off x="1981200" y="685800"/>
            <a:ext cx="533400" cy="457200"/>
          </a:xfrm>
          <a:prstGeom prst="rect">
            <a:avLst/>
          </a:prstGeom>
          <a:noFill/>
          <a:ln w="38100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1935" name="Rectangle 31"/>
          <p:cNvSpPr>
            <a:spLocks noChangeArrowheads="1"/>
          </p:cNvSpPr>
          <p:nvPr/>
        </p:nvSpPr>
        <p:spPr bwMode="auto">
          <a:xfrm>
            <a:off x="2590800" y="685800"/>
            <a:ext cx="533400" cy="457200"/>
          </a:xfrm>
          <a:prstGeom prst="rect">
            <a:avLst/>
          </a:prstGeom>
          <a:noFill/>
          <a:ln w="38100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1936" name="Rectangle 32"/>
          <p:cNvSpPr>
            <a:spLocks noChangeArrowheads="1"/>
          </p:cNvSpPr>
          <p:nvPr/>
        </p:nvSpPr>
        <p:spPr bwMode="auto">
          <a:xfrm>
            <a:off x="3200400" y="685800"/>
            <a:ext cx="533400" cy="457200"/>
          </a:xfrm>
          <a:prstGeom prst="rect">
            <a:avLst/>
          </a:prstGeom>
          <a:noFill/>
          <a:ln w="38100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1937" name="Rectangle 33"/>
          <p:cNvSpPr>
            <a:spLocks noChangeArrowheads="1"/>
          </p:cNvSpPr>
          <p:nvPr/>
        </p:nvSpPr>
        <p:spPr bwMode="auto">
          <a:xfrm>
            <a:off x="3810000" y="685800"/>
            <a:ext cx="533400" cy="457200"/>
          </a:xfrm>
          <a:prstGeom prst="rect">
            <a:avLst/>
          </a:prstGeom>
          <a:noFill/>
          <a:ln w="38100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1938" name="Rectangle 34"/>
          <p:cNvSpPr>
            <a:spLocks noChangeArrowheads="1"/>
          </p:cNvSpPr>
          <p:nvPr/>
        </p:nvSpPr>
        <p:spPr bwMode="auto">
          <a:xfrm>
            <a:off x="4419600" y="685800"/>
            <a:ext cx="533400" cy="457200"/>
          </a:xfrm>
          <a:prstGeom prst="rect">
            <a:avLst/>
          </a:prstGeom>
          <a:noFill/>
          <a:ln w="38100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1939" name="Rectangle 35"/>
          <p:cNvSpPr>
            <a:spLocks noChangeArrowheads="1"/>
          </p:cNvSpPr>
          <p:nvPr/>
        </p:nvSpPr>
        <p:spPr bwMode="auto">
          <a:xfrm>
            <a:off x="5029200" y="685800"/>
            <a:ext cx="533400" cy="457200"/>
          </a:xfrm>
          <a:prstGeom prst="rect">
            <a:avLst/>
          </a:prstGeom>
          <a:noFill/>
          <a:ln w="38100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1940" name="Rectangle 36"/>
          <p:cNvSpPr>
            <a:spLocks noChangeArrowheads="1"/>
          </p:cNvSpPr>
          <p:nvPr/>
        </p:nvSpPr>
        <p:spPr bwMode="auto">
          <a:xfrm>
            <a:off x="5638800" y="685800"/>
            <a:ext cx="533400" cy="457200"/>
          </a:xfrm>
          <a:prstGeom prst="rect">
            <a:avLst/>
          </a:prstGeom>
          <a:noFill/>
          <a:ln w="38100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1941" name="Rectangle 37"/>
          <p:cNvSpPr>
            <a:spLocks noChangeArrowheads="1"/>
          </p:cNvSpPr>
          <p:nvPr/>
        </p:nvSpPr>
        <p:spPr bwMode="auto">
          <a:xfrm>
            <a:off x="6248400" y="685800"/>
            <a:ext cx="533400" cy="457200"/>
          </a:xfrm>
          <a:prstGeom prst="rect">
            <a:avLst/>
          </a:prstGeom>
          <a:noFill/>
          <a:ln w="38100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1942" name="Rectangle 38"/>
          <p:cNvSpPr>
            <a:spLocks noChangeArrowheads="1"/>
          </p:cNvSpPr>
          <p:nvPr/>
        </p:nvSpPr>
        <p:spPr bwMode="auto">
          <a:xfrm>
            <a:off x="6858000" y="685800"/>
            <a:ext cx="533400" cy="457200"/>
          </a:xfrm>
          <a:prstGeom prst="rect">
            <a:avLst/>
          </a:prstGeom>
          <a:noFill/>
          <a:ln w="38100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1943" name="Rectangle 39"/>
          <p:cNvSpPr>
            <a:spLocks noChangeArrowheads="1"/>
          </p:cNvSpPr>
          <p:nvPr/>
        </p:nvSpPr>
        <p:spPr bwMode="auto">
          <a:xfrm>
            <a:off x="7467600" y="685800"/>
            <a:ext cx="533400" cy="457200"/>
          </a:xfrm>
          <a:prstGeom prst="rect">
            <a:avLst/>
          </a:prstGeom>
          <a:noFill/>
          <a:ln w="38100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19" name="Group 118"/>
          <p:cNvGrpSpPr/>
          <p:nvPr/>
        </p:nvGrpSpPr>
        <p:grpSpPr>
          <a:xfrm>
            <a:off x="1143000" y="2743200"/>
            <a:ext cx="609600" cy="3111500"/>
            <a:chOff x="1143000" y="2743200"/>
            <a:chExt cx="609600" cy="3111500"/>
          </a:xfrm>
        </p:grpSpPr>
        <p:sp>
          <p:nvSpPr>
            <p:cNvPr id="251944" name="Rectangle 40"/>
            <p:cNvSpPr>
              <a:spLocks noChangeArrowheads="1"/>
            </p:cNvSpPr>
            <p:nvPr/>
          </p:nvSpPr>
          <p:spPr bwMode="auto">
            <a:xfrm>
              <a:off x="1143000" y="2743200"/>
              <a:ext cx="533400" cy="3100388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1945" name="Text Box 41"/>
            <p:cNvSpPr txBox="1">
              <a:spLocks noChangeArrowheads="1"/>
            </p:cNvSpPr>
            <p:nvPr/>
          </p:nvSpPr>
          <p:spPr bwMode="auto">
            <a:xfrm>
              <a:off x="1143000" y="5397500"/>
              <a:ext cx="6096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>
                  <a:solidFill>
                    <a:srgbClr val="008000"/>
                  </a:solidFill>
                </a:rPr>
                <a:t>68</a:t>
              </a:r>
              <a:endParaRPr lang="en-US" b="1"/>
            </a:p>
          </p:txBody>
        </p:sp>
      </p:grpSp>
      <p:grpSp>
        <p:nvGrpSpPr>
          <p:cNvPr id="121" name="Group 120"/>
          <p:cNvGrpSpPr/>
          <p:nvPr/>
        </p:nvGrpSpPr>
        <p:grpSpPr>
          <a:xfrm>
            <a:off x="1828800" y="3429000"/>
            <a:ext cx="609600" cy="2438400"/>
            <a:chOff x="1828800" y="3429000"/>
            <a:chExt cx="609600" cy="2438400"/>
          </a:xfrm>
        </p:grpSpPr>
        <p:sp>
          <p:nvSpPr>
            <p:cNvPr id="251946" name="Rectangle 42"/>
            <p:cNvSpPr>
              <a:spLocks noChangeArrowheads="1"/>
            </p:cNvSpPr>
            <p:nvPr/>
          </p:nvSpPr>
          <p:spPr bwMode="auto">
            <a:xfrm>
              <a:off x="1828800" y="3429000"/>
              <a:ext cx="533400" cy="2414588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1947" name="Text Box 43"/>
            <p:cNvSpPr txBox="1">
              <a:spLocks noChangeArrowheads="1"/>
            </p:cNvSpPr>
            <p:nvPr/>
          </p:nvSpPr>
          <p:spPr bwMode="auto">
            <a:xfrm>
              <a:off x="1828800" y="5410200"/>
              <a:ext cx="6096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>
                  <a:solidFill>
                    <a:srgbClr val="008000"/>
                  </a:solidFill>
                </a:rPr>
                <a:t>52</a:t>
              </a:r>
              <a:endParaRPr lang="en-US" b="1"/>
            </a:p>
          </p:txBody>
        </p:sp>
      </p:grpSp>
      <p:grpSp>
        <p:nvGrpSpPr>
          <p:cNvPr id="124" name="Group 123"/>
          <p:cNvGrpSpPr/>
          <p:nvPr/>
        </p:nvGrpSpPr>
        <p:grpSpPr>
          <a:xfrm>
            <a:off x="2514600" y="3733800"/>
            <a:ext cx="609600" cy="2120900"/>
            <a:chOff x="2514600" y="3733800"/>
            <a:chExt cx="609600" cy="2120900"/>
          </a:xfrm>
        </p:grpSpPr>
        <p:sp>
          <p:nvSpPr>
            <p:cNvPr id="251948" name="Rectangle 44"/>
            <p:cNvSpPr>
              <a:spLocks noChangeArrowheads="1"/>
            </p:cNvSpPr>
            <p:nvPr/>
          </p:nvSpPr>
          <p:spPr bwMode="auto">
            <a:xfrm>
              <a:off x="2514600" y="3733800"/>
              <a:ext cx="533400" cy="2109788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1949" name="Text Box 45"/>
            <p:cNvSpPr txBox="1">
              <a:spLocks noChangeArrowheads="1"/>
            </p:cNvSpPr>
            <p:nvPr/>
          </p:nvSpPr>
          <p:spPr bwMode="auto">
            <a:xfrm>
              <a:off x="2514600" y="5397500"/>
              <a:ext cx="6096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>
                  <a:solidFill>
                    <a:srgbClr val="008000"/>
                  </a:solidFill>
                </a:rPr>
                <a:t>47</a:t>
              </a:r>
              <a:endParaRPr lang="en-US" b="1"/>
            </a:p>
          </p:txBody>
        </p:sp>
      </p:grpSp>
      <p:grpSp>
        <p:nvGrpSpPr>
          <p:cNvPr id="122" name="Group 121"/>
          <p:cNvGrpSpPr/>
          <p:nvPr/>
        </p:nvGrpSpPr>
        <p:grpSpPr>
          <a:xfrm>
            <a:off x="1828800" y="1371600"/>
            <a:ext cx="609600" cy="2133600"/>
            <a:chOff x="1828800" y="1371600"/>
            <a:chExt cx="609600" cy="2133600"/>
          </a:xfrm>
        </p:grpSpPr>
        <p:sp>
          <p:nvSpPr>
            <p:cNvPr id="251952" name="Rectangle 48"/>
            <p:cNvSpPr>
              <a:spLocks noChangeArrowheads="1"/>
            </p:cNvSpPr>
            <p:nvPr/>
          </p:nvSpPr>
          <p:spPr bwMode="auto">
            <a:xfrm>
              <a:off x="1828800" y="1371600"/>
              <a:ext cx="533400" cy="2109788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1953" name="Text Box 49"/>
            <p:cNvSpPr txBox="1">
              <a:spLocks noChangeArrowheads="1"/>
            </p:cNvSpPr>
            <p:nvPr/>
          </p:nvSpPr>
          <p:spPr bwMode="auto">
            <a:xfrm>
              <a:off x="1828800" y="3048000"/>
              <a:ext cx="6096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>
                  <a:solidFill>
                    <a:srgbClr val="008000"/>
                  </a:solidFill>
                </a:rPr>
                <a:t>47</a:t>
              </a:r>
              <a:endParaRPr lang="en-US" b="1"/>
            </a:p>
          </p:txBody>
        </p:sp>
      </p:grpSp>
      <p:grpSp>
        <p:nvGrpSpPr>
          <p:cNvPr id="123" name="Group 122"/>
          <p:cNvGrpSpPr/>
          <p:nvPr/>
        </p:nvGrpSpPr>
        <p:grpSpPr>
          <a:xfrm>
            <a:off x="2514600" y="1905000"/>
            <a:ext cx="609600" cy="1830388"/>
            <a:chOff x="2514600" y="1905000"/>
            <a:chExt cx="609600" cy="1830388"/>
          </a:xfrm>
        </p:grpSpPr>
        <p:sp>
          <p:nvSpPr>
            <p:cNvPr id="251955" name="Rectangle 51"/>
            <p:cNvSpPr>
              <a:spLocks noChangeArrowheads="1"/>
            </p:cNvSpPr>
            <p:nvPr/>
          </p:nvSpPr>
          <p:spPr bwMode="auto">
            <a:xfrm>
              <a:off x="2514600" y="1905000"/>
              <a:ext cx="533400" cy="1830388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1956" name="Text Box 52"/>
            <p:cNvSpPr txBox="1">
              <a:spLocks noChangeArrowheads="1"/>
            </p:cNvSpPr>
            <p:nvPr/>
          </p:nvSpPr>
          <p:spPr bwMode="auto">
            <a:xfrm>
              <a:off x="2514600" y="3276600"/>
              <a:ext cx="6096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>
                  <a:solidFill>
                    <a:srgbClr val="008000"/>
                  </a:solidFill>
                </a:rPr>
                <a:t>40</a:t>
              </a:r>
              <a:endParaRPr lang="en-US" b="1"/>
            </a:p>
          </p:txBody>
        </p:sp>
      </p:grpSp>
      <p:grpSp>
        <p:nvGrpSpPr>
          <p:cNvPr id="125" name="Group 124"/>
          <p:cNvGrpSpPr/>
          <p:nvPr/>
        </p:nvGrpSpPr>
        <p:grpSpPr>
          <a:xfrm>
            <a:off x="3200400" y="4038600"/>
            <a:ext cx="609600" cy="1830388"/>
            <a:chOff x="3200400" y="4038600"/>
            <a:chExt cx="609600" cy="1830388"/>
          </a:xfrm>
        </p:grpSpPr>
        <p:sp>
          <p:nvSpPr>
            <p:cNvPr id="251958" name="Rectangle 54"/>
            <p:cNvSpPr>
              <a:spLocks noChangeArrowheads="1"/>
            </p:cNvSpPr>
            <p:nvPr/>
          </p:nvSpPr>
          <p:spPr bwMode="auto">
            <a:xfrm>
              <a:off x="3200400" y="4038600"/>
              <a:ext cx="533400" cy="1830388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1959" name="Text Box 55"/>
            <p:cNvSpPr txBox="1">
              <a:spLocks noChangeArrowheads="1"/>
            </p:cNvSpPr>
            <p:nvPr/>
          </p:nvSpPr>
          <p:spPr bwMode="auto">
            <a:xfrm>
              <a:off x="3200400" y="5410200"/>
              <a:ext cx="6096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>
                  <a:solidFill>
                    <a:srgbClr val="008000"/>
                  </a:solidFill>
                </a:rPr>
                <a:t>40</a:t>
              </a:r>
              <a:endParaRPr lang="en-US" b="1"/>
            </a:p>
          </p:txBody>
        </p:sp>
      </p:grpSp>
      <p:grpSp>
        <p:nvGrpSpPr>
          <p:cNvPr id="126" name="Group 125"/>
          <p:cNvGrpSpPr/>
          <p:nvPr/>
        </p:nvGrpSpPr>
        <p:grpSpPr>
          <a:xfrm>
            <a:off x="3200400" y="2209800"/>
            <a:ext cx="609600" cy="1830388"/>
            <a:chOff x="3200400" y="2209800"/>
            <a:chExt cx="609600" cy="1830388"/>
          </a:xfrm>
        </p:grpSpPr>
        <p:sp>
          <p:nvSpPr>
            <p:cNvPr id="251961" name="Rectangle 57"/>
            <p:cNvSpPr>
              <a:spLocks noChangeArrowheads="1"/>
            </p:cNvSpPr>
            <p:nvPr/>
          </p:nvSpPr>
          <p:spPr bwMode="auto">
            <a:xfrm>
              <a:off x="3200400" y="2209800"/>
              <a:ext cx="533400" cy="1830388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1962" name="Text Box 58"/>
            <p:cNvSpPr txBox="1">
              <a:spLocks noChangeArrowheads="1"/>
            </p:cNvSpPr>
            <p:nvPr/>
          </p:nvSpPr>
          <p:spPr bwMode="auto">
            <a:xfrm>
              <a:off x="3200400" y="3581400"/>
              <a:ext cx="6096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>
                  <a:solidFill>
                    <a:srgbClr val="008000"/>
                  </a:solidFill>
                </a:rPr>
                <a:t>40</a:t>
              </a:r>
              <a:endParaRPr lang="en-US" b="1"/>
            </a:p>
          </p:txBody>
        </p:sp>
      </p:grpSp>
      <p:grpSp>
        <p:nvGrpSpPr>
          <p:cNvPr id="130" name="Group 129"/>
          <p:cNvGrpSpPr/>
          <p:nvPr/>
        </p:nvGrpSpPr>
        <p:grpSpPr>
          <a:xfrm>
            <a:off x="3886200" y="4267200"/>
            <a:ext cx="609600" cy="1601788"/>
            <a:chOff x="3886200" y="4267200"/>
            <a:chExt cx="609600" cy="1601788"/>
          </a:xfrm>
        </p:grpSpPr>
        <p:sp>
          <p:nvSpPr>
            <p:cNvPr id="251964" name="Rectangle 60"/>
            <p:cNvSpPr>
              <a:spLocks noChangeArrowheads="1"/>
            </p:cNvSpPr>
            <p:nvPr/>
          </p:nvSpPr>
          <p:spPr bwMode="auto">
            <a:xfrm>
              <a:off x="3886200" y="4267200"/>
              <a:ext cx="533400" cy="1601788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1965" name="Text Box 61"/>
            <p:cNvSpPr txBox="1">
              <a:spLocks noChangeArrowheads="1"/>
            </p:cNvSpPr>
            <p:nvPr/>
          </p:nvSpPr>
          <p:spPr bwMode="auto">
            <a:xfrm>
              <a:off x="3886200" y="5410200"/>
              <a:ext cx="6096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>
                  <a:solidFill>
                    <a:srgbClr val="008000"/>
                  </a:solidFill>
                </a:rPr>
                <a:t>35</a:t>
              </a:r>
              <a:endParaRPr lang="en-US" b="1"/>
            </a:p>
          </p:txBody>
        </p:sp>
      </p:grpSp>
      <p:grpSp>
        <p:nvGrpSpPr>
          <p:cNvPr id="129" name="Group 128"/>
          <p:cNvGrpSpPr/>
          <p:nvPr/>
        </p:nvGrpSpPr>
        <p:grpSpPr>
          <a:xfrm>
            <a:off x="3886200" y="2665413"/>
            <a:ext cx="609600" cy="1601787"/>
            <a:chOff x="3886200" y="2665413"/>
            <a:chExt cx="609600" cy="1601787"/>
          </a:xfrm>
        </p:grpSpPr>
        <p:sp>
          <p:nvSpPr>
            <p:cNvPr id="251967" name="Rectangle 63"/>
            <p:cNvSpPr>
              <a:spLocks noChangeArrowheads="1"/>
            </p:cNvSpPr>
            <p:nvPr/>
          </p:nvSpPr>
          <p:spPr bwMode="auto">
            <a:xfrm>
              <a:off x="3886200" y="2665413"/>
              <a:ext cx="533400" cy="1601787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1968" name="Text Box 64"/>
            <p:cNvSpPr txBox="1">
              <a:spLocks noChangeArrowheads="1"/>
            </p:cNvSpPr>
            <p:nvPr/>
          </p:nvSpPr>
          <p:spPr bwMode="auto">
            <a:xfrm>
              <a:off x="3886200" y="3810000"/>
              <a:ext cx="6096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>
                  <a:solidFill>
                    <a:srgbClr val="008000"/>
                  </a:solidFill>
                </a:rPr>
                <a:t>35</a:t>
              </a:r>
              <a:endParaRPr lang="en-US" b="1"/>
            </a:p>
          </p:txBody>
        </p:sp>
      </p:grpSp>
      <p:grpSp>
        <p:nvGrpSpPr>
          <p:cNvPr id="128" name="Group 127"/>
          <p:cNvGrpSpPr/>
          <p:nvPr/>
        </p:nvGrpSpPr>
        <p:grpSpPr>
          <a:xfrm>
            <a:off x="3886200" y="1295400"/>
            <a:ext cx="609600" cy="1436688"/>
            <a:chOff x="3886200" y="1295400"/>
            <a:chExt cx="609600" cy="1436688"/>
          </a:xfrm>
        </p:grpSpPr>
        <p:sp>
          <p:nvSpPr>
            <p:cNvPr id="251976" name="Rectangle 72"/>
            <p:cNvSpPr>
              <a:spLocks noChangeArrowheads="1"/>
            </p:cNvSpPr>
            <p:nvPr/>
          </p:nvSpPr>
          <p:spPr bwMode="auto">
            <a:xfrm>
              <a:off x="3886200" y="1295400"/>
              <a:ext cx="533400" cy="1373188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1977" name="Text Box 73"/>
            <p:cNvSpPr txBox="1">
              <a:spLocks noChangeArrowheads="1"/>
            </p:cNvSpPr>
            <p:nvPr/>
          </p:nvSpPr>
          <p:spPr bwMode="auto">
            <a:xfrm>
              <a:off x="3886200" y="2274888"/>
              <a:ext cx="6096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>
                  <a:solidFill>
                    <a:srgbClr val="008000"/>
                  </a:solidFill>
                </a:rPr>
                <a:t>30</a:t>
              </a:r>
              <a:endParaRPr lang="en-US" b="1"/>
            </a:p>
          </p:txBody>
        </p:sp>
      </p:grpSp>
      <p:grpSp>
        <p:nvGrpSpPr>
          <p:cNvPr id="120" name="Group 119"/>
          <p:cNvGrpSpPr/>
          <p:nvPr/>
        </p:nvGrpSpPr>
        <p:grpSpPr>
          <a:xfrm>
            <a:off x="1143000" y="1371600"/>
            <a:ext cx="609600" cy="1436688"/>
            <a:chOff x="1143000" y="1371600"/>
            <a:chExt cx="609600" cy="1436688"/>
          </a:xfrm>
        </p:grpSpPr>
        <p:sp>
          <p:nvSpPr>
            <p:cNvPr id="251982" name="Rectangle 78"/>
            <p:cNvSpPr>
              <a:spLocks noChangeArrowheads="1"/>
            </p:cNvSpPr>
            <p:nvPr/>
          </p:nvSpPr>
          <p:spPr bwMode="auto">
            <a:xfrm>
              <a:off x="1143000" y="1371600"/>
              <a:ext cx="533400" cy="1373188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1983" name="Text Box 79"/>
            <p:cNvSpPr txBox="1">
              <a:spLocks noChangeArrowheads="1"/>
            </p:cNvSpPr>
            <p:nvPr/>
          </p:nvSpPr>
          <p:spPr bwMode="auto">
            <a:xfrm>
              <a:off x="1143000" y="2351088"/>
              <a:ext cx="6096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>
                  <a:solidFill>
                    <a:srgbClr val="008000"/>
                  </a:solidFill>
                </a:rPr>
                <a:t>30</a:t>
              </a:r>
              <a:endParaRPr lang="en-US" b="1"/>
            </a:p>
          </p:txBody>
        </p:sp>
      </p:grpSp>
      <p:grpSp>
        <p:nvGrpSpPr>
          <p:cNvPr id="139" name="Group 138"/>
          <p:cNvGrpSpPr/>
          <p:nvPr/>
        </p:nvGrpSpPr>
        <p:grpSpPr>
          <a:xfrm>
            <a:off x="5257800" y="4724400"/>
            <a:ext cx="609600" cy="1144588"/>
            <a:chOff x="5257800" y="4724400"/>
            <a:chExt cx="609600" cy="1144588"/>
          </a:xfrm>
        </p:grpSpPr>
        <p:sp>
          <p:nvSpPr>
            <p:cNvPr id="251911" name="Rectangle 7"/>
            <p:cNvSpPr>
              <a:spLocks noChangeArrowheads="1"/>
            </p:cNvSpPr>
            <p:nvPr/>
          </p:nvSpPr>
          <p:spPr bwMode="auto">
            <a:xfrm>
              <a:off x="5257800" y="4724400"/>
              <a:ext cx="533400" cy="1144588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1985" name="Text Box 81"/>
            <p:cNvSpPr txBox="1">
              <a:spLocks noChangeArrowheads="1"/>
            </p:cNvSpPr>
            <p:nvPr/>
          </p:nvSpPr>
          <p:spPr bwMode="auto">
            <a:xfrm>
              <a:off x="5257800" y="5410200"/>
              <a:ext cx="6096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>
                  <a:solidFill>
                    <a:srgbClr val="008000"/>
                  </a:solidFill>
                </a:rPr>
                <a:t>25</a:t>
              </a:r>
              <a:endParaRPr lang="en-US" b="1"/>
            </a:p>
          </p:txBody>
        </p:sp>
      </p:grpSp>
      <p:grpSp>
        <p:nvGrpSpPr>
          <p:cNvPr id="138" name="Group 137"/>
          <p:cNvGrpSpPr/>
          <p:nvPr/>
        </p:nvGrpSpPr>
        <p:grpSpPr>
          <a:xfrm>
            <a:off x="5257800" y="3581400"/>
            <a:ext cx="609600" cy="1144588"/>
            <a:chOff x="5257800" y="3581400"/>
            <a:chExt cx="609600" cy="1144588"/>
          </a:xfrm>
        </p:grpSpPr>
        <p:sp>
          <p:nvSpPr>
            <p:cNvPr id="251987" name="Rectangle 83"/>
            <p:cNvSpPr>
              <a:spLocks noChangeArrowheads="1"/>
            </p:cNvSpPr>
            <p:nvPr/>
          </p:nvSpPr>
          <p:spPr bwMode="auto">
            <a:xfrm>
              <a:off x="5257800" y="3581400"/>
              <a:ext cx="533400" cy="1144588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1988" name="Text Box 84"/>
            <p:cNvSpPr txBox="1">
              <a:spLocks noChangeArrowheads="1"/>
            </p:cNvSpPr>
            <p:nvPr/>
          </p:nvSpPr>
          <p:spPr bwMode="auto">
            <a:xfrm>
              <a:off x="5257800" y="4267200"/>
              <a:ext cx="6096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>
                  <a:solidFill>
                    <a:srgbClr val="008000"/>
                  </a:solidFill>
                </a:rPr>
                <a:t>25</a:t>
              </a:r>
              <a:endParaRPr lang="en-US" b="1"/>
            </a:p>
          </p:txBody>
        </p:sp>
      </p:grpSp>
      <p:grpSp>
        <p:nvGrpSpPr>
          <p:cNvPr id="137" name="Group 136"/>
          <p:cNvGrpSpPr/>
          <p:nvPr/>
        </p:nvGrpSpPr>
        <p:grpSpPr>
          <a:xfrm>
            <a:off x="5257800" y="2438400"/>
            <a:ext cx="609600" cy="1144588"/>
            <a:chOff x="5257800" y="2438400"/>
            <a:chExt cx="609600" cy="1144588"/>
          </a:xfrm>
        </p:grpSpPr>
        <p:sp>
          <p:nvSpPr>
            <p:cNvPr id="251910" name="Rectangle 6"/>
            <p:cNvSpPr>
              <a:spLocks noChangeArrowheads="1"/>
            </p:cNvSpPr>
            <p:nvPr/>
          </p:nvSpPr>
          <p:spPr bwMode="auto">
            <a:xfrm>
              <a:off x="5257800" y="2438400"/>
              <a:ext cx="533400" cy="1144588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1990" name="Text Box 86"/>
            <p:cNvSpPr txBox="1">
              <a:spLocks noChangeArrowheads="1"/>
            </p:cNvSpPr>
            <p:nvPr/>
          </p:nvSpPr>
          <p:spPr bwMode="auto">
            <a:xfrm>
              <a:off x="5257800" y="3124200"/>
              <a:ext cx="6096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>
                  <a:solidFill>
                    <a:srgbClr val="008000"/>
                  </a:solidFill>
                </a:rPr>
                <a:t>25</a:t>
              </a:r>
              <a:endParaRPr lang="en-US" b="1"/>
            </a:p>
          </p:txBody>
        </p:sp>
      </p:grpSp>
      <p:grpSp>
        <p:nvGrpSpPr>
          <p:cNvPr id="134" name="Group 133"/>
          <p:cNvGrpSpPr/>
          <p:nvPr/>
        </p:nvGrpSpPr>
        <p:grpSpPr>
          <a:xfrm>
            <a:off x="5257800" y="1295400"/>
            <a:ext cx="609600" cy="1144588"/>
            <a:chOff x="5257800" y="1295400"/>
            <a:chExt cx="609600" cy="1144588"/>
          </a:xfrm>
        </p:grpSpPr>
        <p:sp>
          <p:nvSpPr>
            <p:cNvPr id="251991" name="Rectangle 87"/>
            <p:cNvSpPr>
              <a:spLocks noChangeArrowheads="1"/>
            </p:cNvSpPr>
            <p:nvPr/>
          </p:nvSpPr>
          <p:spPr bwMode="auto">
            <a:xfrm>
              <a:off x="5257800" y="1295400"/>
              <a:ext cx="533400" cy="1144588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1992" name="Text Box 88"/>
            <p:cNvSpPr txBox="1">
              <a:spLocks noChangeArrowheads="1"/>
            </p:cNvSpPr>
            <p:nvPr/>
          </p:nvSpPr>
          <p:spPr bwMode="auto">
            <a:xfrm>
              <a:off x="5257800" y="1981200"/>
              <a:ext cx="6096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 dirty="0">
                  <a:solidFill>
                    <a:srgbClr val="008000"/>
                  </a:solidFill>
                </a:rPr>
                <a:t>25</a:t>
              </a:r>
              <a:endParaRPr lang="en-US" b="1" dirty="0"/>
            </a:p>
          </p:txBody>
        </p:sp>
      </p:grpSp>
      <p:grpSp>
        <p:nvGrpSpPr>
          <p:cNvPr id="140" name="Group 139"/>
          <p:cNvGrpSpPr/>
          <p:nvPr/>
        </p:nvGrpSpPr>
        <p:grpSpPr>
          <a:xfrm>
            <a:off x="5943600" y="4724400"/>
            <a:ext cx="609600" cy="1144588"/>
            <a:chOff x="5943600" y="4724400"/>
            <a:chExt cx="609600" cy="1144588"/>
          </a:xfrm>
        </p:grpSpPr>
        <p:sp>
          <p:nvSpPr>
            <p:cNvPr id="251995" name="Rectangle 91"/>
            <p:cNvSpPr>
              <a:spLocks noChangeArrowheads="1"/>
            </p:cNvSpPr>
            <p:nvPr/>
          </p:nvSpPr>
          <p:spPr bwMode="auto">
            <a:xfrm>
              <a:off x="5943600" y="4724400"/>
              <a:ext cx="533400" cy="1144588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1996" name="Text Box 92"/>
            <p:cNvSpPr txBox="1">
              <a:spLocks noChangeArrowheads="1"/>
            </p:cNvSpPr>
            <p:nvPr/>
          </p:nvSpPr>
          <p:spPr bwMode="auto">
            <a:xfrm>
              <a:off x="5943600" y="5410200"/>
              <a:ext cx="6096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>
                  <a:solidFill>
                    <a:srgbClr val="008000"/>
                  </a:solidFill>
                </a:rPr>
                <a:t>25</a:t>
              </a:r>
              <a:endParaRPr lang="en-US" b="1"/>
            </a:p>
          </p:txBody>
        </p:sp>
      </p:grpSp>
      <p:grpSp>
        <p:nvGrpSpPr>
          <p:cNvPr id="141" name="Group 140"/>
          <p:cNvGrpSpPr/>
          <p:nvPr/>
        </p:nvGrpSpPr>
        <p:grpSpPr>
          <a:xfrm>
            <a:off x="5943600" y="3581400"/>
            <a:ext cx="609600" cy="1144588"/>
            <a:chOff x="5943600" y="3581400"/>
            <a:chExt cx="609600" cy="1144588"/>
          </a:xfrm>
        </p:grpSpPr>
        <p:sp>
          <p:nvSpPr>
            <p:cNvPr id="251909" name="Rectangle 5"/>
            <p:cNvSpPr>
              <a:spLocks noChangeArrowheads="1"/>
            </p:cNvSpPr>
            <p:nvPr/>
          </p:nvSpPr>
          <p:spPr bwMode="auto">
            <a:xfrm>
              <a:off x="5943600" y="3581400"/>
              <a:ext cx="533400" cy="1144588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1997" name="Text Box 93"/>
            <p:cNvSpPr txBox="1">
              <a:spLocks noChangeArrowheads="1"/>
            </p:cNvSpPr>
            <p:nvPr/>
          </p:nvSpPr>
          <p:spPr bwMode="auto">
            <a:xfrm>
              <a:off x="5943600" y="4267200"/>
              <a:ext cx="6096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>
                  <a:solidFill>
                    <a:srgbClr val="008000"/>
                  </a:solidFill>
                </a:rPr>
                <a:t>25</a:t>
              </a:r>
              <a:endParaRPr lang="en-US" b="1"/>
            </a:p>
          </p:txBody>
        </p:sp>
      </p:grpSp>
      <p:grpSp>
        <p:nvGrpSpPr>
          <p:cNvPr id="118" name="Group 117"/>
          <p:cNvGrpSpPr/>
          <p:nvPr/>
        </p:nvGrpSpPr>
        <p:grpSpPr>
          <a:xfrm>
            <a:off x="457200" y="1676400"/>
            <a:ext cx="609600" cy="763588"/>
            <a:chOff x="457200" y="1676400"/>
            <a:chExt cx="609600" cy="763588"/>
          </a:xfrm>
        </p:grpSpPr>
        <p:sp>
          <p:nvSpPr>
            <p:cNvPr id="251908" name="Rectangle 4"/>
            <p:cNvSpPr>
              <a:spLocks noChangeArrowheads="1"/>
            </p:cNvSpPr>
            <p:nvPr/>
          </p:nvSpPr>
          <p:spPr bwMode="auto">
            <a:xfrm>
              <a:off x="457200" y="1676400"/>
              <a:ext cx="533400" cy="763588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1998" name="Text Box 94"/>
            <p:cNvSpPr txBox="1">
              <a:spLocks noChangeArrowheads="1"/>
            </p:cNvSpPr>
            <p:nvPr/>
          </p:nvSpPr>
          <p:spPr bwMode="auto">
            <a:xfrm>
              <a:off x="457200" y="1981200"/>
              <a:ext cx="6096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 dirty="0">
                  <a:solidFill>
                    <a:srgbClr val="008000"/>
                  </a:solidFill>
                </a:rPr>
                <a:t>16</a:t>
              </a:r>
              <a:endParaRPr lang="en-US" b="1" dirty="0"/>
            </a:p>
          </p:txBody>
        </p:sp>
      </p:grpSp>
      <p:grpSp>
        <p:nvGrpSpPr>
          <p:cNvPr id="127" name="Group 126"/>
          <p:cNvGrpSpPr/>
          <p:nvPr/>
        </p:nvGrpSpPr>
        <p:grpSpPr>
          <a:xfrm>
            <a:off x="3200400" y="1447800"/>
            <a:ext cx="609600" cy="763588"/>
            <a:chOff x="3200400" y="1447800"/>
            <a:chExt cx="609600" cy="763588"/>
          </a:xfrm>
        </p:grpSpPr>
        <p:sp>
          <p:nvSpPr>
            <p:cNvPr id="251907" name="Rectangle 3"/>
            <p:cNvSpPr>
              <a:spLocks noChangeArrowheads="1"/>
            </p:cNvSpPr>
            <p:nvPr/>
          </p:nvSpPr>
          <p:spPr bwMode="auto">
            <a:xfrm>
              <a:off x="3200400" y="1447800"/>
              <a:ext cx="533400" cy="763588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1999" name="Text Box 95"/>
            <p:cNvSpPr txBox="1">
              <a:spLocks noChangeArrowheads="1"/>
            </p:cNvSpPr>
            <p:nvPr/>
          </p:nvSpPr>
          <p:spPr bwMode="auto">
            <a:xfrm>
              <a:off x="3200400" y="1752600"/>
              <a:ext cx="6096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>
                  <a:solidFill>
                    <a:srgbClr val="008000"/>
                  </a:solidFill>
                </a:rPr>
                <a:t>16</a:t>
              </a:r>
              <a:endParaRPr lang="en-US" b="1"/>
            </a:p>
          </p:txBody>
        </p:sp>
      </p:grpSp>
      <p:grpSp>
        <p:nvGrpSpPr>
          <p:cNvPr id="142" name="Group 141"/>
          <p:cNvGrpSpPr/>
          <p:nvPr/>
        </p:nvGrpSpPr>
        <p:grpSpPr>
          <a:xfrm>
            <a:off x="5943600" y="2895600"/>
            <a:ext cx="609600" cy="687388"/>
            <a:chOff x="5943600" y="2895600"/>
            <a:chExt cx="609600" cy="687388"/>
          </a:xfrm>
        </p:grpSpPr>
        <p:sp>
          <p:nvSpPr>
            <p:cNvPr id="251906" name="Rectangle 2"/>
            <p:cNvSpPr>
              <a:spLocks noChangeArrowheads="1"/>
            </p:cNvSpPr>
            <p:nvPr/>
          </p:nvSpPr>
          <p:spPr bwMode="auto">
            <a:xfrm>
              <a:off x="5943600" y="2895600"/>
              <a:ext cx="533400" cy="687388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2002" name="Text Box 98"/>
            <p:cNvSpPr txBox="1">
              <a:spLocks noChangeArrowheads="1"/>
            </p:cNvSpPr>
            <p:nvPr/>
          </p:nvSpPr>
          <p:spPr bwMode="auto">
            <a:xfrm>
              <a:off x="5943600" y="3124200"/>
              <a:ext cx="6096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 dirty="0">
                  <a:solidFill>
                    <a:srgbClr val="008000"/>
                  </a:solidFill>
                </a:rPr>
                <a:t>14</a:t>
              </a:r>
              <a:endParaRPr lang="en-US" b="1" dirty="0"/>
            </a:p>
          </p:txBody>
        </p:sp>
      </p:grpSp>
      <p:grpSp>
        <p:nvGrpSpPr>
          <p:cNvPr id="136" name="Group 135"/>
          <p:cNvGrpSpPr/>
          <p:nvPr/>
        </p:nvGrpSpPr>
        <p:grpSpPr>
          <a:xfrm>
            <a:off x="5943600" y="2209800"/>
            <a:ext cx="609600" cy="687388"/>
            <a:chOff x="5943600" y="2209800"/>
            <a:chExt cx="609600" cy="687388"/>
          </a:xfrm>
        </p:grpSpPr>
        <p:sp>
          <p:nvSpPr>
            <p:cNvPr id="252003" name="Rectangle 99"/>
            <p:cNvSpPr>
              <a:spLocks noChangeArrowheads="1"/>
            </p:cNvSpPr>
            <p:nvPr/>
          </p:nvSpPr>
          <p:spPr bwMode="auto">
            <a:xfrm>
              <a:off x="5943600" y="2209800"/>
              <a:ext cx="533400" cy="687388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2004" name="Text Box 100"/>
            <p:cNvSpPr txBox="1">
              <a:spLocks noChangeArrowheads="1"/>
            </p:cNvSpPr>
            <p:nvPr/>
          </p:nvSpPr>
          <p:spPr bwMode="auto">
            <a:xfrm>
              <a:off x="5943600" y="2438400"/>
              <a:ext cx="6096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 dirty="0">
                  <a:solidFill>
                    <a:srgbClr val="008000"/>
                  </a:solidFill>
                </a:rPr>
                <a:t>14</a:t>
              </a:r>
              <a:endParaRPr lang="en-US" b="1" dirty="0"/>
            </a:p>
          </p:txBody>
        </p:sp>
      </p:grpSp>
      <p:grpSp>
        <p:nvGrpSpPr>
          <p:cNvPr id="135" name="Group 134"/>
          <p:cNvGrpSpPr/>
          <p:nvPr/>
        </p:nvGrpSpPr>
        <p:grpSpPr>
          <a:xfrm>
            <a:off x="5943600" y="1524000"/>
            <a:ext cx="609600" cy="687388"/>
            <a:chOff x="5943600" y="1524000"/>
            <a:chExt cx="609600" cy="687388"/>
          </a:xfrm>
        </p:grpSpPr>
        <p:sp>
          <p:nvSpPr>
            <p:cNvPr id="252005" name="Rectangle 101"/>
            <p:cNvSpPr>
              <a:spLocks noChangeArrowheads="1"/>
            </p:cNvSpPr>
            <p:nvPr/>
          </p:nvSpPr>
          <p:spPr bwMode="auto">
            <a:xfrm>
              <a:off x="5943600" y="1524000"/>
              <a:ext cx="533400" cy="687388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2006" name="Text Box 102"/>
            <p:cNvSpPr txBox="1">
              <a:spLocks noChangeArrowheads="1"/>
            </p:cNvSpPr>
            <p:nvPr/>
          </p:nvSpPr>
          <p:spPr bwMode="auto">
            <a:xfrm>
              <a:off x="5943600" y="1752600"/>
              <a:ext cx="6096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>
                  <a:solidFill>
                    <a:srgbClr val="008000"/>
                  </a:solidFill>
                </a:rPr>
                <a:t>14</a:t>
              </a:r>
              <a:endParaRPr lang="en-US" b="1"/>
            </a:p>
          </p:txBody>
        </p:sp>
      </p:grpSp>
      <p:sp>
        <p:nvSpPr>
          <p:cNvPr id="252012" name="Rectangle 108"/>
          <p:cNvSpPr>
            <a:spLocks noChangeArrowheads="1"/>
          </p:cNvSpPr>
          <p:nvPr/>
        </p:nvSpPr>
        <p:spPr bwMode="auto">
          <a:xfrm>
            <a:off x="457200" y="1295400"/>
            <a:ext cx="533400" cy="4572000"/>
          </a:xfrm>
          <a:prstGeom prst="rect">
            <a:avLst/>
          </a:prstGeom>
          <a:noFill/>
          <a:ln w="38100">
            <a:solidFill>
              <a:srgbClr val="99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2013" name="Rectangle 109"/>
          <p:cNvSpPr>
            <a:spLocks noChangeArrowheads="1"/>
          </p:cNvSpPr>
          <p:nvPr/>
        </p:nvSpPr>
        <p:spPr bwMode="auto">
          <a:xfrm>
            <a:off x="1143000" y="1295400"/>
            <a:ext cx="533400" cy="4572000"/>
          </a:xfrm>
          <a:prstGeom prst="rect">
            <a:avLst/>
          </a:prstGeom>
          <a:noFill/>
          <a:ln w="38100">
            <a:solidFill>
              <a:srgbClr val="99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2014" name="Rectangle 110"/>
          <p:cNvSpPr>
            <a:spLocks noChangeArrowheads="1"/>
          </p:cNvSpPr>
          <p:nvPr/>
        </p:nvSpPr>
        <p:spPr bwMode="auto">
          <a:xfrm>
            <a:off x="1828800" y="1295400"/>
            <a:ext cx="533400" cy="4572000"/>
          </a:xfrm>
          <a:prstGeom prst="rect">
            <a:avLst/>
          </a:prstGeom>
          <a:noFill/>
          <a:ln w="38100">
            <a:solidFill>
              <a:srgbClr val="99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2015" name="Rectangle 111"/>
          <p:cNvSpPr>
            <a:spLocks noChangeArrowheads="1"/>
          </p:cNvSpPr>
          <p:nvPr/>
        </p:nvSpPr>
        <p:spPr bwMode="auto">
          <a:xfrm>
            <a:off x="2514600" y="1295400"/>
            <a:ext cx="533400" cy="4572000"/>
          </a:xfrm>
          <a:prstGeom prst="rect">
            <a:avLst/>
          </a:prstGeom>
          <a:noFill/>
          <a:ln w="38100">
            <a:solidFill>
              <a:srgbClr val="99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2016" name="Rectangle 112"/>
          <p:cNvSpPr>
            <a:spLocks noChangeArrowheads="1"/>
          </p:cNvSpPr>
          <p:nvPr/>
        </p:nvSpPr>
        <p:spPr bwMode="auto">
          <a:xfrm>
            <a:off x="3200400" y="1295400"/>
            <a:ext cx="533400" cy="4572000"/>
          </a:xfrm>
          <a:prstGeom prst="rect">
            <a:avLst/>
          </a:prstGeom>
          <a:noFill/>
          <a:ln w="38100">
            <a:solidFill>
              <a:srgbClr val="99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2017" name="Rectangle 113"/>
          <p:cNvSpPr>
            <a:spLocks noChangeArrowheads="1"/>
          </p:cNvSpPr>
          <p:nvPr/>
        </p:nvSpPr>
        <p:spPr bwMode="auto">
          <a:xfrm>
            <a:off x="3886200" y="1295400"/>
            <a:ext cx="533400" cy="4572000"/>
          </a:xfrm>
          <a:prstGeom prst="rect">
            <a:avLst/>
          </a:prstGeom>
          <a:noFill/>
          <a:ln w="38100">
            <a:solidFill>
              <a:srgbClr val="99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2019" name="Rectangle 115"/>
          <p:cNvSpPr>
            <a:spLocks noChangeArrowheads="1"/>
          </p:cNvSpPr>
          <p:nvPr/>
        </p:nvSpPr>
        <p:spPr bwMode="auto">
          <a:xfrm>
            <a:off x="5257800" y="1295400"/>
            <a:ext cx="533400" cy="4572000"/>
          </a:xfrm>
          <a:prstGeom prst="rect">
            <a:avLst/>
          </a:prstGeom>
          <a:noFill/>
          <a:ln w="38100">
            <a:solidFill>
              <a:srgbClr val="99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2020" name="Rectangle 116"/>
          <p:cNvSpPr>
            <a:spLocks noChangeArrowheads="1"/>
          </p:cNvSpPr>
          <p:nvPr/>
        </p:nvSpPr>
        <p:spPr bwMode="auto">
          <a:xfrm>
            <a:off x="5943600" y="1295400"/>
            <a:ext cx="533400" cy="4572000"/>
          </a:xfrm>
          <a:prstGeom prst="rect">
            <a:avLst/>
          </a:prstGeom>
          <a:noFill/>
          <a:ln w="38100">
            <a:solidFill>
              <a:srgbClr val="99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43" name="Group 142"/>
          <p:cNvGrpSpPr/>
          <p:nvPr/>
        </p:nvGrpSpPr>
        <p:grpSpPr>
          <a:xfrm>
            <a:off x="4572000" y="4267200"/>
            <a:ext cx="609600" cy="1601788"/>
            <a:chOff x="3886200" y="4267200"/>
            <a:chExt cx="609600" cy="1601788"/>
          </a:xfrm>
        </p:grpSpPr>
        <p:sp>
          <p:nvSpPr>
            <p:cNvPr id="144" name="Rectangle 60"/>
            <p:cNvSpPr>
              <a:spLocks noChangeArrowheads="1"/>
            </p:cNvSpPr>
            <p:nvPr/>
          </p:nvSpPr>
          <p:spPr bwMode="auto">
            <a:xfrm>
              <a:off x="3886200" y="4267200"/>
              <a:ext cx="533400" cy="1601788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5" name="Text Box 61"/>
            <p:cNvSpPr txBox="1">
              <a:spLocks noChangeArrowheads="1"/>
            </p:cNvSpPr>
            <p:nvPr/>
          </p:nvSpPr>
          <p:spPr bwMode="auto">
            <a:xfrm>
              <a:off x="3886200" y="5410200"/>
              <a:ext cx="6096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>
                  <a:solidFill>
                    <a:srgbClr val="008000"/>
                  </a:solidFill>
                </a:rPr>
                <a:t>35</a:t>
              </a:r>
              <a:endParaRPr lang="en-US" b="1"/>
            </a:p>
          </p:txBody>
        </p:sp>
      </p:grpSp>
      <p:grpSp>
        <p:nvGrpSpPr>
          <p:cNvPr id="146" name="Group 145"/>
          <p:cNvGrpSpPr/>
          <p:nvPr/>
        </p:nvGrpSpPr>
        <p:grpSpPr>
          <a:xfrm>
            <a:off x="4572000" y="2665413"/>
            <a:ext cx="609600" cy="1601787"/>
            <a:chOff x="3886200" y="2665413"/>
            <a:chExt cx="609600" cy="1601787"/>
          </a:xfrm>
        </p:grpSpPr>
        <p:sp>
          <p:nvSpPr>
            <p:cNvPr id="147" name="Rectangle 63"/>
            <p:cNvSpPr>
              <a:spLocks noChangeArrowheads="1"/>
            </p:cNvSpPr>
            <p:nvPr/>
          </p:nvSpPr>
          <p:spPr bwMode="auto">
            <a:xfrm>
              <a:off x="3886200" y="2665413"/>
              <a:ext cx="533400" cy="1601787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8" name="Text Box 64"/>
            <p:cNvSpPr txBox="1">
              <a:spLocks noChangeArrowheads="1"/>
            </p:cNvSpPr>
            <p:nvPr/>
          </p:nvSpPr>
          <p:spPr bwMode="auto">
            <a:xfrm>
              <a:off x="3886200" y="3810000"/>
              <a:ext cx="6096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>
                  <a:solidFill>
                    <a:srgbClr val="008000"/>
                  </a:solidFill>
                </a:rPr>
                <a:t>35</a:t>
              </a:r>
              <a:endParaRPr lang="en-US" b="1"/>
            </a:p>
          </p:txBody>
        </p:sp>
      </p:grpSp>
      <p:grpSp>
        <p:nvGrpSpPr>
          <p:cNvPr id="149" name="Group 148"/>
          <p:cNvGrpSpPr/>
          <p:nvPr/>
        </p:nvGrpSpPr>
        <p:grpSpPr>
          <a:xfrm>
            <a:off x="4572000" y="1295400"/>
            <a:ext cx="609600" cy="1436688"/>
            <a:chOff x="3886200" y="1295400"/>
            <a:chExt cx="609600" cy="1436688"/>
          </a:xfrm>
        </p:grpSpPr>
        <p:sp>
          <p:nvSpPr>
            <p:cNvPr id="150" name="Rectangle 72"/>
            <p:cNvSpPr>
              <a:spLocks noChangeArrowheads="1"/>
            </p:cNvSpPr>
            <p:nvPr/>
          </p:nvSpPr>
          <p:spPr bwMode="auto">
            <a:xfrm>
              <a:off x="3886200" y="1295400"/>
              <a:ext cx="533400" cy="1373188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1" name="Text Box 73"/>
            <p:cNvSpPr txBox="1">
              <a:spLocks noChangeArrowheads="1"/>
            </p:cNvSpPr>
            <p:nvPr/>
          </p:nvSpPr>
          <p:spPr bwMode="auto">
            <a:xfrm>
              <a:off x="3886200" y="2274888"/>
              <a:ext cx="6096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>
                  <a:solidFill>
                    <a:srgbClr val="008000"/>
                  </a:solidFill>
                </a:rPr>
                <a:t>30</a:t>
              </a:r>
              <a:endParaRPr lang="en-US" b="1"/>
            </a:p>
          </p:txBody>
        </p:sp>
      </p:grpSp>
      <p:sp>
        <p:nvSpPr>
          <p:cNvPr id="152" name="Rectangle 113"/>
          <p:cNvSpPr>
            <a:spLocks noChangeArrowheads="1"/>
          </p:cNvSpPr>
          <p:nvPr/>
        </p:nvSpPr>
        <p:spPr bwMode="auto">
          <a:xfrm>
            <a:off x="4572000" y="1295400"/>
            <a:ext cx="533400" cy="4572000"/>
          </a:xfrm>
          <a:prstGeom prst="rect">
            <a:avLst/>
          </a:prstGeom>
          <a:noFill/>
          <a:ln w="38100">
            <a:solidFill>
              <a:srgbClr val="99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51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51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51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51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51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251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251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251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251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251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251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2" dur="500"/>
                                        <p:tgtEl>
                                          <p:spTgt spid="251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00"/>
                                        <p:tgtEl>
                                          <p:spTgt spid="251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7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2" dur="500"/>
                                        <p:tgtEl>
                                          <p:spTgt spid="251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7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2" dur="500"/>
                                        <p:tgtEl>
                                          <p:spTgt spid="251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7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2" dur="500"/>
                                        <p:tgtEl>
                                          <p:spTgt spid="251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7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2" dur="500"/>
                                        <p:tgtEl>
                                          <p:spTgt spid="251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7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2" dur="500"/>
                                        <p:tgtEl>
                                          <p:spTgt spid="251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7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2" dur="500"/>
                                        <p:tgtEl>
                                          <p:spTgt spid="251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7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2" dur="500"/>
                                        <p:tgtEl>
                                          <p:spTgt spid="251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7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2" dur="500"/>
                                        <p:tgtEl>
                                          <p:spTgt spid="251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7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2" dur="500"/>
                                        <p:tgtEl>
                                          <p:spTgt spid="251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7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2" dur="500"/>
                                        <p:tgtEl>
                                          <p:spTgt spid="251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7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indefinite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2" dur="500"/>
                                        <p:tgtEl>
                                          <p:spTgt spid="251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7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2" dur="500"/>
                                        <p:tgtEl>
                                          <p:spTgt spid="251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7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indefinite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2" dur="500"/>
                                        <p:tgtEl>
                                          <p:spTgt spid="251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1918" grpId="0" animBg="1"/>
      <p:bldP spid="251919" grpId="0" animBg="1"/>
      <p:bldP spid="251920" grpId="0" animBg="1"/>
      <p:bldP spid="251921" grpId="0" animBg="1"/>
      <p:bldP spid="251922" grpId="0" animBg="1"/>
      <p:bldP spid="251923" grpId="0" animBg="1"/>
      <p:bldP spid="251924" grpId="0" animBg="1"/>
      <p:bldP spid="251925" grpId="0" animBg="1"/>
      <p:bldP spid="251926" grpId="0" animBg="1"/>
      <p:bldP spid="251927" grpId="0" animBg="1"/>
      <p:bldP spid="251928" grpId="0" animBg="1"/>
      <p:bldP spid="251929" grpId="0" animBg="1"/>
      <p:bldP spid="251930" grpId="0" animBg="1"/>
      <p:bldP spid="251931" grpId="0" animBg="1"/>
      <p:bldP spid="251932" grpId="0" animBg="1"/>
      <p:bldP spid="251933" grpId="0" animBg="1"/>
      <p:bldP spid="251934" grpId="0" animBg="1"/>
      <p:bldP spid="251935" grpId="0" animBg="1"/>
      <p:bldP spid="251936" grpId="0" animBg="1"/>
      <p:bldP spid="251937" grpId="0" animBg="1"/>
      <p:bldP spid="251938" grpId="0" animBg="1"/>
      <p:bldP spid="251939" grpId="0" animBg="1"/>
      <p:bldP spid="251940" grpId="0" animBg="1"/>
      <p:bldP spid="251941" grpId="0" animBg="1"/>
      <p:bldP spid="251942" grpId="0" animBg="1"/>
      <p:bldP spid="25194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Travelling Salesman Problem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229600" cy="5105400"/>
          </a:xfrm>
        </p:spPr>
        <p:txBody>
          <a:bodyPr/>
          <a:lstStyle/>
          <a:p>
            <a:pPr eaLnBrk="1" hangingPunct="1"/>
            <a:r>
              <a:rPr lang="en-US" dirty="0"/>
              <a:t>Given a set of cities and distances among them, find a </a:t>
            </a:r>
            <a:r>
              <a:rPr lang="en-US" dirty="0">
                <a:solidFill>
                  <a:srgbClr val="0070C0"/>
                </a:solidFill>
              </a:rPr>
              <a:t>minimum distance tour </a:t>
            </a:r>
            <a:r>
              <a:rPr lang="en-US" dirty="0"/>
              <a:t>that visits each city exactly once.</a:t>
            </a:r>
          </a:p>
          <a:p>
            <a:pPr eaLnBrk="1" hangingPunct="1"/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Applications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</a:rPr>
              <a:t>Routing of trucks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</a:rPr>
              <a:t>Order Picking in a warehouse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</a:rPr>
              <a:t>Circuit board drilling</a:t>
            </a:r>
          </a:p>
          <a:p>
            <a:pPr lvl="1" eaLnBrk="1" hangingPunct="1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500"/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3" grpId="0" build="p" bldLvl="2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613E3EA-C1C3-0804-12DB-588CAD7611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9600" y="542925"/>
            <a:ext cx="6553404" cy="728156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3D307ED-2A61-5549-9ACB-7D4B1069BC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3956" y="1157575"/>
            <a:ext cx="2920262" cy="1111250"/>
          </a:xfrm>
          <a:prstGeom prst="rect">
            <a:avLst/>
          </a:prstGeom>
        </p:spPr>
      </p:pic>
      <p:sp>
        <p:nvSpPr>
          <p:cNvPr id="11" name="Text Box 2">
            <a:extLst>
              <a:ext uri="{FF2B5EF4-FFF2-40B4-BE49-F238E27FC236}">
                <a16:creationId xmlns:a16="http://schemas.microsoft.com/office/drawing/2014/main" id="{A73BB0A6-7972-A3E8-486D-78C1BD9C88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5486400"/>
            <a:ext cx="4495800" cy="93871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</p:spPr>
        <p:txBody>
          <a:bodyPr wrap="square" lIns="0">
            <a:spAutoFit/>
          </a:bodyPr>
          <a:lstStyle/>
          <a:p>
            <a:pPr marL="228600">
              <a:spcBef>
                <a:spcPct val="50000"/>
              </a:spcBef>
            </a:pPr>
            <a:r>
              <a:rPr lang="en-US" sz="2200" u="none" dirty="0">
                <a:latin typeface="Palatino Linotype" pitchFamily="18" charset="0"/>
              </a:rPr>
              <a:t>(Where </a:t>
            </a:r>
            <a:r>
              <a:rPr lang="en-US" sz="2200" i="1" u="none" dirty="0">
                <a:latin typeface="Palatino Linotype" pitchFamily="18" charset="0"/>
              </a:rPr>
              <a:t>S’</a:t>
            </a:r>
            <a:r>
              <a:rPr lang="en-US" sz="2200" u="none" dirty="0">
                <a:latin typeface="Palatino Linotype" pitchFamily="18" charset="0"/>
              </a:rPr>
              <a:t> is the compliment of </a:t>
            </a:r>
            <a:r>
              <a:rPr lang="en-US" sz="2200" i="1" u="none" dirty="0">
                <a:latin typeface="Palatino Linotype" pitchFamily="18" charset="0"/>
              </a:rPr>
              <a:t>S</a:t>
            </a:r>
            <a:endParaRPr lang="en-US" sz="2200" i="1" dirty="0">
              <a:latin typeface="Palatino Linotype" pitchFamily="18" charset="0"/>
            </a:endParaRPr>
          </a:p>
          <a:p>
            <a:pPr marL="228600">
              <a:spcBef>
                <a:spcPct val="50000"/>
              </a:spcBef>
            </a:pPr>
            <a:r>
              <a:rPr lang="en-US" sz="2200" u="none" dirty="0">
                <a:latin typeface="Palatino Linotype" pitchFamily="18" charset="0"/>
              </a:rPr>
              <a:t>and </a:t>
            </a:r>
            <a:r>
              <a:rPr lang="en-US" sz="2200" i="1" u="none" dirty="0">
                <a:latin typeface="Palatino Linotype" pitchFamily="18" charset="0"/>
              </a:rPr>
              <a:t>N</a:t>
            </a:r>
            <a:r>
              <a:rPr lang="en-US" sz="2200" u="none" dirty="0">
                <a:latin typeface="Palatino Linotype" pitchFamily="18" charset="0"/>
              </a:rPr>
              <a:t> is the set of all cities)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632227E-5AAD-A8A5-1E5A-A00E2E02DE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175" y="2057400"/>
            <a:ext cx="7955825" cy="3581400"/>
          </a:xfrm>
          <a:prstGeom prst="rect">
            <a:avLst/>
          </a:prstGeom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90979F5-FEAC-66E8-7B4D-A1DD7F4D9072}"/>
              </a:ext>
            </a:extLst>
          </p:cNvPr>
          <p:cNvSpPr/>
          <p:nvPr/>
        </p:nvSpPr>
        <p:spPr>
          <a:xfrm>
            <a:off x="152400" y="4082629"/>
            <a:ext cx="3403498" cy="1403771"/>
          </a:xfrm>
          <a:custGeom>
            <a:avLst/>
            <a:gdLst>
              <a:gd name="connsiteX0" fmla="*/ 192024 w 3708298"/>
              <a:gd name="connsiteY0" fmla="*/ 64008 h 950577"/>
              <a:gd name="connsiteX1" fmla="*/ 192024 w 3708298"/>
              <a:gd name="connsiteY1" fmla="*/ 64008 h 950577"/>
              <a:gd name="connsiteX2" fmla="*/ 64008 w 3708298"/>
              <a:gd name="connsiteY2" fmla="*/ 356616 h 950577"/>
              <a:gd name="connsiteX3" fmla="*/ 0 w 3708298"/>
              <a:gd name="connsiteY3" fmla="*/ 475488 h 950577"/>
              <a:gd name="connsiteX4" fmla="*/ 9144 w 3708298"/>
              <a:gd name="connsiteY4" fmla="*/ 585216 h 950577"/>
              <a:gd name="connsiteX5" fmla="*/ 36576 w 3708298"/>
              <a:gd name="connsiteY5" fmla="*/ 594360 h 950577"/>
              <a:gd name="connsiteX6" fmla="*/ 100584 w 3708298"/>
              <a:gd name="connsiteY6" fmla="*/ 640080 h 950577"/>
              <a:gd name="connsiteX7" fmla="*/ 128016 w 3708298"/>
              <a:gd name="connsiteY7" fmla="*/ 649224 h 950577"/>
              <a:gd name="connsiteX8" fmla="*/ 164592 w 3708298"/>
              <a:gd name="connsiteY8" fmla="*/ 667512 h 950577"/>
              <a:gd name="connsiteX9" fmla="*/ 201168 w 3708298"/>
              <a:gd name="connsiteY9" fmla="*/ 731520 h 950577"/>
              <a:gd name="connsiteX10" fmla="*/ 210312 w 3708298"/>
              <a:gd name="connsiteY10" fmla="*/ 777240 h 950577"/>
              <a:gd name="connsiteX11" fmla="*/ 219456 w 3708298"/>
              <a:gd name="connsiteY11" fmla="*/ 813816 h 950577"/>
              <a:gd name="connsiteX12" fmla="*/ 246888 w 3708298"/>
              <a:gd name="connsiteY12" fmla="*/ 822960 h 950577"/>
              <a:gd name="connsiteX13" fmla="*/ 1316736 w 3708298"/>
              <a:gd name="connsiteY13" fmla="*/ 859536 h 950577"/>
              <a:gd name="connsiteX14" fmla="*/ 1435608 w 3708298"/>
              <a:gd name="connsiteY14" fmla="*/ 868680 h 950577"/>
              <a:gd name="connsiteX15" fmla="*/ 1481328 w 3708298"/>
              <a:gd name="connsiteY15" fmla="*/ 886968 h 950577"/>
              <a:gd name="connsiteX16" fmla="*/ 1764792 w 3708298"/>
              <a:gd name="connsiteY16" fmla="*/ 859536 h 950577"/>
              <a:gd name="connsiteX17" fmla="*/ 1874520 w 3708298"/>
              <a:gd name="connsiteY17" fmla="*/ 822960 h 950577"/>
              <a:gd name="connsiteX18" fmla="*/ 2066544 w 3708298"/>
              <a:gd name="connsiteY18" fmla="*/ 795528 h 950577"/>
              <a:gd name="connsiteX19" fmla="*/ 2322576 w 3708298"/>
              <a:gd name="connsiteY19" fmla="*/ 813816 h 950577"/>
              <a:gd name="connsiteX20" fmla="*/ 2386584 w 3708298"/>
              <a:gd name="connsiteY20" fmla="*/ 832104 h 950577"/>
              <a:gd name="connsiteX21" fmla="*/ 2432304 w 3708298"/>
              <a:gd name="connsiteY21" fmla="*/ 850392 h 950577"/>
              <a:gd name="connsiteX22" fmla="*/ 2478024 w 3708298"/>
              <a:gd name="connsiteY22" fmla="*/ 859536 h 950577"/>
              <a:gd name="connsiteX23" fmla="*/ 2633472 w 3708298"/>
              <a:gd name="connsiteY23" fmla="*/ 877824 h 950577"/>
              <a:gd name="connsiteX24" fmla="*/ 2715768 w 3708298"/>
              <a:gd name="connsiteY24" fmla="*/ 896112 h 950577"/>
              <a:gd name="connsiteX25" fmla="*/ 3044952 w 3708298"/>
              <a:gd name="connsiteY25" fmla="*/ 914400 h 950577"/>
              <a:gd name="connsiteX26" fmla="*/ 3081528 w 3708298"/>
              <a:gd name="connsiteY26" fmla="*/ 923544 h 950577"/>
              <a:gd name="connsiteX27" fmla="*/ 3364992 w 3708298"/>
              <a:gd name="connsiteY27" fmla="*/ 896112 h 950577"/>
              <a:gd name="connsiteX28" fmla="*/ 3419856 w 3708298"/>
              <a:gd name="connsiteY28" fmla="*/ 841248 h 950577"/>
              <a:gd name="connsiteX29" fmla="*/ 3438144 w 3708298"/>
              <a:gd name="connsiteY29" fmla="*/ 813816 h 950577"/>
              <a:gd name="connsiteX30" fmla="*/ 3465576 w 3708298"/>
              <a:gd name="connsiteY30" fmla="*/ 804672 h 950577"/>
              <a:gd name="connsiteX31" fmla="*/ 3493008 w 3708298"/>
              <a:gd name="connsiteY31" fmla="*/ 777240 h 950577"/>
              <a:gd name="connsiteX32" fmla="*/ 3547872 w 3708298"/>
              <a:gd name="connsiteY32" fmla="*/ 749808 h 950577"/>
              <a:gd name="connsiteX33" fmla="*/ 3575304 w 3708298"/>
              <a:gd name="connsiteY33" fmla="*/ 722376 h 950577"/>
              <a:gd name="connsiteX34" fmla="*/ 3639312 w 3708298"/>
              <a:gd name="connsiteY34" fmla="*/ 685800 h 950577"/>
              <a:gd name="connsiteX35" fmla="*/ 3666744 w 3708298"/>
              <a:gd name="connsiteY35" fmla="*/ 649224 h 950577"/>
              <a:gd name="connsiteX36" fmla="*/ 3630168 w 3708298"/>
              <a:gd name="connsiteY36" fmla="*/ 192024 h 950577"/>
              <a:gd name="connsiteX37" fmla="*/ 3602736 w 3708298"/>
              <a:gd name="connsiteY37" fmla="*/ 182880 h 950577"/>
              <a:gd name="connsiteX38" fmla="*/ 3547872 w 3708298"/>
              <a:gd name="connsiteY38" fmla="*/ 146304 h 950577"/>
              <a:gd name="connsiteX39" fmla="*/ 3520440 w 3708298"/>
              <a:gd name="connsiteY39" fmla="*/ 118872 h 950577"/>
              <a:gd name="connsiteX40" fmla="*/ 3493008 w 3708298"/>
              <a:gd name="connsiteY40" fmla="*/ 109728 h 950577"/>
              <a:gd name="connsiteX41" fmla="*/ 3438144 w 3708298"/>
              <a:gd name="connsiteY41" fmla="*/ 82296 h 950577"/>
              <a:gd name="connsiteX42" fmla="*/ 3419856 w 3708298"/>
              <a:gd name="connsiteY42" fmla="*/ 54864 h 950577"/>
              <a:gd name="connsiteX43" fmla="*/ 3355848 w 3708298"/>
              <a:gd name="connsiteY43" fmla="*/ 54864 h 950577"/>
              <a:gd name="connsiteX44" fmla="*/ 3328416 w 3708298"/>
              <a:gd name="connsiteY44" fmla="*/ 64008 h 950577"/>
              <a:gd name="connsiteX45" fmla="*/ 3300984 w 3708298"/>
              <a:gd name="connsiteY45" fmla="*/ 82296 h 950577"/>
              <a:gd name="connsiteX46" fmla="*/ 3264408 w 3708298"/>
              <a:gd name="connsiteY46" fmla="*/ 91440 h 950577"/>
              <a:gd name="connsiteX47" fmla="*/ 3236976 w 3708298"/>
              <a:gd name="connsiteY47" fmla="*/ 109728 h 950577"/>
              <a:gd name="connsiteX48" fmla="*/ 3209544 w 3708298"/>
              <a:gd name="connsiteY48" fmla="*/ 118872 h 950577"/>
              <a:gd name="connsiteX49" fmla="*/ 3127248 w 3708298"/>
              <a:gd name="connsiteY49" fmla="*/ 137160 h 950577"/>
              <a:gd name="connsiteX50" fmla="*/ 3099816 w 3708298"/>
              <a:gd name="connsiteY50" fmla="*/ 146304 h 950577"/>
              <a:gd name="connsiteX51" fmla="*/ 3063240 w 3708298"/>
              <a:gd name="connsiteY51" fmla="*/ 155448 h 950577"/>
              <a:gd name="connsiteX52" fmla="*/ 2350008 w 3708298"/>
              <a:gd name="connsiteY52" fmla="*/ 146304 h 950577"/>
              <a:gd name="connsiteX53" fmla="*/ 2258568 w 3708298"/>
              <a:gd name="connsiteY53" fmla="*/ 128016 h 950577"/>
              <a:gd name="connsiteX54" fmla="*/ 2157984 w 3708298"/>
              <a:gd name="connsiteY54" fmla="*/ 118872 h 950577"/>
              <a:gd name="connsiteX55" fmla="*/ 2075688 w 3708298"/>
              <a:gd name="connsiteY55" fmla="*/ 91440 h 950577"/>
              <a:gd name="connsiteX56" fmla="*/ 1993392 w 3708298"/>
              <a:gd name="connsiteY56" fmla="*/ 64008 h 950577"/>
              <a:gd name="connsiteX57" fmla="*/ 1901952 w 3708298"/>
              <a:gd name="connsiteY57" fmla="*/ 9144 h 950577"/>
              <a:gd name="connsiteX58" fmla="*/ 1865376 w 3708298"/>
              <a:gd name="connsiteY58" fmla="*/ 0 h 950577"/>
              <a:gd name="connsiteX59" fmla="*/ 1764792 w 3708298"/>
              <a:gd name="connsiteY59" fmla="*/ 18288 h 950577"/>
              <a:gd name="connsiteX60" fmla="*/ 1655064 w 3708298"/>
              <a:gd name="connsiteY60" fmla="*/ 45720 h 950577"/>
              <a:gd name="connsiteX61" fmla="*/ 1545336 w 3708298"/>
              <a:gd name="connsiteY61" fmla="*/ 82296 h 950577"/>
              <a:gd name="connsiteX62" fmla="*/ 1490472 w 3708298"/>
              <a:gd name="connsiteY62" fmla="*/ 109728 h 950577"/>
              <a:gd name="connsiteX63" fmla="*/ 1453896 w 3708298"/>
              <a:gd name="connsiteY63" fmla="*/ 118872 h 950577"/>
              <a:gd name="connsiteX64" fmla="*/ 1389888 w 3708298"/>
              <a:gd name="connsiteY64" fmla="*/ 146304 h 950577"/>
              <a:gd name="connsiteX65" fmla="*/ 1362456 w 3708298"/>
              <a:gd name="connsiteY65" fmla="*/ 164592 h 950577"/>
              <a:gd name="connsiteX66" fmla="*/ 1307592 w 3708298"/>
              <a:gd name="connsiteY66" fmla="*/ 182880 h 950577"/>
              <a:gd name="connsiteX67" fmla="*/ 1271016 w 3708298"/>
              <a:gd name="connsiteY67" fmla="*/ 210312 h 950577"/>
              <a:gd name="connsiteX68" fmla="*/ 1243584 w 3708298"/>
              <a:gd name="connsiteY68" fmla="*/ 219456 h 950577"/>
              <a:gd name="connsiteX69" fmla="*/ 1216152 w 3708298"/>
              <a:gd name="connsiteY69" fmla="*/ 237744 h 950577"/>
              <a:gd name="connsiteX70" fmla="*/ 1042416 w 3708298"/>
              <a:gd name="connsiteY70" fmla="*/ 228600 h 950577"/>
              <a:gd name="connsiteX71" fmla="*/ 950976 w 3708298"/>
              <a:gd name="connsiteY71" fmla="*/ 182880 h 950577"/>
              <a:gd name="connsiteX72" fmla="*/ 886968 w 3708298"/>
              <a:gd name="connsiteY72" fmla="*/ 155448 h 950577"/>
              <a:gd name="connsiteX73" fmla="*/ 841248 w 3708298"/>
              <a:gd name="connsiteY73" fmla="*/ 137160 h 950577"/>
              <a:gd name="connsiteX74" fmla="*/ 804672 w 3708298"/>
              <a:gd name="connsiteY74" fmla="*/ 128016 h 950577"/>
              <a:gd name="connsiteX75" fmla="*/ 740664 w 3708298"/>
              <a:gd name="connsiteY75" fmla="*/ 100584 h 950577"/>
              <a:gd name="connsiteX76" fmla="*/ 612648 w 3708298"/>
              <a:gd name="connsiteY76" fmla="*/ 73152 h 950577"/>
              <a:gd name="connsiteX77" fmla="*/ 228600 w 3708298"/>
              <a:gd name="connsiteY77" fmla="*/ 82296 h 950577"/>
              <a:gd name="connsiteX78" fmla="*/ 192024 w 3708298"/>
              <a:gd name="connsiteY78" fmla="*/ 64008 h 95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</a:cxnLst>
            <a:rect l="l" t="t" r="r" b="b"/>
            <a:pathLst>
              <a:path w="3708298" h="950577">
                <a:moveTo>
                  <a:pt x="192024" y="64008"/>
                </a:moveTo>
                <a:lnTo>
                  <a:pt x="192024" y="64008"/>
                </a:lnTo>
                <a:cubicBezTo>
                  <a:pt x="159926" y="240549"/>
                  <a:pt x="191990" y="127595"/>
                  <a:pt x="64008" y="356616"/>
                </a:cubicBezTo>
                <a:cubicBezTo>
                  <a:pt x="42054" y="395901"/>
                  <a:pt x="0" y="475488"/>
                  <a:pt x="0" y="475488"/>
                </a:cubicBezTo>
                <a:cubicBezTo>
                  <a:pt x="3048" y="512064"/>
                  <a:pt x="-1650" y="550136"/>
                  <a:pt x="9144" y="585216"/>
                </a:cubicBezTo>
                <a:cubicBezTo>
                  <a:pt x="11979" y="594428"/>
                  <a:pt x="27955" y="590049"/>
                  <a:pt x="36576" y="594360"/>
                </a:cubicBezTo>
                <a:cubicBezTo>
                  <a:pt x="64881" y="608512"/>
                  <a:pt x="71591" y="623512"/>
                  <a:pt x="100584" y="640080"/>
                </a:cubicBezTo>
                <a:cubicBezTo>
                  <a:pt x="108953" y="644862"/>
                  <a:pt x="119157" y="645427"/>
                  <a:pt x="128016" y="649224"/>
                </a:cubicBezTo>
                <a:cubicBezTo>
                  <a:pt x="140545" y="654594"/>
                  <a:pt x="152400" y="661416"/>
                  <a:pt x="164592" y="667512"/>
                </a:cubicBezTo>
                <a:cubicBezTo>
                  <a:pt x="177970" y="687579"/>
                  <a:pt x="193434" y="708317"/>
                  <a:pt x="201168" y="731520"/>
                </a:cubicBezTo>
                <a:cubicBezTo>
                  <a:pt x="206083" y="746264"/>
                  <a:pt x="206941" y="762068"/>
                  <a:pt x="210312" y="777240"/>
                </a:cubicBezTo>
                <a:cubicBezTo>
                  <a:pt x="213038" y="789508"/>
                  <a:pt x="211605" y="804003"/>
                  <a:pt x="219456" y="813816"/>
                </a:cubicBezTo>
                <a:cubicBezTo>
                  <a:pt x="225477" y="821342"/>
                  <a:pt x="237744" y="819912"/>
                  <a:pt x="246888" y="822960"/>
                </a:cubicBezTo>
                <a:cubicBezTo>
                  <a:pt x="520308" y="1096380"/>
                  <a:pt x="253909" y="842799"/>
                  <a:pt x="1316736" y="859536"/>
                </a:cubicBezTo>
                <a:cubicBezTo>
                  <a:pt x="1356472" y="860162"/>
                  <a:pt x="1395984" y="865632"/>
                  <a:pt x="1435608" y="868680"/>
                </a:cubicBezTo>
                <a:cubicBezTo>
                  <a:pt x="1450848" y="874776"/>
                  <a:pt x="1464914" y="886968"/>
                  <a:pt x="1481328" y="886968"/>
                </a:cubicBezTo>
                <a:cubicBezTo>
                  <a:pt x="1552787" y="886968"/>
                  <a:pt x="1678854" y="870278"/>
                  <a:pt x="1764792" y="859536"/>
                </a:cubicBezTo>
                <a:cubicBezTo>
                  <a:pt x="1801368" y="847344"/>
                  <a:pt x="1836263" y="827742"/>
                  <a:pt x="1874520" y="822960"/>
                </a:cubicBezTo>
                <a:cubicBezTo>
                  <a:pt x="1987453" y="808843"/>
                  <a:pt x="1923384" y="817553"/>
                  <a:pt x="2066544" y="795528"/>
                </a:cubicBezTo>
                <a:cubicBezTo>
                  <a:pt x="2191686" y="801216"/>
                  <a:pt x="2227614" y="794824"/>
                  <a:pt x="2322576" y="813816"/>
                </a:cubicBezTo>
                <a:cubicBezTo>
                  <a:pt x="2343164" y="817934"/>
                  <a:pt x="2366664" y="824634"/>
                  <a:pt x="2386584" y="832104"/>
                </a:cubicBezTo>
                <a:cubicBezTo>
                  <a:pt x="2401953" y="837867"/>
                  <a:pt x="2416582" y="845675"/>
                  <a:pt x="2432304" y="850392"/>
                </a:cubicBezTo>
                <a:cubicBezTo>
                  <a:pt x="2447190" y="854858"/>
                  <a:pt x="2462625" y="857436"/>
                  <a:pt x="2478024" y="859536"/>
                </a:cubicBezTo>
                <a:cubicBezTo>
                  <a:pt x="2529719" y="866585"/>
                  <a:pt x="2581905" y="869891"/>
                  <a:pt x="2633472" y="877824"/>
                </a:cubicBezTo>
                <a:cubicBezTo>
                  <a:pt x="2661246" y="882097"/>
                  <a:pt x="2687777" y="893624"/>
                  <a:pt x="2715768" y="896112"/>
                </a:cubicBezTo>
                <a:cubicBezTo>
                  <a:pt x="2825234" y="905842"/>
                  <a:pt x="2935224" y="908304"/>
                  <a:pt x="3044952" y="914400"/>
                </a:cubicBezTo>
                <a:cubicBezTo>
                  <a:pt x="3057144" y="917448"/>
                  <a:pt x="3068967" y="923937"/>
                  <a:pt x="3081528" y="923544"/>
                </a:cubicBezTo>
                <a:cubicBezTo>
                  <a:pt x="3311842" y="916347"/>
                  <a:pt x="3260370" y="930986"/>
                  <a:pt x="3364992" y="896112"/>
                </a:cubicBezTo>
                <a:cubicBezTo>
                  <a:pt x="3383280" y="877824"/>
                  <a:pt x="3405510" y="862767"/>
                  <a:pt x="3419856" y="841248"/>
                </a:cubicBezTo>
                <a:cubicBezTo>
                  <a:pt x="3425952" y="832104"/>
                  <a:pt x="3429562" y="820681"/>
                  <a:pt x="3438144" y="813816"/>
                </a:cubicBezTo>
                <a:cubicBezTo>
                  <a:pt x="3445670" y="807795"/>
                  <a:pt x="3456432" y="807720"/>
                  <a:pt x="3465576" y="804672"/>
                </a:cubicBezTo>
                <a:cubicBezTo>
                  <a:pt x="3474720" y="795528"/>
                  <a:pt x="3482248" y="784413"/>
                  <a:pt x="3493008" y="777240"/>
                </a:cubicBezTo>
                <a:cubicBezTo>
                  <a:pt x="3575488" y="722253"/>
                  <a:pt x="3461543" y="821749"/>
                  <a:pt x="3547872" y="749808"/>
                </a:cubicBezTo>
                <a:cubicBezTo>
                  <a:pt x="3557806" y="741529"/>
                  <a:pt x="3565370" y="730655"/>
                  <a:pt x="3575304" y="722376"/>
                </a:cubicBezTo>
                <a:cubicBezTo>
                  <a:pt x="3594691" y="706220"/>
                  <a:pt x="3616953" y="696980"/>
                  <a:pt x="3639312" y="685800"/>
                </a:cubicBezTo>
                <a:cubicBezTo>
                  <a:pt x="3648456" y="673608"/>
                  <a:pt x="3666158" y="664453"/>
                  <a:pt x="3666744" y="649224"/>
                </a:cubicBezTo>
                <a:cubicBezTo>
                  <a:pt x="3671050" y="537261"/>
                  <a:pt x="3778331" y="266106"/>
                  <a:pt x="3630168" y="192024"/>
                </a:cubicBezTo>
                <a:cubicBezTo>
                  <a:pt x="3621547" y="187713"/>
                  <a:pt x="3611880" y="185928"/>
                  <a:pt x="3602736" y="182880"/>
                </a:cubicBezTo>
                <a:cubicBezTo>
                  <a:pt x="3515225" y="95369"/>
                  <a:pt x="3627272" y="199237"/>
                  <a:pt x="3547872" y="146304"/>
                </a:cubicBezTo>
                <a:cubicBezTo>
                  <a:pt x="3537112" y="139131"/>
                  <a:pt x="3531200" y="126045"/>
                  <a:pt x="3520440" y="118872"/>
                </a:cubicBezTo>
                <a:cubicBezTo>
                  <a:pt x="3512420" y="113525"/>
                  <a:pt x="3501629" y="114039"/>
                  <a:pt x="3493008" y="109728"/>
                </a:cubicBezTo>
                <a:cubicBezTo>
                  <a:pt x="3422104" y="74276"/>
                  <a:pt x="3507095" y="105280"/>
                  <a:pt x="3438144" y="82296"/>
                </a:cubicBezTo>
                <a:cubicBezTo>
                  <a:pt x="3432048" y="73152"/>
                  <a:pt x="3428438" y="61729"/>
                  <a:pt x="3419856" y="54864"/>
                </a:cubicBezTo>
                <a:cubicBezTo>
                  <a:pt x="3398576" y="37840"/>
                  <a:pt x="3378209" y="48475"/>
                  <a:pt x="3355848" y="54864"/>
                </a:cubicBezTo>
                <a:cubicBezTo>
                  <a:pt x="3346580" y="57512"/>
                  <a:pt x="3337037" y="59697"/>
                  <a:pt x="3328416" y="64008"/>
                </a:cubicBezTo>
                <a:cubicBezTo>
                  <a:pt x="3318586" y="68923"/>
                  <a:pt x="3311085" y="77967"/>
                  <a:pt x="3300984" y="82296"/>
                </a:cubicBezTo>
                <a:cubicBezTo>
                  <a:pt x="3289433" y="87246"/>
                  <a:pt x="3276600" y="88392"/>
                  <a:pt x="3264408" y="91440"/>
                </a:cubicBezTo>
                <a:cubicBezTo>
                  <a:pt x="3255264" y="97536"/>
                  <a:pt x="3246806" y="104813"/>
                  <a:pt x="3236976" y="109728"/>
                </a:cubicBezTo>
                <a:cubicBezTo>
                  <a:pt x="3228355" y="114039"/>
                  <a:pt x="3218812" y="116224"/>
                  <a:pt x="3209544" y="118872"/>
                </a:cubicBezTo>
                <a:cubicBezTo>
                  <a:pt x="3143836" y="137646"/>
                  <a:pt x="3202672" y="118304"/>
                  <a:pt x="3127248" y="137160"/>
                </a:cubicBezTo>
                <a:cubicBezTo>
                  <a:pt x="3117897" y="139498"/>
                  <a:pt x="3109084" y="143656"/>
                  <a:pt x="3099816" y="146304"/>
                </a:cubicBezTo>
                <a:cubicBezTo>
                  <a:pt x="3087732" y="149756"/>
                  <a:pt x="3075432" y="152400"/>
                  <a:pt x="3063240" y="155448"/>
                </a:cubicBezTo>
                <a:cubicBezTo>
                  <a:pt x="2825496" y="152400"/>
                  <a:pt x="2587633" y="154405"/>
                  <a:pt x="2350008" y="146304"/>
                </a:cubicBezTo>
                <a:cubicBezTo>
                  <a:pt x="2318942" y="145245"/>
                  <a:pt x="2289339" y="132412"/>
                  <a:pt x="2258568" y="128016"/>
                </a:cubicBezTo>
                <a:cubicBezTo>
                  <a:pt x="2225240" y="123255"/>
                  <a:pt x="2191512" y="121920"/>
                  <a:pt x="2157984" y="118872"/>
                </a:cubicBezTo>
                <a:cubicBezTo>
                  <a:pt x="2014883" y="61632"/>
                  <a:pt x="2193813" y="130815"/>
                  <a:pt x="2075688" y="91440"/>
                </a:cubicBezTo>
                <a:cubicBezTo>
                  <a:pt x="1972389" y="57007"/>
                  <a:pt x="2081043" y="85921"/>
                  <a:pt x="1993392" y="64008"/>
                </a:cubicBezTo>
                <a:cubicBezTo>
                  <a:pt x="1966048" y="45778"/>
                  <a:pt x="1934086" y="21194"/>
                  <a:pt x="1901952" y="9144"/>
                </a:cubicBezTo>
                <a:cubicBezTo>
                  <a:pt x="1890185" y="4731"/>
                  <a:pt x="1877568" y="3048"/>
                  <a:pt x="1865376" y="0"/>
                </a:cubicBezTo>
                <a:cubicBezTo>
                  <a:pt x="1796382" y="22998"/>
                  <a:pt x="1894036" y="-7561"/>
                  <a:pt x="1764792" y="18288"/>
                </a:cubicBezTo>
                <a:cubicBezTo>
                  <a:pt x="1727822" y="25682"/>
                  <a:pt x="1655064" y="45720"/>
                  <a:pt x="1655064" y="45720"/>
                </a:cubicBezTo>
                <a:cubicBezTo>
                  <a:pt x="1601825" y="81213"/>
                  <a:pt x="1644562" y="57490"/>
                  <a:pt x="1545336" y="82296"/>
                </a:cubicBezTo>
                <a:cubicBezTo>
                  <a:pt x="1483687" y="97708"/>
                  <a:pt x="1553049" y="82909"/>
                  <a:pt x="1490472" y="109728"/>
                </a:cubicBezTo>
                <a:cubicBezTo>
                  <a:pt x="1478921" y="114678"/>
                  <a:pt x="1466088" y="115824"/>
                  <a:pt x="1453896" y="118872"/>
                </a:cubicBezTo>
                <a:cubicBezTo>
                  <a:pt x="1385026" y="164785"/>
                  <a:pt x="1472554" y="110876"/>
                  <a:pt x="1389888" y="146304"/>
                </a:cubicBezTo>
                <a:cubicBezTo>
                  <a:pt x="1379787" y="150633"/>
                  <a:pt x="1372499" y="160129"/>
                  <a:pt x="1362456" y="164592"/>
                </a:cubicBezTo>
                <a:cubicBezTo>
                  <a:pt x="1344840" y="172421"/>
                  <a:pt x="1325880" y="176784"/>
                  <a:pt x="1307592" y="182880"/>
                </a:cubicBezTo>
                <a:cubicBezTo>
                  <a:pt x="1295400" y="192024"/>
                  <a:pt x="1284248" y="202751"/>
                  <a:pt x="1271016" y="210312"/>
                </a:cubicBezTo>
                <a:cubicBezTo>
                  <a:pt x="1262647" y="215094"/>
                  <a:pt x="1252205" y="215145"/>
                  <a:pt x="1243584" y="219456"/>
                </a:cubicBezTo>
                <a:cubicBezTo>
                  <a:pt x="1233754" y="224371"/>
                  <a:pt x="1225296" y="231648"/>
                  <a:pt x="1216152" y="237744"/>
                </a:cubicBezTo>
                <a:cubicBezTo>
                  <a:pt x="1158240" y="234696"/>
                  <a:pt x="1099205" y="240350"/>
                  <a:pt x="1042416" y="228600"/>
                </a:cubicBezTo>
                <a:cubicBezTo>
                  <a:pt x="1009045" y="221696"/>
                  <a:pt x="981456" y="198120"/>
                  <a:pt x="950976" y="182880"/>
                </a:cubicBezTo>
                <a:cubicBezTo>
                  <a:pt x="886751" y="150768"/>
                  <a:pt x="940786" y="175630"/>
                  <a:pt x="886968" y="155448"/>
                </a:cubicBezTo>
                <a:cubicBezTo>
                  <a:pt x="871599" y="149685"/>
                  <a:pt x="856820" y="142351"/>
                  <a:pt x="841248" y="137160"/>
                </a:cubicBezTo>
                <a:cubicBezTo>
                  <a:pt x="829326" y="133186"/>
                  <a:pt x="816864" y="131064"/>
                  <a:pt x="804672" y="128016"/>
                </a:cubicBezTo>
                <a:cubicBezTo>
                  <a:pt x="761151" y="99002"/>
                  <a:pt x="794343" y="116688"/>
                  <a:pt x="740664" y="100584"/>
                </a:cubicBezTo>
                <a:cubicBezTo>
                  <a:pt x="647596" y="72664"/>
                  <a:pt x="723911" y="87060"/>
                  <a:pt x="612648" y="73152"/>
                </a:cubicBezTo>
                <a:cubicBezTo>
                  <a:pt x="484632" y="76200"/>
                  <a:pt x="356526" y="76610"/>
                  <a:pt x="228600" y="82296"/>
                </a:cubicBezTo>
                <a:cubicBezTo>
                  <a:pt x="218971" y="82724"/>
                  <a:pt x="198120" y="67056"/>
                  <a:pt x="192024" y="64008"/>
                </a:cubicBezTo>
                <a:close/>
              </a:path>
            </a:pathLst>
          </a:cu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1735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1735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Model of TSP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6CE0758-B75C-AECD-27E7-6B0A8DBD0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Branch and Bound Algorithm for TSP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DC846A-CE92-259F-7737-383418089B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66800"/>
            <a:ext cx="8229600" cy="5334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dirty="0"/>
              <a:t>Relaxing subtour breaking constraints, yields an assignment problem.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Easy to solve using Hungarian Algorithm.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Provides a lower bound.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Solution is integral but subtour breaking constraints may be violated.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How to fix that? </a:t>
            </a:r>
          </a:p>
          <a:p>
            <a:pPr lvl="1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70C0"/>
                </a:solidFill>
              </a:rPr>
              <a:t>Using a Branch and Bound Algorithm.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57467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10"/>
          <p:cNvGrpSpPr>
            <a:grpSpLocks/>
          </p:cNvGrpSpPr>
          <p:nvPr/>
        </p:nvGrpSpPr>
        <p:grpSpPr bwMode="auto">
          <a:xfrm>
            <a:off x="228600" y="1066800"/>
            <a:ext cx="4495800" cy="2514600"/>
            <a:chOff x="144" y="672"/>
            <a:chExt cx="2832" cy="1584"/>
          </a:xfrm>
        </p:grpSpPr>
        <p:sp>
          <p:nvSpPr>
            <p:cNvPr id="43055" name="Rectangle 13"/>
            <p:cNvSpPr>
              <a:spLocks noChangeArrowheads="1"/>
            </p:cNvSpPr>
            <p:nvPr/>
          </p:nvSpPr>
          <p:spPr bwMode="auto">
            <a:xfrm>
              <a:off x="144" y="912"/>
              <a:ext cx="2688" cy="1344"/>
            </a:xfrm>
            <a:prstGeom prst="rect">
              <a:avLst/>
            </a:prstGeom>
            <a:noFill/>
            <a:ln w="3175" algn="ctr">
              <a:solidFill>
                <a:srgbClr val="CC3399"/>
              </a:solidFill>
              <a:miter lim="800000"/>
              <a:headEnd/>
              <a:tailEnd/>
            </a:ln>
          </p:spPr>
          <p:txBody>
            <a:bodyPr l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43056" name="Rectangle 12"/>
            <p:cNvSpPr>
              <a:spLocks noChangeArrowheads="1"/>
            </p:cNvSpPr>
            <p:nvPr/>
          </p:nvSpPr>
          <p:spPr bwMode="auto">
            <a:xfrm>
              <a:off x="242" y="960"/>
              <a:ext cx="2734" cy="1271"/>
            </a:xfrm>
            <a:prstGeom prst="rect">
              <a:avLst/>
            </a:prstGeom>
            <a:noFill/>
            <a:ln w="3175" algn="ctr">
              <a:noFill/>
              <a:miter lim="800000"/>
              <a:headEnd/>
              <a:tailEnd/>
            </a:ln>
          </p:spPr>
          <p:txBody>
            <a:bodyPr lIns="0">
              <a:spAutoFit/>
            </a:bodyPr>
            <a:lstStyle/>
            <a:p>
              <a:pPr marL="63500">
                <a:spcBef>
                  <a:spcPct val="50000"/>
                </a:spcBef>
              </a:pPr>
              <a:r>
                <a:rPr lang="en-US" u="none">
                  <a:cs typeface="Arial" charset="0"/>
                </a:rPr>
                <a:t>×</a:t>
              </a:r>
              <a:r>
                <a:rPr lang="en-US" u="none"/>
                <a:t>	</a:t>
              </a:r>
              <a:r>
                <a:rPr lang="en-US" u="none">
                  <a:solidFill>
                    <a:srgbClr val="0066CC"/>
                  </a:solidFill>
                </a:rPr>
                <a:t>31</a:t>
              </a:r>
              <a:r>
                <a:rPr lang="en-US" u="none"/>
                <a:t>	90	48	24</a:t>
              </a:r>
            </a:p>
            <a:p>
              <a:pPr marL="63500">
                <a:spcBef>
                  <a:spcPct val="50000"/>
                </a:spcBef>
              </a:pPr>
              <a:r>
                <a:rPr lang="en-US" u="none"/>
                <a:t>31	 × 	66	26	</a:t>
              </a:r>
              <a:r>
                <a:rPr lang="en-US" u="none">
                  <a:solidFill>
                    <a:srgbClr val="0066CC"/>
                  </a:solidFill>
                </a:rPr>
                <a:t>35</a:t>
              </a:r>
            </a:p>
            <a:p>
              <a:pPr marL="63500">
                <a:spcBef>
                  <a:spcPct val="50000"/>
                </a:spcBef>
              </a:pPr>
              <a:r>
                <a:rPr lang="en-US" u="none"/>
                <a:t>90	59	 × 	</a:t>
              </a:r>
              <a:r>
                <a:rPr lang="en-US" u="none">
                  <a:solidFill>
                    <a:srgbClr val="0066CC"/>
                  </a:solidFill>
                </a:rPr>
                <a:t>32</a:t>
              </a:r>
              <a:r>
                <a:rPr lang="en-US" u="none"/>
                <a:t>	67</a:t>
              </a:r>
            </a:p>
            <a:p>
              <a:pPr marL="63500">
                <a:spcBef>
                  <a:spcPct val="50000"/>
                </a:spcBef>
              </a:pPr>
              <a:r>
                <a:rPr lang="en-US" u="none"/>
                <a:t>48	26	</a:t>
              </a:r>
              <a:r>
                <a:rPr lang="en-US" u="none">
                  <a:solidFill>
                    <a:srgbClr val="0066CC"/>
                  </a:solidFill>
                </a:rPr>
                <a:t>32</a:t>
              </a:r>
              <a:r>
                <a:rPr lang="en-US" u="none"/>
                <a:t>	 × 	25</a:t>
              </a:r>
            </a:p>
            <a:p>
              <a:pPr marL="63500">
                <a:spcBef>
                  <a:spcPct val="50000"/>
                </a:spcBef>
              </a:pPr>
              <a:r>
                <a:rPr lang="en-US" u="none">
                  <a:solidFill>
                    <a:srgbClr val="0066CC"/>
                  </a:solidFill>
                </a:rPr>
                <a:t>24</a:t>
              </a:r>
              <a:r>
                <a:rPr lang="en-US" u="none"/>
                <a:t>	35	67	25	 ×</a:t>
              </a:r>
            </a:p>
          </p:txBody>
        </p:sp>
        <p:sp>
          <p:nvSpPr>
            <p:cNvPr id="43057" name="Text Box 23"/>
            <p:cNvSpPr txBox="1">
              <a:spLocks noChangeArrowheads="1"/>
            </p:cNvSpPr>
            <p:nvPr/>
          </p:nvSpPr>
          <p:spPr bwMode="auto">
            <a:xfrm>
              <a:off x="816" y="672"/>
              <a:ext cx="1296" cy="231"/>
            </a:xfrm>
            <a:prstGeom prst="rect">
              <a:avLst/>
            </a:prstGeom>
            <a:noFill/>
            <a:ln w="3175" algn="ctr">
              <a:noFill/>
              <a:miter lim="800000"/>
              <a:headEnd/>
              <a:tailEnd/>
            </a:ln>
          </p:spPr>
          <p:txBody>
            <a:bodyPr lIns="0">
              <a:spAutoFit/>
            </a:bodyPr>
            <a:lstStyle/>
            <a:p>
              <a:pPr marL="228600">
                <a:spcBef>
                  <a:spcPct val="50000"/>
                </a:spcBef>
              </a:pPr>
              <a:r>
                <a:rPr lang="en-US" u="none"/>
                <a:t>Total cost = </a:t>
              </a:r>
              <a:r>
                <a:rPr lang="en-US" u="none">
                  <a:solidFill>
                    <a:srgbClr val="CC3399"/>
                  </a:solidFill>
                </a:rPr>
                <a:t>154</a:t>
              </a:r>
            </a:p>
          </p:txBody>
        </p:sp>
      </p:grpSp>
      <p:grpSp>
        <p:nvGrpSpPr>
          <p:cNvPr id="3" name="Group 115"/>
          <p:cNvGrpSpPr>
            <a:grpSpLocks/>
          </p:cNvGrpSpPr>
          <p:nvPr/>
        </p:nvGrpSpPr>
        <p:grpSpPr bwMode="auto">
          <a:xfrm>
            <a:off x="228600" y="3886200"/>
            <a:ext cx="4495800" cy="2514600"/>
            <a:chOff x="144" y="2448"/>
            <a:chExt cx="2832" cy="1584"/>
          </a:xfrm>
        </p:grpSpPr>
        <p:sp>
          <p:nvSpPr>
            <p:cNvPr id="43052" name="Rectangle 24"/>
            <p:cNvSpPr>
              <a:spLocks noChangeArrowheads="1"/>
            </p:cNvSpPr>
            <p:nvPr/>
          </p:nvSpPr>
          <p:spPr bwMode="auto">
            <a:xfrm>
              <a:off x="144" y="2688"/>
              <a:ext cx="2688" cy="1344"/>
            </a:xfrm>
            <a:prstGeom prst="rect">
              <a:avLst/>
            </a:prstGeom>
            <a:noFill/>
            <a:ln w="3175" algn="ctr">
              <a:solidFill>
                <a:srgbClr val="CC3399"/>
              </a:solidFill>
              <a:miter lim="800000"/>
              <a:headEnd/>
              <a:tailEnd/>
            </a:ln>
          </p:spPr>
          <p:txBody>
            <a:bodyPr l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43053" name="Rectangle 25"/>
            <p:cNvSpPr>
              <a:spLocks noChangeArrowheads="1"/>
            </p:cNvSpPr>
            <p:nvPr/>
          </p:nvSpPr>
          <p:spPr bwMode="auto">
            <a:xfrm>
              <a:off x="242" y="2736"/>
              <a:ext cx="2734" cy="1271"/>
            </a:xfrm>
            <a:prstGeom prst="rect">
              <a:avLst/>
            </a:prstGeom>
            <a:noFill/>
            <a:ln w="3175" algn="ctr">
              <a:noFill/>
              <a:miter lim="800000"/>
              <a:headEnd/>
              <a:tailEnd/>
            </a:ln>
          </p:spPr>
          <p:txBody>
            <a:bodyPr lIns="0">
              <a:spAutoFit/>
            </a:bodyPr>
            <a:lstStyle/>
            <a:p>
              <a:pPr marL="63500">
                <a:spcBef>
                  <a:spcPct val="50000"/>
                </a:spcBef>
              </a:pPr>
              <a:r>
                <a:rPr lang="en-US" u="none">
                  <a:cs typeface="Arial" charset="0"/>
                </a:rPr>
                <a:t>×</a:t>
              </a:r>
              <a:r>
                <a:rPr lang="en-US" u="none"/>
                <a:t>	31	90	48	</a:t>
              </a:r>
              <a:r>
                <a:rPr lang="en-US" u="none">
                  <a:solidFill>
                    <a:srgbClr val="0066CC"/>
                  </a:solidFill>
                </a:rPr>
                <a:t>24</a:t>
              </a:r>
            </a:p>
            <a:p>
              <a:pPr marL="63500">
                <a:spcBef>
                  <a:spcPct val="50000"/>
                </a:spcBef>
              </a:pPr>
              <a:r>
                <a:rPr lang="en-US" u="none"/>
                <a:t>31	 × 	66	</a:t>
              </a:r>
              <a:r>
                <a:rPr lang="en-US" u="none">
                  <a:solidFill>
                    <a:srgbClr val="0066CC"/>
                  </a:solidFill>
                </a:rPr>
                <a:t>26</a:t>
              </a:r>
              <a:r>
                <a:rPr lang="en-US" u="none"/>
                <a:t>	35</a:t>
              </a:r>
            </a:p>
            <a:p>
              <a:pPr marL="63500">
                <a:spcBef>
                  <a:spcPct val="50000"/>
                </a:spcBef>
              </a:pPr>
              <a:r>
                <a:rPr lang="en-US" u="none"/>
                <a:t>90	</a:t>
              </a:r>
              <a:r>
                <a:rPr lang="en-US" u="none">
                  <a:solidFill>
                    <a:srgbClr val="0066CC"/>
                  </a:solidFill>
                </a:rPr>
                <a:t>59</a:t>
              </a:r>
              <a:r>
                <a:rPr lang="en-US" u="none"/>
                <a:t>	 × 	 </a:t>
              </a:r>
              <a:r>
                <a:rPr lang="en-US" u="none">
                  <a:solidFill>
                    <a:srgbClr val="CC3399"/>
                  </a:solidFill>
                </a:rPr>
                <a:t>×</a:t>
              </a:r>
              <a:r>
                <a:rPr lang="en-US" u="none"/>
                <a:t> 	67</a:t>
              </a:r>
            </a:p>
            <a:p>
              <a:pPr marL="63500">
                <a:spcBef>
                  <a:spcPct val="50000"/>
                </a:spcBef>
              </a:pPr>
              <a:r>
                <a:rPr lang="en-US" u="none"/>
                <a:t>48	26	</a:t>
              </a:r>
              <a:r>
                <a:rPr lang="en-US" u="none">
                  <a:solidFill>
                    <a:srgbClr val="0066CC"/>
                  </a:solidFill>
                </a:rPr>
                <a:t>32</a:t>
              </a:r>
              <a:r>
                <a:rPr lang="en-US" u="none"/>
                <a:t>	 × 	25</a:t>
              </a:r>
            </a:p>
            <a:p>
              <a:pPr marL="63500">
                <a:spcBef>
                  <a:spcPct val="50000"/>
                </a:spcBef>
              </a:pPr>
              <a:r>
                <a:rPr lang="en-US" u="none">
                  <a:solidFill>
                    <a:srgbClr val="0066CC"/>
                  </a:solidFill>
                </a:rPr>
                <a:t>24</a:t>
              </a:r>
              <a:r>
                <a:rPr lang="en-US" u="none"/>
                <a:t>	35	67	25	 ×</a:t>
              </a:r>
            </a:p>
          </p:txBody>
        </p:sp>
        <p:sp>
          <p:nvSpPr>
            <p:cNvPr id="43054" name="Text Box 26"/>
            <p:cNvSpPr txBox="1">
              <a:spLocks noChangeArrowheads="1"/>
            </p:cNvSpPr>
            <p:nvPr/>
          </p:nvSpPr>
          <p:spPr bwMode="auto">
            <a:xfrm>
              <a:off x="816" y="2448"/>
              <a:ext cx="1296" cy="231"/>
            </a:xfrm>
            <a:prstGeom prst="rect">
              <a:avLst/>
            </a:prstGeom>
            <a:noFill/>
            <a:ln w="3175" algn="ctr">
              <a:noFill/>
              <a:miter lim="800000"/>
              <a:headEnd/>
              <a:tailEnd/>
            </a:ln>
          </p:spPr>
          <p:txBody>
            <a:bodyPr lIns="0">
              <a:spAutoFit/>
            </a:bodyPr>
            <a:lstStyle/>
            <a:p>
              <a:pPr marL="228600">
                <a:spcBef>
                  <a:spcPct val="50000"/>
                </a:spcBef>
              </a:pPr>
              <a:r>
                <a:rPr lang="en-US" u="none"/>
                <a:t>Total cost = </a:t>
              </a:r>
              <a:r>
                <a:rPr lang="en-US" u="none">
                  <a:solidFill>
                    <a:srgbClr val="CC3399"/>
                  </a:solidFill>
                </a:rPr>
                <a:t>165</a:t>
              </a:r>
            </a:p>
          </p:txBody>
        </p:sp>
      </p:grpSp>
      <p:grpSp>
        <p:nvGrpSpPr>
          <p:cNvPr id="4" name="Group 88"/>
          <p:cNvGrpSpPr>
            <a:grpSpLocks/>
          </p:cNvGrpSpPr>
          <p:nvPr/>
        </p:nvGrpSpPr>
        <p:grpSpPr bwMode="auto">
          <a:xfrm>
            <a:off x="6172200" y="1066800"/>
            <a:ext cx="1752600" cy="838200"/>
            <a:chOff x="3888" y="672"/>
            <a:chExt cx="1104" cy="528"/>
          </a:xfrm>
        </p:grpSpPr>
        <p:sp>
          <p:nvSpPr>
            <p:cNvPr id="43050" name="Oval 56"/>
            <p:cNvSpPr>
              <a:spLocks noChangeArrowheads="1"/>
            </p:cNvSpPr>
            <p:nvPr/>
          </p:nvSpPr>
          <p:spPr bwMode="auto">
            <a:xfrm>
              <a:off x="3888" y="672"/>
              <a:ext cx="1104" cy="528"/>
            </a:xfrm>
            <a:prstGeom prst="ellipse">
              <a:avLst/>
            </a:prstGeom>
            <a:noFill/>
            <a:ln w="28575">
              <a:solidFill>
                <a:srgbClr val="2C8458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51" name="Text Box 57"/>
            <p:cNvSpPr txBox="1">
              <a:spLocks noChangeArrowheads="1"/>
            </p:cNvSpPr>
            <p:nvPr/>
          </p:nvSpPr>
          <p:spPr bwMode="auto">
            <a:xfrm>
              <a:off x="3888" y="801"/>
              <a:ext cx="1104" cy="3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70000"/>
                </a:lnSpc>
                <a:spcBef>
                  <a:spcPct val="50000"/>
                </a:spcBef>
              </a:pPr>
              <a:r>
                <a:rPr lang="en-US" sz="1600" u="none"/>
                <a:t>1-2-5-1, 3-4-3</a:t>
              </a:r>
            </a:p>
            <a:p>
              <a:pPr algn="ctr" eaLnBrk="1" hangingPunct="1">
                <a:lnSpc>
                  <a:spcPct val="70000"/>
                </a:lnSpc>
                <a:spcBef>
                  <a:spcPct val="50000"/>
                </a:spcBef>
              </a:pPr>
              <a:r>
                <a:rPr lang="en-US" sz="1600" u="none">
                  <a:solidFill>
                    <a:srgbClr val="CC3399"/>
                  </a:solidFill>
                </a:rPr>
                <a:t>Z = 154</a:t>
              </a:r>
            </a:p>
          </p:txBody>
        </p:sp>
      </p:grpSp>
      <p:grpSp>
        <p:nvGrpSpPr>
          <p:cNvPr id="5" name="Group 111"/>
          <p:cNvGrpSpPr>
            <a:grpSpLocks/>
          </p:cNvGrpSpPr>
          <p:nvPr/>
        </p:nvGrpSpPr>
        <p:grpSpPr bwMode="auto">
          <a:xfrm>
            <a:off x="5257800" y="1752600"/>
            <a:ext cx="1066800" cy="990600"/>
            <a:chOff x="3312" y="1104"/>
            <a:chExt cx="672" cy="624"/>
          </a:xfrm>
        </p:grpSpPr>
        <p:sp>
          <p:nvSpPr>
            <p:cNvPr id="43048" name="Text Box 72"/>
            <p:cNvSpPr txBox="1">
              <a:spLocks noChangeArrowheads="1"/>
            </p:cNvSpPr>
            <p:nvPr/>
          </p:nvSpPr>
          <p:spPr bwMode="auto">
            <a:xfrm>
              <a:off x="3312" y="1248"/>
              <a:ext cx="5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u="none">
                  <a:solidFill>
                    <a:srgbClr val="0066CC"/>
                  </a:solidFill>
                </a:rPr>
                <a:t>X</a:t>
              </a:r>
              <a:r>
                <a:rPr lang="en-US" u="none" baseline="-25000">
                  <a:solidFill>
                    <a:srgbClr val="0066CC"/>
                  </a:solidFill>
                </a:rPr>
                <a:t>34</a:t>
              </a:r>
              <a:r>
                <a:rPr lang="en-US" u="none">
                  <a:solidFill>
                    <a:srgbClr val="0066CC"/>
                  </a:solidFill>
                </a:rPr>
                <a:t> </a:t>
              </a:r>
              <a:r>
                <a:rPr lang="en-US" u="none">
                  <a:solidFill>
                    <a:srgbClr val="0066CC"/>
                  </a:solidFill>
                  <a:cs typeface="Arial" charset="0"/>
                </a:rPr>
                <a:t>=</a:t>
              </a:r>
              <a:r>
                <a:rPr lang="en-US" u="none">
                  <a:solidFill>
                    <a:srgbClr val="0066CC"/>
                  </a:solidFill>
                </a:rPr>
                <a:t> 0</a:t>
              </a:r>
            </a:p>
          </p:txBody>
        </p:sp>
        <p:sp>
          <p:nvSpPr>
            <p:cNvPr id="43049" name="Line 89"/>
            <p:cNvSpPr>
              <a:spLocks noChangeShapeType="1"/>
            </p:cNvSpPr>
            <p:nvPr/>
          </p:nvSpPr>
          <p:spPr bwMode="auto">
            <a:xfrm flipH="1">
              <a:off x="3744" y="1104"/>
              <a:ext cx="240" cy="624"/>
            </a:xfrm>
            <a:prstGeom prst="line">
              <a:avLst/>
            </a:prstGeom>
            <a:noFill/>
            <a:ln w="3175">
              <a:solidFill>
                <a:srgbClr val="CC3399"/>
              </a:solidFill>
              <a:round/>
              <a:headEnd/>
              <a:tailEnd/>
            </a:ln>
          </p:spPr>
          <p:txBody>
            <a:bodyPr lIns="0">
              <a:spAutoFit/>
            </a:bodyPr>
            <a:lstStyle/>
            <a:p>
              <a:endParaRPr lang="en-US"/>
            </a:p>
          </p:txBody>
        </p:sp>
      </p:grpSp>
      <p:grpSp>
        <p:nvGrpSpPr>
          <p:cNvPr id="6" name="Group 90"/>
          <p:cNvGrpSpPr>
            <a:grpSpLocks/>
          </p:cNvGrpSpPr>
          <p:nvPr/>
        </p:nvGrpSpPr>
        <p:grpSpPr bwMode="auto">
          <a:xfrm>
            <a:off x="4876800" y="2743200"/>
            <a:ext cx="1752600" cy="838200"/>
            <a:chOff x="3888" y="672"/>
            <a:chExt cx="1104" cy="528"/>
          </a:xfrm>
        </p:grpSpPr>
        <p:sp>
          <p:nvSpPr>
            <p:cNvPr id="43046" name="Oval 91"/>
            <p:cNvSpPr>
              <a:spLocks noChangeArrowheads="1"/>
            </p:cNvSpPr>
            <p:nvPr/>
          </p:nvSpPr>
          <p:spPr bwMode="auto">
            <a:xfrm>
              <a:off x="3888" y="672"/>
              <a:ext cx="1104" cy="528"/>
            </a:xfrm>
            <a:prstGeom prst="ellipse">
              <a:avLst/>
            </a:prstGeom>
            <a:noFill/>
            <a:ln w="28575">
              <a:solidFill>
                <a:srgbClr val="2C8458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47" name="Text Box 92"/>
            <p:cNvSpPr txBox="1">
              <a:spLocks noChangeArrowheads="1"/>
            </p:cNvSpPr>
            <p:nvPr/>
          </p:nvSpPr>
          <p:spPr bwMode="auto">
            <a:xfrm>
              <a:off x="3888" y="801"/>
              <a:ext cx="1104" cy="3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70000"/>
                </a:lnSpc>
                <a:spcBef>
                  <a:spcPct val="50000"/>
                </a:spcBef>
              </a:pPr>
              <a:r>
                <a:rPr lang="en-US" sz="1600" u="none"/>
                <a:t>1-5-1, 2-4-3-2</a:t>
              </a:r>
            </a:p>
            <a:p>
              <a:pPr algn="ctr" eaLnBrk="1" hangingPunct="1">
                <a:lnSpc>
                  <a:spcPct val="70000"/>
                </a:lnSpc>
                <a:spcBef>
                  <a:spcPct val="50000"/>
                </a:spcBef>
              </a:pPr>
              <a:r>
                <a:rPr lang="en-US" sz="1600" u="none">
                  <a:solidFill>
                    <a:srgbClr val="CC3399"/>
                  </a:solidFill>
                </a:rPr>
                <a:t>Z = 165</a:t>
              </a:r>
            </a:p>
          </p:txBody>
        </p:sp>
      </p:grpSp>
      <p:grpSp>
        <p:nvGrpSpPr>
          <p:cNvPr id="7" name="Group 94"/>
          <p:cNvGrpSpPr>
            <a:grpSpLocks/>
          </p:cNvGrpSpPr>
          <p:nvPr/>
        </p:nvGrpSpPr>
        <p:grpSpPr bwMode="auto">
          <a:xfrm>
            <a:off x="7315200" y="2743200"/>
            <a:ext cx="1752600" cy="838200"/>
            <a:chOff x="3888" y="672"/>
            <a:chExt cx="1104" cy="528"/>
          </a:xfrm>
        </p:grpSpPr>
        <p:sp>
          <p:nvSpPr>
            <p:cNvPr id="43044" name="Oval 95"/>
            <p:cNvSpPr>
              <a:spLocks noChangeArrowheads="1"/>
            </p:cNvSpPr>
            <p:nvPr/>
          </p:nvSpPr>
          <p:spPr bwMode="auto">
            <a:xfrm>
              <a:off x="3888" y="672"/>
              <a:ext cx="1104" cy="528"/>
            </a:xfrm>
            <a:prstGeom prst="ellipse">
              <a:avLst/>
            </a:prstGeom>
            <a:noFill/>
            <a:ln w="28575">
              <a:solidFill>
                <a:srgbClr val="2C8458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45" name="Text Box 96"/>
            <p:cNvSpPr txBox="1">
              <a:spLocks noChangeArrowheads="1"/>
            </p:cNvSpPr>
            <p:nvPr/>
          </p:nvSpPr>
          <p:spPr bwMode="auto">
            <a:xfrm>
              <a:off x="3888" y="801"/>
              <a:ext cx="1104" cy="3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70000"/>
                </a:lnSpc>
                <a:spcBef>
                  <a:spcPct val="50000"/>
                </a:spcBef>
              </a:pPr>
              <a:r>
                <a:rPr lang="en-US" sz="1600" u="none"/>
                <a:t>1-5-1, 2-3-4-2</a:t>
              </a:r>
            </a:p>
            <a:p>
              <a:pPr algn="ctr" eaLnBrk="1" hangingPunct="1">
                <a:lnSpc>
                  <a:spcPct val="70000"/>
                </a:lnSpc>
                <a:spcBef>
                  <a:spcPct val="50000"/>
                </a:spcBef>
              </a:pPr>
              <a:r>
                <a:rPr lang="en-US" sz="1600" u="none">
                  <a:solidFill>
                    <a:srgbClr val="CC3399"/>
                  </a:solidFill>
                </a:rPr>
                <a:t>Z = 172</a:t>
              </a:r>
            </a:p>
          </p:txBody>
        </p:sp>
      </p:grpSp>
      <p:grpSp>
        <p:nvGrpSpPr>
          <p:cNvPr id="8" name="Group 112"/>
          <p:cNvGrpSpPr>
            <a:grpSpLocks/>
          </p:cNvGrpSpPr>
          <p:nvPr/>
        </p:nvGrpSpPr>
        <p:grpSpPr bwMode="auto">
          <a:xfrm>
            <a:off x="7696200" y="1752600"/>
            <a:ext cx="1066800" cy="990600"/>
            <a:chOff x="4848" y="1104"/>
            <a:chExt cx="672" cy="624"/>
          </a:xfrm>
        </p:grpSpPr>
        <p:sp>
          <p:nvSpPr>
            <p:cNvPr id="43042" name="Line 93"/>
            <p:cNvSpPr>
              <a:spLocks noChangeShapeType="1"/>
            </p:cNvSpPr>
            <p:nvPr/>
          </p:nvSpPr>
          <p:spPr bwMode="auto">
            <a:xfrm>
              <a:off x="4848" y="1104"/>
              <a:ext cx="192" cy="624"/>
            </a:xfrm>
            <a:prstGeom prst="line">
              <a:avLst/>
            </a:prstGeom>
            <a:noFill/>
            <a:ln w="3175">
              <a:solidFill>
                <a:srgbClr val="CC3399"/>
              </a:solidFill>
              <a:round/>
              <a:headEnd/>
              <a:tailEnd/>
            </a:ln>
          </p:spPr>
          <p:txBody>
            <a:bodyPr lIns="0">
              <a:spAutoFit/>
            </a:bodyPr>
            <a:lstStyle/>
            <a:p>
              <a:endParaRPr lang="en-US"/>
            </a:p>
          </p:txBody>
        </p:sp>
        <p:sp>
          <p:nvSpPr>
            <p:cNvPr id="43043" name="Text Box 97"/>
            <p:cNvSpPr txBox="1">
              <a:spLocks noChangeArrowheads="1"/>
            </p:cNvSpPr>
            <p:nvPr/>
          </p:nvSpPr>
          <p:spPr bwMode="auto">
            <a:xfrm>
              <a:off x="4944" y="1248"/>
              <a:ext cx="5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u="none">
                  <a:solidFill>
                    <a:srgbClr val="0066CC"/>
                  </a:solidFill>
                </a:rPr>
                <a:t>X</a:t>
              </a:r>
              <a:r>
                <a:rPr lang="en-US" u="none" baseline="-25000">
                  <a:solidFill>
                    <a:srgbClr val="0066CC"/>
                  </a:solidFill>
                </a:rPr>
                <a:t>43</a:t>
              </a:r>
              <a:r>
                <a:rPr lang="en-US" u="none">
                  <a:solidFill>
                    <a:srgbClr val="0066CC"/>
                  </a:solidFill>
                </a:rPr>
                <a:t> </a:t>
              </a:r>
              <a:r>
                <a:rPr lang="en-US" u="none">
                  <a:solidFill>
                    <a:srgbClr val="0066CC"/>
                  </a:solidFill>
                  <a:cs typeface="Arial" charset="0"/>
                </a:rPr>
                <a:t>=</a:t>
              </a:r>
              <a:r>
                <a:rPr lang="en-US" u="none">
                  <a:solidFill>
                    <a:srgbClr val="0066CC"/>
                  </a:solidFill>
                </a:rPr>
                <a:t> 0</a:t>
              </a:r>
            </a:p>
          </p:txBody>
        </p:sp>
      </p:grpSp>
      <p:grpSp>
        <p:nvGrpSpPr>
          <p:cNvPr id="9" name="Group 100"/>
          <p:cNvGrpSpPr>
            <a:grpSpLocks/>
          </p:cNvGrpSpPr>
          <p:nvPr/>
        </p:nvGrpSpPr>
        <p:grpSpPr bwMode="auto">
          <a:xfrm>
            <a:off x="4876800" y="4648200"/>
            <a:ext cx="1752600" cy="838200"/>
            <a:chOff x="3888" y="672"/>
            <a:chExt cx="1104" cy="528"/>
          </a:xfrm>
        </p:grpSpPr>
        <p:sp>
          <p:nvSpPr>
            <p:cNvPr id="43040" name="Oval 101"/>
            <p:cNvSpPr>
              <a:spLocks noChangeArrowheads="1"/>
            </p:cNvSpPr>
            <p:nvPr/>
          </p:nvSpPr>
          <p:spPr bwMode="auto">
            <a:xfrm>
              <a:off x="3888" y="672"/>
              <a:ext cx="1104" cy="528"/>
            </a:xfrm>
            <a:prstGeom prst="ellipse">
              <a:avLst/>
            </a:prstGeom>
            <a:noFill/>
            <a:ln w="28575">
              <a:solidFill>
                <a:srgbClr val="2C8458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41" name="Text Box 102"/>
            <p:cNvSpPr txBox="1">
              <a:spLocks noChangeArrowheads="1"/>
            </p:cNvSpPr>
            <p:nvPr/>
          </p:nvSpPr>
          <p:spPr bwMode="auto">
            <a:xfrm>
              <a:off x="3888" y="801"/>
              <a:ext cx="1104" cy="3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70000"/>
                </a:lnSpc>
                <a:spcBef>
                  <a:spcPct val="50000"/>
                </a:spcBef>
              </a:pPr>
              <a:r>
                <a:rPr lang="en-US" sz="1600" u="none"/>
                <a:t>1-2-4-3-5-1</a:t>
              </a:r>
            </a:p>
            <a:p>
              <a:pPr algn="ctr" eaLnBrk="1" hangingPunct="1">
                <a:lnSpc>
                  <a:spcPct val="70000"/>
                </a:lnSpc>
                <a:spcBef>
                  <a:spcPct val="50000"/>
                </a:spcBef>
              </a:pPr>
              <a:r>
                <a:rPr lang="en-US" sz="1600" u="none">
                  <a:solidFill>
                    <a:srgbClr val="CC3399"/>
                  </a:solidFill>
                </a:rPr>
                <a:t>Z = 180</a:t>
              </a:r>
            </a:p>
          </p:txBody>
        </p:sp>
      </p:grpSp>
      <p:grpSp>
        <p:nvGrpSpPr>
          <p:cNvPr id="10" name="Group 103"/>
          <p:cNvGrpSpPr>
            <a:grpSpLocks/>
          </p:cNvGrpSpPr>
          <p:nvPr/>
        </p:nvGrpSpPr>
        <p:grpSpPr bwMode="auto">
          <a:xfrm>
            <a:off x="6858000" y="4648200"/>
            <a:ext cx="1752600" cy="838200"/>
            <a:chOff x="3888" y="672"/>
            <a:chExt cx="1104" cy="528"/>
          </a:xfrm>
        </p:grpSpPr>
        <p:sp>
          <p:nvSpPr>
            <p:cNvPr id="43038" name="Oval 104"/>
            <p:cNvSpPr>
              <a:spLocks noChangeArrowheads="1"/>
            </p:cNvSpPr>
            <p:nvPr/>
          </p:nvSpPr>
          <p:spPr bwMode="auto">
            <a:xfrm>
              <a:off x="3888" y="672"/>
              <a:ext cx="1104" cy="528"/>
            </a:xfrm>
            <a:prstGeom prst="ellipse">
              <a:avLst/>
            </a:prstGeom>
            <a:noFill/>
            <a:ln w="28575">
              <a:solidFill>
                <a:srgbClr val="2C8458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39" name="Text Box 105"/>
            <p:cNvSpPr txBox="1">
              <a:spLocks noChangeArrowheads="1"/>
            </p:cNvSpPr>
            <p:nvPr/>
          </p:nvSpPr>
          <p:spPr bwMode="auto">
            <a:xfrm>
              <a:off x="3888" y="801"/>
              <a:ext cx="1104" cy="3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70000"/>
                </a:lnSpc>
                <a:spcBef>
                  <a:spcPct val="50000"/>
                </a:spcBef>
              </a:pPr>
              <a:r>
                <a:rPr lang="en-US" sz="1600" u="none"/>
                <a:t>1-5-4-3-2-1</a:t>
              </a:r>
            </a:p>
            <a:p>
              <a:pPr algn="ctr" eaLnBrk="1" hangingPunct="1">
                <a:lnSpc>
                  <a:spcPct val="70000"/>
                </a:lnSpc>
                <a:spcBef>
                  <a:spcPct val="50000"/>
                </a:spcBef>
              </a:pPr>
              <a:r>
                <a:rPr lang="en-US" sz="1600" u="none">
                  <a:solidFill>
                    <a:srgbClr val="CC3399"/>
                  </a:solidFill>
                </a:rPr>
                <a:t>Z = 171</a:t>
              </a:r>
            </a:p>
          </p:txBody>
        </p:sp>
      </p:grpSp>
      <p:grpSp>
        <p:nvGrpSpPr>
          <p:cNvPr id="11" name="Group 113"/>
          <p:cNvGrpSpPr>
            <a:grpSpLocks/>
          </p:cNvGrpSpPr>
          <p:nvPr/>
        </p:nvGrpSpPr>
        <p:grpSpPr bwMode="auto">
          <a:xfrm>
            <a:off x="4724400" y="3581400"/>
            <a:ext cx="990600" cy="1066800"/>
            <a:chOff x="2976" y="2256"/>
            <a:chExt cx="624" cy="672"/>
          </a:xfrm>
        </p:grpSpPr>
        <p:sp>
          <p:nvSpPr>
            <p:cNvPr id="43036" name="Line 98"/>
            <p:cNvSpPr>
              <a:spLocks noChangeShapeType="1"/>
            </p:cNvSpPr>
            <p:nvPr/>
          </p:nvSpPr>
          <p:spPr bwMode="auto">
            <a:xfrm>
              <a:off x="3600" y="2256"/>
              <a:ext cx="0" cy="672"/>
            </a:xfrm>
            <a:prstGeom prst="line">
              <a:avLst/>
            </a:prstGeom>
            <a:noFill/>
            <a:ln w="3175">
              <a:solidFill>
                <a:srgbClr val="CC3399"/>
              </a:solidFill>
              <a:round/>
              <a:headEnd/>
              <a:tailEnd/>
            </a:ln>
          </p:spPr>
          <p:txBody>
            <a:bodyPr lIns="0">
              <a:spAutoFit/>
            </a:bodyPr>
            <a:lstStyle/>
            <a:p>
              <a:endParaRPr lang="en-US"/>
            </a:p>
          </p:txBody>
        </p:sp>
        <p:sp>
          <p:nvSpPr>
            <p:cNvPr id="43037" name="Text Box 108"/>
            <p:cNvSpPr txBox="1">
              <a:spLocks noChangeArrowheads="1"/>
            </p:cNvSpPr>
            <p:nvPr/>
          </p:nvSpPr>
          <p:spPr bwMode="auto">
            <a:xfrm>
              <a:off x="2976" y="2457"/>
              <a:ext cx="5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u="none">
                  <a:solidFill>
                    <a:srgbClr val="0066CC"/>
                  </a:solidFill>
                </a:rPr>
                <a:t>X</a:t>
              </a:r>
              <a:r>
                <a:rPr lang="en-US" u="none" baseline="-25000">
                  <a:solidFill>
                    <a:srgbClr val="0066CC"/>
                  </a:solidFill>
                </a:rPr>
                <a:t>15</a:t>
              </a:r>
              <a:r>
                <a:rPr lang="en-US" u="none">
                  <a:solidFill>
                    <a:srgbClr val="0066CC"/>
                  </a:solidFill>
                </a:rPr>
                <a:t> </a:t>
              </a:r>
              <a:r>
                <a:rPr lang="en-US" u="none">
                  <a:solidFill>
                    <a:srgbClr val="0066CC"/>
                  </a:solidFill>
                  <a:cs typeface="Arial" charset="0"/>
                </a:rPr>
                <a:t>=</a:t>
              </a:r>
              <a:r>
                <a:rPr lang="en-US" u="none">
                  <a:solidFill>
                    <a:srgbClr val="0066CC"/>
                  </a:solidFill>
                </a:rPr>
                <a:t> 0</a:t>
              </a:r>
            </a:p>
          </p:txBody>
        </p:sp>
      </p:grpSp>
      <p:grpSp>
        <p:nvGrpSpPr>
          <p:cNvPr id="12" name="Group 114"/>
          <p:cNvGrpSpPr>
            <a:grpSpLocks/>
          </p:cNvGrpSpPr>
          <p:nvPr/>
        </p:nvGrpSpPr>
        <p:grpSpPr bwMode="auto">
          <a:xfrm>
            <a:off x="6248400" y="3505200"/>
            <a:ext cx="1752600" cy="1143000"/>
            <a:chOff x="3936" y="2208"/>
            <a:chExt cx="1104" cy="720"/>
          </a:xfrm>
        </p:grpSpPr>
        <p:sp>
          <p:nvSpPr>
            <p:cNvPr id="43034" name="Line 107"/>
            <p:cNvSpPr>
              <a:spLocks noChangeShapeType="1"/>
            </p:cNvSpPr>
            <p:nvPr/>
          </p:nvSpPr>
          <p:spPr bwMode="auto">
            <a:xfrm>
              <a:off x="3936" y="2208"/>
              <a:ext cx="912" cy="720"/>
            </a:xfrm>
            <a:prstGeom prst="line">
              <a:avLst/>
            </a:prstGeom>
            <a:noFill/>
            <a:ln w="3175">
              <a:solidFill>
                <a:srgbClr val="CC3399"/>
              </a:solidFill>
              <a:round/>
              <a:headEnd/>
              <a:tailEnd/>
            </a:ln>
          </p:spPr>
          <p:txBody>
            <a:bodyPr lIns="0">
              <a:spAutoFit/>
            </a:bodyPr>
            <a:lstStyle/>
            <a:p>
              <a:endParaRPr lang="en-US"/>
            </a:p>
          </p:txBody>
        </p:sp>
        <p:sp>
          <p:nvSpPr>
            <p:cNvPr id="43035" name="Text Box 109"/>
            <p:cNvSpPr txBox="1">
              <a:spLocks noChangeArrowheads="1"/>
            </p:cNvSpPr>
            <p:nvPr/>
          </p:nvSpPr>
          <p:spPr bwMode="auto">
            <a:xfrm>
              <a:off x="4464" y="2448"/>
              <a:ext cx="5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u="none">
                  <a:solidFill>
                    <a:srgbClr val="0066CC"/>
                  </a:solidFill>
                </a:rPr>
                <a:t>X</a:t>
              </a:r>
              <a:r>
                <a:rPr lang="en-US" u="none" baseline="-25000">
                  <a:solidFill>
                    <a:srgbClr val="0066CC"/>
                  </a:solidFill>
                </a:rPr>
                <a:t>51</a:t>
              </a:r>
              <a:r>
                <a:rPr lang="en-US" u="none">
                  <a:solidFill>
                    <a:srgbClr val="0066CC"/>
                  </a:solidFill>
                </a:rPr>
                <a:t> </a:t>
              </a:r>
              <a:r>
                <a:rPr lang="en-US" u="none">
                  <a:solidFill>
                    <a:srgbClr val="0066CC"/>
                  </a:solidFill>
                  <a:cs typeface="Arial" charset="0"/>
                </a:rPr>
                <a:t>=</a:t>
              </a:r>
              <a:r>
                <a:rPr lang="en-US" u="none">
                  <a:solidFill>
                    <a:srgbClr val="0066CC"/>
                  </a:solidFill>
                </a:rPr>
                <a:t> 0</a:t>
              </a:r>
            </a:p>
          </p:txBody>
        </p:sp>
      </p:grpSp>
      <p:grpSp>
        <p:nvGrpSpPr>
          <p:cNvPr id="13" name="Group 120"/>
          <p:cNvGrpSpPr>
            <a:grpSpLocks/>
          </p:cNvGrpSpPr>
          <p:nvPr/>
        </p:nvGrpSpPr>
        <p:grpSpPr bwMode="auto">
          <a:xfrm>
            <a:off x="228600" y="3886200"/>
            <a:ext cx="4495800" cy="2514600"/>
            <a:chOff x="144" y="2448"/>
            <a:chExt cx="2832" cy="1584"/>
          </a:xfrm>
        </p:grpSpPr>
        <p:sp>
          <p:nvSpPr>
            <p:cNvPr id="43031" name="Rectangle 121"/>
            <p:cNvSpPr>
              <a:spLocks noChangeArrowheads="1"/>
            </p:cNvSpPr>
            <p:nvPr/>
          </p:nvSpPr>
          <p:spPr bwMode="auto">
            <a:xfrm>
              <a:off x="144" y="2688"/>
              <a:ext cx="2688" cy="1344"/>
            </a:xfrm>
            <a:prstGeom prst="rect">
              <a:avLst/>
            </a:prstGeom>
            <a:noFill/>
            <a:ln w="3175" algn="ctr">
              <a:solidFill>
                <a:srgbClr val="CC3399"/>
              </a:solidFill>
              <a:miter lim="800000"/>
              <a:headEnd/>
              <a:tailEnd/>
            </a:ln>
          </p:spPr>
          <p:txBody>
            <a:bodyPr l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43032" name="Rectangle 122"/>
            <p:cNvSpPr>
              <a:spLocks noChangeArrowheads="1"/>
            </p:cNvSpPr>
            <p:nvPr/>
          </p:nvSpPr>
          <p:spPr bwMode="auto">
            <a:xfrm>
              <a:off x="242" y="2736"/>
              <a:ext cx="2734" cy="1271"/>
            </a:xfrm>
            <a:prstGeom prst="rect">
              <a:avLst/>
            </a:prstGeom>
            <a:noFill/>
            <a:ln w="3175" algn="ctr">
              <a:noFill/>
              <a:miter lim="800000"/>
              <a:headEnd/>
              <a:tailEnd/>
            </a:ln>
          </p:spPr>
          <p:txBody>
            <a:bodyPr lIns="0">
              <a:spAutoFit/>
            </a:bodyPr>
            <a:lstStyle/>
            <a:p>
              <a:pPr marL="63500">
                <a:spcBef>
                  <a:spcPct val="50000"/>
                </a:spcBef>
              </a:pPr>
              <a:r>
                <a:rPr lang="en-US" u="none">
                  <a:cs typeface="Arial" charset="0"/>
                </a:rPr>
                <a:t>×</a:t>
              </a:r>
              <a:r>
                <a:rPr lang="en-US" u="none"/>
                <a:t>	31	90	48	</a:t>
              </a:r>
              <a:r>
                <a:rPr lang="en-US" u="none">
                  <a:solidFill>
                    <a:srgbClr val="0066CC"/>
                  </a:solidFill>
                </a:rPr>
                <a:t>24</a:t>
              </a:r>
            </a:p>
            <a:p>
              <a:pPr marL="63500">
                <a:spcBef>
                  <a:spcPct val="50000"/>
                </a:spcBef>
              </a:pPr>
              <a:r>
                <a:rPr lang="en-US" u="none"/>
                <a:t>31	 × 	</a:t>
              </a:r>
              <a:r>
                <a:rPr lang="en-US" u="none">
                  <a:solidFill>
                    <a:srgbClr val="0066CC"/>
                  </a:solidFill>
                </a:rPr>
                <a:t>66</a:t>
              </a:r>
              <a:r>
                <a:rPr lang="en-US" u="none"/>
                <a:t>	26	35</a:t>
              </a:r>
            </a:p>
            <a:p>
              <a:pPr marL="63500">
                <a:spcBef>
                  <a:spcPct val="50000"/>
                </a:spcBef>
              </a:pPr>
              <a:r>
                <a:rPr lang="en-US" u="none"/>
                <a:t>90	59	 × 	</a:t>
              </a:r>
              <a:r>
                <a:rPr lang="en-US" u="none">
                  <a:solidFill>
                    <a:srgbClr val="0066CC"/>
                  </a:solidFill>
                </a:rPr>
                <a:t>32 </a:t>
              </a:r>
              <a:r>
                <a:rPr lang="en-US" u="none"/>
                <a:t>	67</a:t>
              </a:r>
            </a:p>
            <a:p>
              <a:pPr marL="63500">
                <a:spcBef>
                  <a:spcPct val="50000"/>
                </a:spcBef>
              </a:pPr>
              <a:r>
                <a:rPr lang="en-US" u="none"/>
                <a:t>48	</a:t>
              </a:r>
              <a:r>
                <a:rPr lang="en-US" u="none">
                  <a:solidFill>
                    <a:srgbClr val="0066CC"/>
                  </a:solidFill>
                </a:rPr>
                <a:t>26</a:t>
              </a:r>
              <a:r>
                <a:rPr lang="en-US" u="none"/>
                <a:t>	 </a:t>
              </a:r>
              <a:r>
                <a:rPr lang="en-US" u="none">
                  <a:solidFill>
                    <a:srgbClr val="CC3399"/>
                  </a:solidFill>
                </a:rPr>
                <a:t>×</a:t>
              </a:r>
              <a:r>
                <a:rPr lang="en-US" u="none"/>
                <a:t> 	 × 	25</a:t>
              </a:r>
            </a:p>
            <a:p>
              <a:pPr marL="63500">
                <a:spcBef>
                  <a:spcPct val="50000"/>
                </a:spcBef>
              </a:pPr>
              <a:r>
                <a:rPr lang="en-US" u="none">
                  <a:solidFill>
                    <a:srgbClr val="0066CC"/>
                  </a:solidFill>
                </a:rPr>
                <a:t>24</a:t>
              </a:r>
              <a:r>
                <a:rPr lang="en-US" u="none"/>
                <a:t>	35	67	25	 ×</a:t>
              </a:r>
            </a:p>
          </p:txBody>
        </p:sp>
        <p:sp>
          <p:nvSpPr>
            <p:cNvPr id="43033" name="Text Box 123"/>
            <p:cNvSpPr txBox="1">
              <a:spLocks noChangeArrowheads="1"/>
            </p:cNvSpPr>
            <p:nvPr/>
          </p:nvSpPr>
          <p:spPr bwMode="auto">
            <a:xfrm>
              <a:off x="816" y="2448"/>
              <a:ext cx="1296" cy="231"/>
            </a:xfrm>
            <a:prstGeom prst="rect">
              <a:avLst/>
            </a:prstGeom>
            <a:noFill/>
            <a:ln w="3175" algn="ctr">
              <a:noFill/>
              <a:miter lim="800000"/>
              <a:headEnd/>
              <a:tailEnd/>
            </a:ln>
          </p:spPr>
          <p:txBody>
            <a:bodyPr lIns="0">
              <a:spAutoFit/>
            </a:bodyPr>
            <a:lstStyle/>
            <a:p>
              <a:pPr marL="228600">
                <a:spcBef>
                  <a:spcPct val="50000"/>
                </a:spcBef>
              </a:pPr>
              <a:r>
                <a:rPr lang="en-US" u="none"/>
                <a:t>Total cost = </a:t>
              </a:r>
              <a:r>
                <a:rPr lang="en-US" u="none">
                  <a:solidFill>
                    <a:srgbClr val="CC3399"/>
                  </a:solidFill>
                </a:rPr>
                <a:t>172</a:t>
              </a:r>
            </a:p>
          </p:txBody>
        </p:sp>
      </p:grpSp>
      <p:grpSp>
        <p:nvGrpSpPr>
          <p:cNvPr id="14" name="Group 124"/>
          <p:cNvGrpSpPr>
            <a:grpSpLocks/>
          </p:cNvGrpSpPr>
          <p:nvPr/>
        </p:nvGrpSpPr>
        <p:grpSpPr bwMode="auto">
          <a:xfrm>
            <a:off x="228600" y="3886200"/>
            <a:ext cx="4495800" cy="2514600"/>
            <a:chOff x="144" y="2448"/>
            <a:chExt cx="2832" cy="1584"/>
          </a:xfrm>
        </p:grpSpPr>
        <p:sp>
          <p:nvSpPr>
            <p:cNvPr id="43028" name="Rectangle 125"/>
            <p:cNvSpPr>
              <a:spLocks noChangeArrowheads="1"/>
            </p:cNvSpPr>
            <p:nvPr/>
          </p:nvSpPr>
          <p:spPr bwMode="auto">
            <a:xfrm>
              <a:off x="144" y="2688"/>
              <a:ext cx="2688" cy="1344"/>
            </a:xfrm>
            <a:prstGeom prst="rect">
              <a:avLst/>
            </a:prstGeom>
            <a:noFill/>
            <a:ln w="3175" algn="ctr">
              <a:solidFill>
                <a:srgbClr val="CC3399"/>
              </a:solidFill>
              <a:miter lim="800000"/>
              <a:headEnd/>
              <a:tailEnd/>
            </a:ln>
          </p:spPr>
          <p:txBody>
            <a:bodyPr l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43029" name="Rectangle 126"/>
            <p:cNvSpPr>
              <a:spLocks noChangeArrowheads="1"/>
            </p:cNvSpPr>
            <p:nvPr/>
          </p:nvSpPr>
          <p:spPr bwMode="auto">
            <a:xfrm>
              <a:off x="242" y="2736"/>
              <a:ext cx="2734" cy="1271"/>
            </a:xfrm>
            <a:prstGeom prst="rect">
              <a:avLst/>
            </a:prstGeom>
            <a:noFill/>
            <a:ln w="3175" algn="ctr">
              <a:noFill/>
              <a:miter lim="800000"/>
              <a:headEnd/>
              <a:tailEnd/>
            </a:ln>
          </p:spPr>
          <p:txBody>
            <a:bodyPr lIns="0">
              <a:spAutoFit/>
            </a:bodyPr>
            <a:lstStyle/>
            <a:p>
              <a:pPr marL="63500">
                <a:spcBef>
                  <a:spcPct val="50000"/>
                </a:spcBef>
              </a:pPr>
              <a:r>
                <a:rPr lang="en-US" u="none">
                  <a:cs typeface="Arial" charset="0"/>
                </a:rPr>
                <a:t>×</a:t>
              </a:r>
              <a:r>
                <a:rPr lang="en-US" u="none"/>
                <a:t>	</a:t>
              </a:r>
              <a:r>
                <a:rPr lang="en-US" u="none">
                  <a:solidFill>
                    <a:srgbClr val="0066CC"/>
                  </a:solidFill>
                </a:rPr>
                <a:t>31</a:t>
              </a:r>
              <a:r>
                <a:rPr lang="en-US" u="none"/>
                <a:t>	90	48	 </a:t>
              </a:r>
              <a:r>
                <a:rPr lang="en-US" u="none">
                  <a:solidFill>
                    <a:srgbClr val="CC3399"/>
                  </a:solidFill>
                </a:rPr>
                <a:t>×</a:t>
              </a:r>
            </a:p>
            <a:p>
              <a:pPr marL="63500">
                <a:spcBef>
                  <a:spcPct val="50000"/>
                </a:spcBef>
              </a:pPr>
              <a:r>
                <a:rPr lang="en-US" u="none"/>
                <a:t>31	 × 	66	</a:t>
              </a:r>
              <a:r>
                <a:rPr lang="en-US" u="none">
                  <a:solidFill>
                    <a:srgbClr val="0066CC"/>
                  </a:solidFill>
                </a:rPr>
                <a:t>26</a:t>
              </a:r>
              <a:r>
                <a:rPr lang="en-US" u="none"/>
                <a:t>	35</a:t>
              </a:r>
            </a:p>
            <a:p>
              <a:pPr marL="63500">
                <a:spcBef>
                  <a:spcPct val="50000"/>
                </a:spcBef>
              </a:pPr>
              <a:r>
                <a:rPr lang="en-US" u="none"/>
                <a:t>90	59	 × 	 </a:t>
              </a:r>
              <a:r>
                <a:rPr lang="en-US" u="none">
                  <a:solidFill>
                    <a:srgbClr val="CC3399"/>
                  </a:solidFill>
                </a:rPr>
                <a:t>×</a:t>
              </a:r>
              <a:r>
                <a:rPr lang="en-US" u="none"/>
                <a:t> 	</a:t>
              </a:r>
              <a:r>
                <a:rPr lang="en-US" u="none">
                  <a:solidFill>
                    <a:srgbClr val="0066CC"/>
                  </a:solidFill>
                </a:rPr>
                <a:t>67</a:t>
              </a:r>
            </a:p>
            <a:p>
              <a:pPr marL="63500">
                <a:spcBef>
                  <a:spcPct val="50000"/>
                </a:spcBef>
              </a:pPr>
              <a:r>
                <a:rPr lang="en-US" u="none"/>
                <a:t>48	26	</a:t>
              </a:r>
              <a:r>
                <a:rPr lang="en-US" u="none">
                  <a:solidFill>
                    <a:srgbClr val="0066CC"/>
                  </a:solidFill>
                </a:rPr>
                <a:t>32</a:t>
              </a:r>
              <a:r>
                <a:rPr lang="en-US" u="none"/>
                <a:t> 	 × 	25</a:t>
              </a:r>
            </a:p>
            <a:p>
              <a:pPr marL="63500">
                <a:spcBef>
                  <a:spcPct val="50000"/>
                </a:spcBef>
              </a:pPr>
              <a:r>
                <a:rPr lang="en-US" u="none">
                  <a:solidFill>
                    <a:srgbClr val="0066CC"/>
                  </a:solidFill>
                </a:rPr>
                <a:t>24</a:t>
              </a:r>
              <a:r>
                <a:rPr lang="en-US" u="none"/>
                <a:t>	35	67	25	 ×</a:t>
              </a:r>
            </a:p>
          </p:txBody>
        </p:sp>
        <p:sp>
          <p:nvSpPr>
            <p:cNvPr id="43030" name="Text Box 127"/>
            <p:cNvSpPr txBox="1">
              <a:spLocks noChangeArrowheads="1"/>
            </p:cNvSpPr>
            <p:nvPr/>
          </p:nvSpPr>
          <p:spPr bwMode="auto">
            <a:xfrm>
              <a:off x="816" y="2448"/>
              <a:ext cx="1296" cy="231"/>
            </a:xfrm>
            <a:prstGeom prst="rect">
              <a:avLst/>
            </a:prstGeom>
            <a:noFill/>
            <a:ln w="3175" algn="ctr">
              <a:noFill/>
              <a:miter lim="800000"/>
              <a:headEnd/>
              <a:tailEnd/>
            </a:ln>
          </p:spPr>
          <p:txBody>
            <a:bodyPr lIns="0">
              <a:spAutoFit/>
            </a:bodyPr>
            <a:lstStyle/>
            <a:p>
              <a:pPr marL="228600">
                <a:spcBef>
                  <a:spcPct val="50000"/>
                </a:spcBef>
              </a:pPr>
              <a:r>
                <a:rPr lang="en-US" u="none"/>
                <a:t>Total cost = </a:t>
              </a:r>
              <a:r>
                <a:rPr lang="en-US" u="none">
                  <a:solidFill>
                    <a:srgbClr val="CC3399"/>
                  </a:solidFill>
                </a:rPr>
                <a:t>180</a:t>
              </a:r>
            </a:p>
          </p:txBody>
        </p:sp>
      </p:grpSp>
      <p:grpSp>
        <p:nvGrpSpPr>
          <p:cNvPr id="15" name="Group 128"/>
          <p:cNvGrpSpPr>
            <a:grpSpLocks/>
          </p:cNvGrpSpPr>
          <p:nvPr/>
        </p:nvGrpSpPr>
        <p:grpSpPr bwMode="auto">
          <a:xfrm>
            <a:off x="228600" y="3886200"/>
            <a:ext cx="4495800" cy="2514600"/>
            <a:chOff x="144" y="2448"/>
            <a:chExt cx="2832" cy="1584"/>
          </a:xfrm>
        </p:grpSpPr>
        <p:sp>
          <p:nvSpPr>
            <p:cNvPr id="43025" name="Rectangle 129"/>
            <p:cNvSpPr>
              <a:spLocks noChangeArrowheads="1"/>
            </p:cNvSpPr>
            <p:nvPr/>
          </p:nvSpPr>
          <p:spPr bwMode="auto">
            <a:xfrm>
              <a:off x="144" y="2688"/>
              <a:ext cx="2688" cy="1344"/>
            </a:xfrm>
            <a:prstGeom prst="rect">
              <a:avLst/>
            </a:prstGeom>
            <a:noFill/>
            <a:ln w="3175" algn="ctr">
              <a:solidFill>
                <a:srgbClr val="CC3399"/>
              </a:solidFill>
              <a:miter lim="800000"/>
              <a:headEnd/>
              <a:tailEnd/>
            </a:ln>
          </p:spPr>
          <p:txBody>
            <a:bodyPr l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43026" name="Rectangle 130"/>
            <p:cNvSpPr>
              <a:spLocks noChangeArrowheads="1"/>
            </p:cNvSpPr>
            <p:nvPr/>
          </p:nvSpPr>
          <p:spPr bwMode="auto">
            <a:xfrm>
              <a:off x="242" y="2736"/>
              <a:ext cx="2734" cy="1271"/>
            </a:xfrm>
            <a:prstGeom prst="rect">
              <a:avLst/>
            </a:prstGeom>
            <a:noFill/>
            <a:ln w="3175" algn="ctr">
              <a:noFill/>
              <a:miter lim="800000"/>
              <a:headEnd/>
              <a:tailEnd/>
            </a:ln>
          </p:spPr>
          <p:txBody>
            <a:bodyPr lIns="0">
              <a:spAutoFit/>
            </a:bodyPr>
            <a:lstStyle/>
            <a:p>
              <a:pPr marL="63500">
                <a:spcBef>
                  <a:spcPct val="50000"/>
                </a:spcBef>
              </a:pPr>
              <a:r>
                <a:rPr lang="en-US" u="none">
                  <a:cs typeface="Arial" charset="0"/>
                </a:rPr>
                <a:t>×</a:t>
              </a:r>
              <a:r>
                <a:rPr lang="en-US" u="none"/>
                <a:t>	31	90	48	 </a:t>
              </a:r>
              <a:r>
                <a:rPr lang="en-US" u="none">
                  <a:solidFill>
                    <a:srgbClr val="0070C0"/>
                  </a:solidFill>
                </a:rPr>
                <a:t>24</a:t>
              </a:r>
            </a:p>
            <a:p>
              <a:pPr marL="63500">
                <a:spcBef>
                  <a:spcPct val="50000"/>
                </a:spcBef>
              </a:pPr>
              <a:r>
                <a:rPr lang="en-US" u="none">
                  <a:solidFill>
                    <a:srgbClr val="0066CC"/>
                  </a:solidFill>
                </a:rPr>
                <a:t>31</a:t>
              </a:r>
              <a:r>
                <a:rPr lang="en-US" u="none"/>
                <a:t>	 × 	66	26	35</a:t>
              </a:r>
            </a:p>
            <a:p>
              <a:pPr marL="63500">
                <a:spcBef>
                  <a:spcPct val="50000"/>
                </a:spcBef>
              </a:pPr>
              <a:r>
                <a:rPr lang="en-US" u="none"/>
                <a:t>90	</a:t>
              </a:r>
              <a:r>
                <a:rPr lang="en-US" u="none">
                  <a:solidFill>
                    <a:srgbClr val="0066CC"/>
                  </a:solidFill>
                </a:rPr>
                <a:t>59</a:t>
              </a:r>
              <a:r>
                <a:rPr lang="en-US" u="none"/>
                <a:t>	 × 	 </a:t>
              </a:r>
              <a:r>
                <a:rPr lang="en-US" u="none">
                  <a:solidFill>
                    <a:srgbClr val="CC3399"/>
                  </a:solidFill>
                </a:rPr>
                <a:t>×</a:t>
              </a:r>
              <a:r>
                <a:rPr lang="en-US" u="none"/>
                <a:t> 	67</a:t>
              </a:r>
            </a:p>
            <a:p>
              <a:pPr marL="63500">
                <a:spcBef>
                  <a:spcPct val="50000"/>
                </a:spcBef>
              </a:pPr>
              <a:r>
                <a:rPr lang="en-US" u="none"/>
                <a:t>48	26	</a:t>
              </a:r>
              <a:r>
                <a:rPr lang="en-US" u="none">
                  <a:solidFill>
                    <a:srgbClr val="0066CC"/>
                  </a:solidFill>
                </a:rPr>
                <a:t>32</a:t>
              </a:r>
              <a:r>
                <a:rPr lang="en-US" u="none"/>
                <a:t> 	 × 	25</a:t>
              </a:r>
            </a:p>
            <a:p>
              <a:pPr marL="63500">
                <a:spcBef>
                  <a:spcPct val="50000"/>
                </a:spcBef>
              </a:pPr>
              <a:r>
                <a:rPr lang="en-US" u="none">
                  <a:solidFill>
                    <a:srgbClr val="CC3399"/>
                  </a:solidFill>
                </a:rPr>
                <a:t> × </a:t>
              </a:r>
              <a:r>
                <a:rPr lang="en-US" u="none"/>
                <a:t>	35	67	</a:t>
              </a:r>
              <a:r>
                <a:rPr lang="en-US" u="none">
                  <a:solidFill>
                    <a:srgbClr val="0070C0"/>
                  </a:solidFill>
                </a:rPr>
                <a:t>25</a:t>
              </a:r>
              <a:r>
                <a:rPr lang="en-US" u="none"/>
                <a:t>	 ×</a:t>
              </a:r>
            </a:p>
          </p:txBody>
        </p:sp>
        <p:sp>
          <p:nvSpPr>
            <p:cNvPr id="43027" name="Text Box 131"/>
            <p:cNvSpPr txBox="1">
              <a:spLocks noChangeArrowheads="1"/>
            </p:cNvSpPr>
            <p:nvPr/>
          </p:nvSpPr>
          <p:spPr bwMode="auto">
            <a:xfrm>
              <a:off x="816" y="2448"/>
              <a:ext cx="1296" cy="231"/>
            </a:xfrm>
            <a:prstGeom prst="rect">
              <a:avLst/>
            </a:prstGeom>
            <a:noFill/>
            <a:ln w="3175" algn="ctr">
              <a:noFill/>
              <a:miter lim="800000"/>
              <a:headEnd/>
              <a:tailEnd/>
            </a:ln>
          </p:spPr>
          <p:txBody>
            <a:bodyPr lIns="0">
              <a:spAutoFit/>
            </a:bodyPr>
            <a:lstStyle/>
            <a:p>
              <a:pPr marL="228600">
                <a:spcBef>
                  <a:spcPct val="50000"/>
                </a:spcBef>
              </a:pPr>
              <a:r>
                <a:rPr lang="en-US" u="none"/>
                <a:t>Total cost = </a:t>
              </a:r>
              <a:r>
                <a:rPr lang="en-US" u="none">
                  <a:solidFill>
                    <a:srgbClr val="CC3399"/>
                  </a:solidFill>
                </a:rPr>
                <a:t>171</a:t>
              </a:r>
            </a:p>
          </p:txBody>
        </p:sp>
      </p:grpSp>
      <p:sp>
        <p:nvSpPr>
          <p:cNvPr id="16" name="Text Box 33">
            <a:extLst>
              <a:ext uri="{FF2B5EF4-FFF2-40B4-BE49-F238E27FC236}">
                <a16:creationId xmlns:a16="http://schemas.microsoft.com/office/drawing/2014/main" id="{811F8F03-7214-39D2-447F-162B109584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0700" y="5438776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CC3399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</a:t>
            </a:r>
          </a:p>
        </p:txBody>
      </p:sp>
      <p:sp>
        <p:nvSpPr>
          <p:cNvPr id="17" name="Line 36">
            <a:extLst>
              <a:ext uri="{FF2B5EF4-FFF2-40B4-BE49-F238E27FC236}">
                <a16:creationId xmlns:a16="http://schemas.microsoft.com/office/drawing/2014/main" id="{C6D20FD8-4BEF-61BB-57D7-F125A8CDBF14}"/>
              </a:ext>
            </a:extLst>
          </p:cNvPr>
          <p:cNvSpPr>
            <a:spLocks noChangeShapeType="1"/>
          </p:cNvSpPr>
          <p:nvPr/>
        </p:nvSpPr>
        <p:spPr bwMode="auto">
          <a:xfrm>
            <a:off x="5067300" y="4662488"/>
            <a:ext cx="1295400" cy="914400"/>
          </a:xfrm>
          <a:prstGeom prst="line">
            <a:avLst/>
          </a:prstGeom>
          <a:noFill/>
          <a:ln w="3175">
            <a:solidFill>
              <a:srgbClr val="0066CC"/>
            </a:solidFill>
            <a:round/>
            <a:headEnd/>
            <a:tailEnd/>
          </a:ln>
        </p:spPr>
        <p:txBody>
          <a:bodyPr l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8" name="Text Box 33">
            <a:extLst>
              <a:ext uri="{FF2B5EF4-FFF2-40B4-BE49-F238E27FC236}">
                <a16:creationId xmlns:a16="http://schemas.microsoft.com/office/drawing/2014/main" id="{C00D0153-C01A-40C0-6D3D-57962F2FC3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81900" y="5472112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CC3399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</a:t>
            </a:r>
          </a:p>
        </p:txBody>
      </p:sp>
      <p:sp>
        <p:nvSpPr>
          <p:cNvPr id="19" name="Line 36">
            <a:extLst>
              <a:ext uri="{FF2B5EF4-FFF2-40B4-BE49-F238E27FC236}">
                <a16:creationId xmlns:a16="http://schemas.microsoft.com/office/drawing/2014/main" id="{26019CA6-D717-FCF0-EAAD-C69004B88417}"/>
              </a:ext>
            </a:extLst>
          </p:cNvPr>
          <p:cNvSpPr>
            <a:spLocks noChangeShapeType="1"/>
          </p:cNvSpPr>
          <p:nvPr/>
        </p:nvSpPr>
        <p:spPr bwMode="auto">
          <a:xfrm>
            <a:off x="7048500" y="4695824"/>
            <a:ext cx="1295400" cy="914400"/>
          </a:xfrm>
          <a:prstGeom prst="line">
            <a:avLst/>
          </a:prstGeom>
          <a:noFill/>
          <a:ln w="3175">
            <a:solidFill>
              <a:srgbClr val="0066CC"/>
            </a:solidFill>
            <a:round/>
            <a:headEnd/>
            <a:tailEnd/>
          </a:ln>
        </p:spPr>
        <p:txBody>
          <a:bodyPr l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20" name="Text Box 33">
            <a:extLst>
              <a:ext uri="{FF2B5EF4-FFF2-40B4-BE49-F238E27FC236}">
                <a16:creationId xmlns:a16="http://schemas.microsoft.com/office/drawing/2014/main" id="{9AE4F40D-93E4-8709-7178-FD82F71CF2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7200" y="3555206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CC3399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</a:t>
            </a:r>
          </a:p>
        </p:txBody>
      </p:sp>
      <p:sp>
        <p:nvSpPr>
          <p:cNvPr id="21" name="Line 36">
            <a:extLst>
              <a:ext uri="{FF2B5EF4-FFF2-40B4-BE49-F238E27FC236}">
                <a16:creationId xmlns:a16="http://schemas.microsoft.com/office/drawing/2014/main" id="{68ACA517-9F4F-95B9-15D9-C91C1E361D4C}"/>
              </a:ext>
            </a:extLst>
          </p:cNvPr>
          <p:cNvSpPr>
            <a:spLocks noChangeShapeType="1"/>
          </p:cNvSpPr>
          <p:nvPr/>
        </p:nvSpPr>
        <p:spPr bwMode="auto">
          <a:xfrm>
            <a:off x="7543800" y="2778918"/>
            <a:ext cx="1295400" cy="914400"/>
          </a:xfrm>
          <a:prstGeom prst="line">
            <a:avLst/>
          </a:prstGeom>
          <a:noFill/>
          <a:ln w="3175">
            <a:solidFill>
              <a:srgbClr val="0066CC"/>
            </a:solidFill>
            <a:round/>
            <a:headEnd/>
            <a:tailEnd/>
          </a:ln>
        </p:spPr>
        <p:txBody>
          <a:bodyPr l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61A8B508-7C17-5113-EC62-53AAA41F6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"/>
          </a:xfrm>
        </p:spPr>
        <p:txBody>
          <a:bodyPr>
            <a:normAutofit/>
          </a:bodyPr>
          <a:lstStyle/>
          <a:p>
            <a:r>
              <a:rPr lang="en-US" sz="3200" dirty="0"/>
              <a:t>Example: 5-node TSP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 animBg="1"/>
      <p:bldP spid="18" grpId="0"/>
      <p:bldP spid="19" grpId="0" animBg="1"/>
      <p:bldP spid="20" grpId="0"/>
      <p:bldP spid="2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13041</TotalTime>
  <Words>849</Words>
  <Application>Microsoft Office PowerPoint</Application>
  <PresentationFormat>On-screen Show (4:3)</PresentationFormat>
  <Paragraphs>154</Paragraphs>
  <Slides>11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Palatino Linotype</vt:lpstr>
      <vt:lpstr>Times New Roman</vt:lpstr>
      <vt:lpstr>Office Theme</vt:lpstr>
      <vt:lpstr>Default Design</vt:lpstr>
      <vt:lpstr>Clip</vt:lpstr>
      <vt:lpstr>Knapsack Problem</vt:lpstr>
      <vt:lpstr>Knapsack Problem</vt:lpstr>
      <vt:lpstr>Knapsack Problem</vt:lpstr>
      <vt:lpstr>Knapsack Problem: Example</vt:lpstr>
      <vt:lpstr>Bin Packing Problem</vt:lpstr>
      <vt:lpstr>Bin Packing Heuristic</vt:lpstr>
      <vt:lpstr>PowerPoint Presentation</vt:lpstr>
      <vt:lpstr>Travelling Salesman Problem</vt:lpstr>
      <vt:lpstr>PowerPoint Presentation</vt:lpstr>
      <vt:lpstr>Branch and Bound Algorithm for TSP</vt:lpstr>
      <vt:lpstr>Example: 5-node TSP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sonia</dc:creator>
  <cp:lastModifiedBy>Prof. Sonia Singh</cp:lastModifiedBy>
  <cp:revision>850</cp:revision>
  <dcterms:created xsi:type="dcterms:W3CDTF">2008-05-14T05:16:47Z</dcterms:created>
  <dcterms:modified xsi:type="dcterms:W3CDTF">2023-01-30T09:57:58Z</dcterms:modified>
</cp:coreProperties>
</file>