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3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4630400" cy="8229600"/>
  <p:notesSz cx="14630400" cy="8229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page" id="{7F6256D3-CDC8-4E82-8BD8-2937864EC0FD}">
          <p14:sldIdLst>
            <p14:sldId id="256"/>
          </p14:sldIdLst>
        </p14:section>
        <p14:section name="Waste" id="{612CD022-3F7C-D348-9CA0-37BFCBCC63A8}">
          <p14:sldIdLst/>
        </p14:section>
        <p14:section name="Agenda" id="{E3C745FC-F195-4C02-BBE1-B14FA2EDDB2C}">
          <p14:sldIdLst/>
        </p14:section>
        <p14:section name="Content option 01" id="{21F086E2-6C37-412E-A7E9-C18265E3B61F}">
          <p14:sldIdLst/>
        </p14:section>
        <p14:section name="Content option 02" id="{F2A42D03-FA8E-4F05-9DBE-A6BB802DF9B9}">
          <p14:sldIdLst/>
        </p14:section>
        <p14:section name="Thank you" id="{35FB2F79-E70C-438B-9FEA-5E9F13E0258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92" userDrawn="1">
          <p15:clr>
            <a:srgbClr val="A4A3A4"/>
          </p15:clr>
        </p15:guide>
        <p15:guide id="2" pos="5184" userDrawn="1">
          <p15:clr>
            <a:srgbClr val="A4A3A4"/>
          </p15:clr>
        </p15:guide>
        <p15:guide id="3" pos="3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adon, Libby" initials="HL" lastIdx="1" clrIdx="0">
    <p:extLst>
      <p:ext uri="{19B8F6BF-5375-455C-9EA6-DF929625EA0E}">
        <p15:presenceInfo xmlns:p15="http://schemas.microsoft.com/office/powerpoint/2012/main" userId="S::libby.headon@accenture.com::12287bb0-b57c-4756-9a31-2147aba08c29" providerId="AD"/>
      </p:ext>
    </p:extLst>
  </p:cmAuthor>
  <p:cmAuthor id="2" name="Myers, Jane" initials="MJ" lastIdx="1" clrIdx="1">
    <p:extLst>
      <p:ext uri="{19B8F6BF-5375-455C-9EA6-DF929625EA0E}">
        <p15:presenceInfo xmlns:p15="http://schemas.microsoft.com/office/powerpoint/2012/main" userId="S::jane.myers@accenture.com::a6008dcf-0d34-46f2-9dbf-74b1c80134d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0000"/>
    <a:srgbClr val="A100FF"/>
    <a:srgbClr val="A763FF"/>
    <a:srgbClr val="A77BFF"/>
    <a:srgbClr val="566531"/>
    <a:srgbClr val="4B580F"/>
    <a:srgbClr val="750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3587A-7B7E-E343-A7B8-D348776F053B}" v="2639" dt="2023-08-17T22:12:48.582"/>
    <p1510:client id="{23703906-1C1F-61B2-A12D-96D5F2185DCB}" v="57" dt="2023-08-17T21:21:36.205"/>
    <p1510:client id="{60F79532-FB4D-42D5-A4C9-BB6FEBE70D53}" v="35" dt="2023-08-17T20:55:54.803"/>
    <p1510:client id="{DB51F90E-738E-CF40-B060-5BFD2F7E4259}" v="123" dt="2023-08-17T21:15:48.51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92"/>
        <p:guide pos="5184"/>
        <p:guide pos="367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TIKA PRAKASH" userId="c4fc5cf5-905f-4757-ba63-9e0ec3aa68c8" providerId="ADAL" clId="{DB51F90E-738E-CF40-B060-5BFD2F7E4259}"/>
    <pc:docChg chg="undo custSel addSld modSld">
      <pc:chgData name="KRITIKA PRAKASH" userId="c4fc5cf5-905f-4757-ba63-9e0ec3aa68c8" providerId="ADAL" clId="{DB51F90E-738E-CF40-B060-5BFD2F7E4259}" dt="2023-08-17T21:15:48.514" v="120" actId="1076"/>
      <pc:docMkLst>
        <pc:docMk/>
      </pc:docMkLst>
      <pc:sldChg chg="modSp mod">
        <pc:chgData name="KRITIKA PRAKASH" userId="c4fc5cf5-905f-4757-ba63-9e0ec3aa68c8" providerId="ADAL" clId="{DB51F90E-738E-CF40-B060-5BFD2F7E4259}" dt="2023-08-17T15:03:32.825" v="1" actId="14100"/>
        <pc:sldMkLst>
          <pc:docMk/>
          <pc:sldMk cId="1058593630" sldId="305"/>
        </pc:sldMkLst>
        <pc:grpChg chg="mod">
          <ac:chgData name="KRITIKA PRAKASH" userId="c4fc5cf5-905f-4757-ba63-9e0ec3aa68c8" providerId="ADAL" clId="{DB51F90E-738E-CF40-B060-5BFD2F7E4259}" dt="2023-08-17T15:03:32.825" v="1" actId="14100"/>
          <ac:grpSpMkLst>
            <pc:docMk/>
            <pc:sldMk cId="1058593630" sldId="305"/>
            <ac:grpSpMk id="20" creationId="{DA4A4689-439A-F140-9CDE-7493B2A953FF}"/>
          </ac:grpSpMkLst>
        </pc:grpChg>
      </pc:sldChg>
      <pc:sldChg chg="addSp delSp modSp add mod">
        <pc:chgData name="KRITIKA PRAKASH" userId="c4fc5cf5-905f-4757-ba63-9e0ec3aa68c8" providerId="ADAL" clId="{DB51F90E-738E-CF40-B060-5BFD2F7E4259}" dt="2023-08-17T21:15:48.514" v="120" actId="1076"/>
        <pc:sldMkLst>
          <pc:docMk/>
          <pc:sldMk cId="1947640091" sldId="321"/>
        </pc:sldMkLst>
        <pc:spChg chg="mod">
          <ac:chgData name="KRITIKA PRAKASH" userId="c4fc5cf5-905f-4757-ba63-9e0ec3aa68c8" providerId="ADAL" clId="{DB51F90E-738E-CF40-B060-5BFD2F7E4259}" dt="2023-08-17T21:15:41.861" v="119" actId="20577"/>
          <ac:spMkLst>
            <pc:docMk/>
            <pc:sldMk cId="1947640091" sldId="321"/>
            <ac:spMk id="35" creationId="{75A62146-A1F3-8505-FB9A-FAB91E503D02}"/>
          </ac:spMkLst>
        </pc:spChg>
        <pc:spChg chg="mod">
          <ac:chgData name="KRITIKA PRAKASH" userId="c4fc5cf5-905f-4757-ba63-9e0ec3aa68c8" providerId="ADAL" clId="{DB51F90E-738E-CF40-B060-5BFD2F7E4259}" dt="2023-08-17T21:15:48.514" v="120" actId="1076"/>
          <ac:spMkLst>
            <pc:docMk/>
            <pc:sldMk cId="1947640091" sldId="321"/>
            <ac:spMk id="1032" creationId="{D34C1D2B-6B42-D411-7A3A-E270912E991F}"/>
          </ac:spMkLst>
        </pc:spChg>
        <pc:picChg chg="add mod">
          <ac:chgData name="KRITIKA PRAKASH" userId="c4fc5cf5-905f-4757-ba63-9e0ec3aa68c8" providerId="ADAL" clId="{DB51F90E-738E-CF40-B060-5BFD2F7E4259}" dt="2023-08-17T21:13:14.061" v="8" actId="1076"/>
          <ac:picMkLst>
            <pc:docMk/>
            <pc:sldMk cId="1947640091" sldId="321"/>
            <ac:picMk id="4" creationId="{8FD44C9C-DD72-A35C-1F0F-35361F9848E4}"/>
          </ac:picMkLst>
        </pc:picChg>
        <pc:picChg chg="del">
          <ac:chgData name="KRITIKA PRAKASH" userId="c4fc5cf5-905f-4757-ba63-9e0ec3aa68c8" providerId="ADAL" clId="{DB51F90E-738E-CF40-B060-5BFD2F7E4259}" dt="2023-08-17T21:12:53.236" v="3" actId="478"/>
          <ac:picMkLst>
            <pc:docMk/>
            <pc:sldMk cId="1947640091" sldId="321"/>
            <ac:picMk id="1026" creationId="{A24E9E9B-2FBC-6866-381A-EF3B597D89A2}"/>
          </ac:picMkLst>
        </pc:picChg>
      </pc:sldChg>
    </pc:docChg>
  </pc:docChgLst>
  <pc:docChgLst>
    <pc:chgData name="Guest User" userId="S::urn:spo:anon#f455419e7f7ad62921c371e1bac5ede690f2a289667ab84d9baa17f7503a2546::" providerId="AD" clId="Web-{23703906-1C1F-61B2-A12D-96D5F2185DCB}"/>
    <pc:docChg chg="addSld delSld modSection">
      <pc:chgData name="Guest User" userId="S::urn:spo:anon#f455419e7f7ad62921c371e1bac5ede690f2a289667ab84d9baa17f7503a2546::" providerId="AD" clId="Web-{23703906-1C1F-61B2-A12D-96D5F2185DCB}" dt="2023-08-17T21:21:36.205" v="52"/>
      <pc:docMkLst>
        <pc:docMk/>
      </pc:docMkLst>
      <pc:sldChg chg="del">
        <pc:chgData name="Guest User" userId="S::urn:spo:anon#f455419e7f7ad62921c371e1bac5ede690f2a289667ab84d9baa17f7503a2546::" providerId="AD" clId="Web-{23703906-1C1F-61B2-A12D-96D5F2185DCB}" dt="2023-08-17T21:21:19.111" v="37"/>
        <pc:sldMkLst>
          <pc:docMk/>
          <pc:sldMk cId="4039034052" sldId="285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19.611" v="38"/>
        <pc:sldMkLst>
          <pc:docMk/>
          <pc:sldMk cId="2468944735" sldId="286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21.486" v="39"/>
        <pc:sldMkLst>
          <pc:docMk/>
          <pc:sldMk cId="3833387637" sldId="287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21.970" v="40"/>
        <pc:sldMkLst>
          <pc:docMk/>
          <pc:sldMk cId="487851571" sldId="288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24.783" v="41"/>
        <pc:sldMkLst>
          <pc:docMk/>
          <pc:sldMk cId="3718629917" sldId="289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27.892" v="42"/>
        <pc:sldMkLst>
          <pc:docMk/>
          <pc:sldMk cId="3035738944" sldId="290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29.580" v="43"/>
        <pc:sldMkLst>
          <pc:docMk/>
          <pc:sldMk cId="4275045768" sldId="291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30.783" v="45"/>
        <pc:sldMkLst>
          <pc:docMk/>
          <pc:sldMk cId="1499918846" sldId="292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31.486" v="46"/>
        <pc:sldMkLst>
          <pc:docMk/>
          <pc:sldMk cId="1827210336" sldId="293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32.236" v="47"/>
        <pc:sldMkLst>
          <pc:docMk/>
          <pc:sldMk cId="3437457005" sldId="294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32.892" v="48"/>
        <pc:sldMkLst>
          <pc:docMk/>
          <pc:sldMk cId="2508151470" sldId="295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33.705" v="49"/>
        <pc:sldMkLst>
          <pc:docMk/>
          <pc:sldMk cId="545027786" sldId="296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30.017" v="44"/>
        <pc:sldMkLst>
          <pc:docMk/>
          <pc:sldMk cId="78149745" sldId="298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35.064" v="51"/>
        <pc:sldMkLst>
          <pc:docMk/>
          <pc:sldMk cId="2250773579" sldId="301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36.205" v="52"/>
        <pc:sldMkLst>
          <pc:docMk/>
          <pc:sldMk cId="3126492716" sldId="302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1:01.001" v="23"/>
        <pc:sldMkLst>
          <pc:docMk/>
          <pc:sldMk cId="1058593630" sldId="305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34.408" v="50"/>
        <pc:sldMkLst>
          <pc:docMk/>
          <pc:sldMk cId="1809637412" sldId="306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1:07.657" v="31"/>
        <pc:sldMkLst>
          <pc:docMk/>
          <pc:sldMk cId="3721233451" sldId="308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1:08.407" v="32"/>
        <pc:sldMkLst>
          <pc:docMk/>
          <pc:sldMk cId="3427162118" sldId="309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10.735" v="33"/>
        <pc:sldMkLst>
          <pc:docMk/>
          <pc:sldMk cId="2685883932" sldId="310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11.188" v="34"/>
        <pc:sldMkLst>
          <pc:docMk/>
          <pc:sldMk cId="1168004033" sldId="311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12.813" v="35"/>
        <pc:sldMkLst>
          <pc:docMk/>
          <pc:sldMk cId="2072548348" sldId="312"/>
        </pc:sldMkLst>
      </pc:sldChg>
      <pc:sldChg chg="del">
        <pc:chgData name="Guest User" userId="S::urn:spo:anon#f455419e7f7ad62921c371e1bac5ede690f2a289667ab84d9baa17f7503a2546::" providerId="AD" clId="Web-{23703906-1C1F-61B2-A12D-96D5F2185DCB}" dt="2023-08-17T21:21:16.517" v="36"/>
        <pc:sldMkLst>
          <pc:docMk/>
          <pc:sldMk cId="2938042429" sldId="313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1:01.579" v="24"/>
        <pc:sldMkLst>
          <pc:docMk/>
          <pc:sldMk cId="2564456597" sldId="314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1:02.579" v="25"/>
        <pc:sldMkLst>
          <pc:docMk/>
          <pc:sldMk cId="907593752" sldId="315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1:03.032" v="26"/>
        <pc:sldMkLst>
          <pc:docMk/>
          <pc:sldMk cId="4188307515" sldId="316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1:03.860" v="27"/>
        <pc:sldMkLst>
          <pc:docMk/>
          <pc:sldMk cId="2701717150" sldId="317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1:06.188" v="28"/>
        <pc:sldMkLst>
          <pc:docMk/>
          <pc:sldMk cId="2580202144" sldId="318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1:07.173" v="30"/>
        <pc:sldMkLst>
          <pc:docMk/>
          <pc:sldMk cId="3557623162" sldId="319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1:06.751" v="29"/>
        <pc:sldMkLst>
          <pc:docMk/>
          <pc:sldMk cId="982315962" sldId="320"/>
        </pc:sldMkLst>
      </pc:sldChg>
      <pc:sldChg chg="add del">
        <pc:chgData name="Guest User" userId="S::urn:spo:anon#f455419e7f7ad62921c371e1bac5ede690f2a289667ab84d9baa17f7503a2546::" providerId="AD" clId="Web-{23703906-1C1F-61B2-A12D-96D5F2185DCB}" dt="2023-08-17T21:20:58.735" v="22"/>
        <pc:sldMkLst>
          <pc:docMk/>
          <pc:sldMk cId="1947640091" sldId="321"/>
        </pc:sldMkLst>
      </pc:sldChg>
    </pc:docChg>
  </pc:docChgLst>
  <pc:docChgLst>
    <pc:chgData name="KRIPI BADONIA" userId="5875e0c1-f727-471f-be94-0832844896ec" providerId="ADAL" clId="{1803587A-7B7E-E343-A7B8-D348776F053B}"/>
    <pc:docChg chg="undo custSel addSld delSld modSld sldOrd addSection modSection">
      <pc:chgData name="KRIPI BADONIA" userId="5875e0c1-f727-471f-be94-0832844896ec" providerId="ADAL" clId="{1803587A-7B7E-E343-A7B8-D348776F053B}" dt="2023-08-17T22:12:48.567" v="2617"/>
      <pc:docMkLst>
        <pc:docMk/>
      </pc:docMkLst>
      <pc:sldChg chg="add">
        <pc:chgData name="KRIPI BADONIA" userId="5875e0c1-f727-471f-be94-0832844896ec" providerId="ADAL" clId="{1803587A-7B7E-E343-A7B8-D348776F053B}" dt="2023-08-17T22:12:48.567" v="2617"/>
        <pc:sldMkLst>
          <pc:docMk/>
          <pc:sldMk cId="373544832" sldId="256"/>
        </pc:sldMkLst>
      </pc:sldChg>
      <pc:sldChg chg="addSp modSp">
        <pc:chgData name="KRIPI BADONIA" userId="5875e0c1-f727-471f-be94-0832844896ec" providerId="ADAL" clId="{1803587A-7B7E-E343-A7B8-D348776F053B}" dt="2023-08-17T12:03:18.832" v="643" actId="767"/>
        <pc:sldMkLst>
          <pc:docMk/>
          <pc:sldMk cId="2468944735" sldId="286"/>
        </pc:sldMkLst>
        <pc:spChg chg="add mod">
          <ac:chgData name="KRIPI BADONIA" userId="5875e0c1-f727-471f-be94-0832844896ec" providerId="ADAL" clId="{1803587A-7B7E-E343-A7B8-D348776F053B}" dt="2023-08-17T12:03:18.832" v="643" actId="767"/>
          <ac:spMkLst>
            <pc:docMk/>
            <pc:sldMk cId="2468944735" sldId="286"/>
            <ac:spMk id="2" creationId="{BB8D1973-182E-4842-BF2A-B72AE7F008C1}"/>
          </ac:spMkLst>
        </pc:spChg>
      </pc:sldChg>
      <pc:sldChg chg="addSp modSp">
        <pc:chgData name="KRIPI BADONIA" userId="5875e0c1-f727-471f-be94-0832844896ec" providerId="ADAL" clId="{1803587A-7B7E-E343-A7B8-D348776F053B}" dt="2023-08-17T12:08:13.854" v="874"/>
        <pc:sldMkLst>
          <pc:docMk/>
          <pc:sldMk cId="545027786" sldId="296"/>
        </pc:sldMkLst>
        <pc:spChg chg="add mod">
          <ac:chgData name="KRIPI BADONIA" userId="5875e0c1-f727-471f-be94-0832844896ec" providerId="ADAL" clId="{1803587A-7B7E-E343-A7B8-D348776F053B}" dt="2023-08-17T12:08:13.854" v="874"/>
          <ac:spMkLst>
            <pc:docMk/>
            <pc:sldMk cId="545027786" sldId="296"/>
            <ac:spMk id="3" creationId="{32A4C8F7-C76B-394A-9033-84522AEFC025}"/>
          </ac:spMkLst>
        </pc:spChg>
      </pc:sldChg>
      <pc:sldChg chg="addSp delSp modSp mod">
        <pc:chgData name="KRIPI BADONIA" userId="5875e0c1-f727-471f-be94-0832844896ec" providerId="ADAL" clId="{1803587A-7B7E-E343-A7B8-D348776F053B}" dt="2023-08-17T17:03:52.251" v="1368"/>
        <pc:sldMkLst>
          <pc:docMk/>
          <pc:sldMk cId="1058593630" sldId="305"/>
        </pc:sldMkLst>
        <pc:spChg chg="del mod">
          <ac:chgData name="KRIPI BADONIA" userId="5875e0c1-f727-471f-be94-0832844896ec" providerId="ADAL" clId="{1803587A-7B7E-E343-A7B8-D348776F053B}" dt="2023-08-17T11:08:27.289" v="197" actId="478"/>
          <ac:spMkLst>
            <pc:docMk/>
            <pc:sldMk cId="1058593630" sldId="305"/>
            <ac:spMk id="2" creationId="{C9068C74-31D4-F8F3-E080-9B29AF4D4356}"/>
          </ac:spMkLst>
        </pc:spChg>
        <pc:spChg chg="mod">
          <ac:chgData name="KRIPI BADONIA" userId="5875e0c1-f727-471f-be94-0832844896ec" providerId="ADAL" clId="{1803587A-7B7E-E343-A7B8-D348776F053B}" dt="2023-08-17T11:49:55.624" v="637" actId="1076"/>
          <ac:spMkLst>
            <pc:docMk/>
            <pc:sldMk cId="1058593630" sldId="305"/>
            <ac:spMk id="3" creationId="{0E31B211-C27B-EA5D-38B4-63621D240110}"/>
          </ac:spMkLst>
        </pc:spChg>
        <pc:spChg chg="del mod">
          <ac:chgData name="KRIPI BADONIA" userId="5875e0c1-f727-471f-be94-0832844896ec" providerId="ADAL" clId="{1803587A-7B7E-E343-A7B8-D348776F053B}" dt="2023-08-17T11:08:27.289" v="197" actId="478"/>
          <ac:spMkLst>
            <pc:docMk/>
            <pc:sldMk cId="1058593630" sldId="305"/>
            <ac:spMk id="5" creationId="{F0AF06E6-F764-F1E9-6CD5-A638C961073E}"/>
          </ac:spMkLst>
        </pc:spChg>
        <pc:spChg chg="del mod">
          <ac:chgData name="KRIPI BADONIA" userId="5875e0c1-f727-471f-be94-0832844896ec" providerId="ADAL" clId="{1803587A-7B7E-E343-A7B8-D348776F053B}" dt="2023-08-17T11:08:27.289" v="197" actId="478"/>
          <ac:spMkLst>
            <pc:docMk/>
            <pc:sldMk cId="1058593630" sldId="305"/>
            <ac:spMk id="6" creationId="{FC34827E-311C-8966-3807-8E886F4EC16B}"/>
          </ac:spMkLst>
        </pc:spChg>
        <pc:spChg chg="del mod">
          <ac:chgData name="KRIPI BADONIA" userId="5875e0c1-f727-471f-be94-0832844896ec" providerId="ADAL" clId="{1803587A-7B7E-E343-A7B8-D348776F053B}" dt="2023-08-17T11:08:27.289" v="197" actId="478"/>
          <ac:spMkLst>
            <pc:docMk/>
            <pc:sldMk cId="1058593630" sldId="305"/>
            <ac:spMk id="7" creationId="{6582FB29-7BBC-6307-3ACA-ABCC684F23E7}"/>
          </ac:spMkLst>
        </pc:spChg>
        <pc:spChg chg="add mod">
          <ac:chgData name="KRIPI BADONIA" userId="5875e0c1-f727-471f-be94-0832844896ec" providerId="ADAL" clId="{1803587A-7B7E-E343-A7B8-D348776F053B}" dt="2023-08-17T11:06:40.013" v="164" actId="571"/>
          <ac:spMkLst>
            <pc:docMk/>
            <pc:sldMk cId="1058593630" sldId="305"/>
            <ac:spMk id="8" creationId="{1952FA39-1B60-1B41-A13D-356693EFEBEA}"/>
          </ac:spMkLst>
        </pc:spChg>
        <pc:spChg chg="mod">
          <ac:chgData name="KRIPI BADONIA" userId="5875e0c1-f727-471f-be94-0832844896ec" providerId="ADAL" clId="{1803587A-7B7E-E343-A7B8-D348776F053B}" dt="2023-08-17T11:43:01.935" v="356" actId="1076"/>
          <ac:spMkLst>
            <pc:docMk/>
            <pc:sldMk cId="1058593630" sldId="305"/>
            <ac:spMk id="9" creationId="{3030E68A-B4BB-6C72-94B6-3B0BF76AD7A1}"/>
          </ac:spMkLst>
        </pc:spChg>
        <pc:spChg chg="mod">
          <ac:chgData name="KRIPI BADONIA" userId="5875e0c1-f727-471f-be94-0832844896ec" providerId="ADAL" clId="{1803587A-7B7E-E343-A7B8-D348776F053B}" dt="2023-08-17T11:08:10.671" v="193"/>
          <ac:spMkLst>
            <pc:docMk/>
            <pc:sldMk cId="1058593630" sldId="305"/>
            <ac:spMk id="12" creationId="{FF0F36C8-3DA0-1941-A79E-E9C0D7186B57}"/>
          </ac:spMkLst>
        </pc:spChg>
        <pc:spChg chg="add del mod">
          <ac:chgData name="KRIPI BADONIA" userId="5875e0c1-f727-471f-be94-0832844896ec" providerId="ADAL" clId="{1803587A-7B7E-E343-A7B8-D348776F053B}" dt="2023-08-17T11:08:30.200" v="198" actId="478"/>
          <ac:spMkLst>
            <pc:docMk/>
            <pc:sldMk cId="1058593630" sldId="305"/>
            <ac:spMk id="13" creationId="{97E05356-FCEE-ED47-9F77-97F0DCE1B21F}"/>
          </ac:spMkLst>
        </pc:spChg>
        <pc:spChg chg="add del mod">
          <ac:chgData name="KRIPI BADONIA" userId="5875e0c1-f727-471f-be94-0832844896ec" providerId="ADAL" clId="{1803587A-7B7E-E343-A7B8-D348776F053B}" dt="2023-08-17T11:08:30.200" v="198" actId="478"/>
          <ac:spMkLst>
            <pc:docMk/>
            <pc:sldMk cId="1058593630" sldId="305"/>
            <ac:spMk id="15" creationId="{A51775D2-2FA4-2849-ABD4-9D2286FBCB32}"/>
          </ac:spMkLst>
        </pc:spChg>
        <pc:spChg chg="add del mod">
          <ac:chgData name="KRIPI BADONIA" userId="5875e0c1-f727-471f-be94-0832844896ec" providerId="ADAL" clId="{1803587A-7B7E-E343-A7B8-D348776F053B}" dt="2023-08-17T11:08:30.200" v="198" actId="478"/>
          <ac:spMkLst>
            <pc:docMk/>
            <pc:sldMk cId="1058593630" sldId="305"/>
            <ac:spMk id="17" creationId="{B7659231-AF59-0346-837F-DBBB15035345}"/>
          </ac:spMkLst>
        </pc:spChg>
        <pc:spChg chg="add mod">
          <ac:chgData name="KRIPI BADONIA" userId="5875e0c1-f727-471f-be94-0832844896ec" providerId="ADAL" clId="{1803587A-7B7E-E343-A7B8-D348776F053B}" dt="2023-08-17T11:37:46.709" v="205" actId="207"/>
          <ac:spMkLst>
            <pc:docMk/>
            <pc:sldMk cId="1058593630" sldId="305"/>
            <ac:spMk id="19" creationId="{3D51AF33-9095-E34A-A74D-79A7F4C03FA3}"/>
          </ac:spMkLst>
        </pc:spChg>
        <pc:spChg chg="mod">
          <ac:chgData name="KRIPI BADONIA" userId="5875e0c1-f727-471f-be94-0832844896ec" providerId="ADAL" clId="{1803587A-7B7E-E343-A7B8-D348776F053B}" dt="2023-08-17T11:48:50.418" v="621"/>
          <ac:spMkLst>
            <pc:docMk/>
            <pc:sldMk cId="1058593630" sldId="305"/>
            <ac:spMk id="22" creationId="{620506C7-C424-EA4F-A29E-0DD21344A4CF}"/>
          </ac:spMkLst>
        </pc:spChg>
        <pc:spChg chg="mod">
          <ac:chgData name="KRIPI BADONIA" userId="5875e0c1-f727-471f-be94-0832844896ec" providerId="ADAL" clId="{1803587A-7B7E-E343-A7B8-D348776F053B}" dt="2023-08-17T11:49:21.897" v="630"/>
          <ac:spMkLst>
            <pc:docMk/>
            <pc:sldMk cId="1058593630" sldId="305"/>
            <ac:spMk id="25" creationId="{C687AB5F-31FA-DB4B-9A70-F2423CE587EE}"/>
          </ac:spMkLst>
        </pc:spChg>
        <pc:spChg chg="mod">
          <ac:chgData name="KRIPI BADONIA" userId="5875e0c1-f727-471f-be94-0832844896ec" providerId="ADAL" clId="{1803587A-7B7E-E343-A7B8-D348776F053B}" dt="2023-08-17T11:49:25.386" v="632"/>
          <ac:spMkLst>
            <pc:docMk/>
            <pc:sldMk cId="1058593630" sldId="305"/>
            <ac:spMk id="28" creationId="{7F38EC1E-3DC1-0545-BF00-F79AB0223875}"/>
          </ac:spMkLst>
        </pc:spChg>
        <pc:spChg chg="mod">
          <ac:chgData name="KRIPI BADONIA" userId="5875e0c1-f727-471f-be94-0832844896ec" providerId="ADAL" clId="{1803587A-7B7E-E343-A7B8-D348776F053B}" dt="2023-08-17T11:49:32.012" v="634"/>
          <ac:spMkLst>
            <pc:docMk/>
            <pc:sldMk cId="1058593630" sldId="305"/>
            <ac:spMk id="31" creationId="{C5B8CEC6-47ED-BD4B-BFD8-3671F3EA2BA6}"/>
          </ac:spMkLst>
        </pc:spChg>
        <pc:spChg chg="add del mod">
          <ac:chgData name="KRIPI BADONIA" userId="5875e0c1-f727-471f-be94-0832844896ec" providerId="ADAL" clId="{1803587A-7B7E-E343-A7B8-D348776F053B}" dt="2023-08-17T17:03:52.251" v="1368"/>
          <ac:spMkLst>
            <pc:docMk/>
            <pc:sldMk cId="1058593630" sldId="305"/>
            <ac:spMk id="32" creationId="{9EA4D510-73F4-1742-B15C-368EDC80C635}"/>
          </ac:spMkLst>
        </pc:spChg>
        <pc:grpChg chg="add del mod">
          <ac:chgData name="KRIPI BADONIA" userId="5875e0c1-f727-471f-be94-0832844896ec" providerId="ADAL" clId="{1803587A-7B7E-E343-A7B8-D348776F053B}" dt="2023-08-17T11:08:27.289" v="197" actId="478"/>
          <ac:grpSpMkLst>
            <pc:docMk/>
            <pc:sldMk cId="1058593630" sldId="305"/>
            <ac:grpSpMk id="10" creationId="{64B94F21-C6A5-7941-9E8C-072C98159BCA}"/>
          </ac:grpSpMkLst>
        </pc:grpChg>
        <pc:grpChg chg="add mod">
          <ac:chgData name="KRIPI BADONIA" userId="5875e0c1-f727-471f-be94-0832844896ec" providerId="ADAL" clId="{1803587A-7B7E-E343-A7B8-D348776F053B}" dt="2023-08-17T12:02:49.594" v="642" actId="1076"/>
          <ac:grpSpMkLst>
            <pc:docMk/>
            <pc:sldMk cId="1058593630" sldId="305"/>
            <ac:grpSpMk id="20" creationId="{DA4A4689-439A-F140-9CDE-7493B2A953FF}"/>
          </ac:grpSpMkLst>
        </pc:grpChg>
        <pc:grpChg chg="add mod">
          <ac:chgData name="KRIPI BADONIA" userId="5875e0c1-f727-471f-be94-0832844896ec" providerId="ADAL" clId="{1803587A-7B7E-E343-A7B8-D348776F053B}" dt="2023-08-17T12:02:49.594" v="642" actId="1076"/>
          <ac:grpSpMkLst>
            <pc:docMk/>
            <pc:sldMk cId="1058593630" sldId="305"/>
            <ac:grpSpMk id="23" creationId="{4EFF575D-2155-8346-A12D-2833C86EFE8F}"/>
          </ac:grpSpMkLst>
        </pc:grpChg>
        <pc:grpChg chg="add mod">
          <ac:chgData name="KRIPI BADONIA" userId="5875e0c1-f727-471f-be94-0832844896ec" providerId="ADAL" clId="{1803587A-7B7E-E343-A7B8-D348776F053B}" dt="2023-08-17T12:02:49.594" v="642" actId="1076"/>
          <ac:grpSpMkLst>
            <pc:docMk/>
            <pc:sldMk cId="1058593630" sldId="305"/>
            <ac:grpSpMk id="26" creationId="{F19DA946-A061-A044-A8BB-052DBF6639CB}"/>
          </ac:grpSpMkLst>
        </pc:grpChg>
        <pc:grpChg chg="add mod">
          <ac:chgData name="KRIPI BADONIA" userId="5875e0c1-f727-471f-be94-0832844896ec" providerId="ADAL" clId="{1803587A-7B7E-E343-A7B8-D348776F053B}" dt="2023-08-17T12:02:49.594" v="642" actId="1076"/>
          <ac:grpSpMkLst>
            <pc:docMk/>
            <pc:sldMk cId="1058593630" sldId="305"/>
            <ac:grpSpMk id="29" creationId="{7E0109DB-CBCD-9448-9851-06FA20107AC4}"/>
          </ac:grpSpMkLst>
        </pc:grpChg>
        <pc:graphicFrameChg chg="add mod modGraphic">
          <ac:chgData name="KRIPI BADONIA" userId="5875e0c1-f727-471f-be94-0832844896ec" providerId="ADAL" clId="{1803587A-7B7E-E343-A7B8-D348776F053B}" dt="2023-08-17T12:02:49.594" v="642" actId="1076"/>
          <ac:graphicFrameMkLst>
            <pc:docMk/>
            <pc:sldMk cId="1058593630" sldId="305"/>
            <ac:graphicFrameMk id="18" creationId="{EAF75968-4269-2D43-B4FE-0B36FF1782D3}"/>
          </ac:graphicFrameMkLst>
        </pc:graphicFrameChg>
        <pc:picChg chg="mod">
          <ac:chgData name="KRIPI BADONIA" userId="5875e0c1-f727-471f-be94-0832844896ec" providerId="ADAL" clId="{1803587A-7B7E-E343-A7B8-D348776F053B}" dt="2023-08-17T11:08:10.671" v="193"/>
          <ac:picMkLst>
            <pc:docMk/>
            <pc:sldMk cId="1058593630" sldId="305"/>
            <ac:picMk id="11" creationId="{3F5475D9-7032-9946-82BD-D8842CB83107}"/>
          </ac:picMkLst>
        </pc:picChg>
        <pc:picChg chg="mod">
          <ac:chgData name="KRIPI BADONIA" userId="5875e0c1-f727-471f-be94-0832844896ec" providerId="ADAL" clId="{1803587A-7B7E-E343-A7B8-D348776F053B}" dt="2023-08-17T11:48:50.418" v="621"/>
          <ac:picMkLst>
            <pc:docMk/>
            <pc:sldMk cId="1058593630" sldId="305"/>
            <ac:picMk id="21" creationId="{D7FBEADB-5E17-5F4C-B41A-DBB3D38012A3}"/>
          </ac:picMkLst>
        </pc:picChg>
        <pc:picChg chg="mod">
          <ac:chgData name="KRIPI BADONIA" userId="5875e0c1-f727-471f-be94-0832844896ec" providerId="ADAL" clId="{1803587A-7B7E-E343-A7B8-D348776F053B}" dt="2023-08-17T11:49:21.897" v="630"/>
          <ac:picMkLst>
            <pc:docMk/>
            <pc:sldMk cId="1058593630" sldId="305"/>
            <ac:picMk id="24" creationId="{B2DD2B6B-A0B1-334F-9096-5DC31EB7632E}"/>
          </ac:picMkLst>
        </pc:picChg>
        <pc:picChg chg="mod">
          <ac:chgData name="KRIPI BADONIA" userId="5875e0c1-f727-471f-be94-0832844896ec" providerId="ADAL" clId="{1803587A-7B7E-E343-A7B8-D348776F053B}" dt="2023-08-17T11:49:25.386" v="632"/>
          <ac:picMkLst>
            <pc:docMk/>
            <pc:sldMk cId="1058593630" sldId="305"/>
            <ac:picMk id="27" creationId="{38191768-8D3B-A94F-8C78-D2A0366BCE3E}"/>
          </ac:picMkLst>
        </pc:picChg>
        <pc:picChg chg="mod">
          <ac:chgData name="KRIPI BADONIA" userId="5875e0c1-f727-471f-be94-0832844896ec" providerId="ADAL" clId="{1803587A-7B7E-E343-A7B8-D348776F053B}" dt="2023-08-17T11:49:32.012" v="634"/>
          <ac:picMkLst>
            <pc:docMk/>
            <pc:sldMk cId="1058593630" sldId="305"/>
            <ac:picMk id="30" creationId="{C1E26E97-8D66-EC4E-802A-572948A66A29}"/>
          </ac:picMkLst>
        </pc:picChg>
      </pc:sldChg>
      <pc:sldChg chg="add del">
        <pc:chgData name="KRIPI BADONIA" userId="5875e0c1-f727-471f-be94-0832844896ec" providerId="ADAL" clId="{1803587A-7B7E-E343-A7B8-D348776F053B}" dt="2023-08-17T12:04:18.781" v="647" actId="2696"/>
        <pc:sldMkLst>
          <pc:docMk/>
          <pc:sldMk cId="856374522" sldId="307"/>
        </pc:sldMkLst>
      </pc:sldChg>
      <pc:sldChg chg="addSp delSp modSp add mod ord">
        <pc:chgData name="KRIPI BADONIA" userId="5875e0c1-f727-471f-be94-0832844896ec" providerId="ADAL" clId="{1803587A-7B7E-E343-A7B8-D348776F053B}" dt="2023-08-17T19:30:47.104" v="2523" actId="478"/>
        <pc:sldMkLst>
          <pc:docMk/>
          <pc:sldMk cId="3721233451" sldId="308"/>
        </pc:sldMkLst>
        <pc:spChg chg="mod">
          <ac:chgData name="KRIPI BADONIA" userId="5875e0c1-f727-471f-be94-0832844896ec" providerId="ADAL" clId="{1803587A-7B7E-E343-A7B8-D348776F053B}" dt="2023-08-17T17:44:59.668" v="2510" actId="20577"/>
          <ac:spMkLst>
            <pc:docMk/>
            <pc:sldMk cId="3721233451" sldId="308"/>
            <ac:spMk id="2" creationId="{A6AA2842-23D1-9D4C-8C34-54F396B0B405}"/>
          </ac:spMkLst>
        </pc:spChg>
        <pc:spChg chg="add del mod">
          <ac:chgData name="KRIPI BADONIA" userId="5875e0c1-f727-471f-be94-0832844896ec" providerId="ADAL" clId="{1803587A-7B7E-E343-A7B8-D348776F053B}" dt="2023-08-17T19:30:47.104" v="2523" actId="478"/>
          <ac:spMkLst>
            <pc:docMk/>
            <pc:sldMk cId="3721233451" sldId="308"/>
            <ac:spMk id="3" creationId="{1EFED5C3-5849-DA40-BC59-FF1E4661B906}"/>
          </ac:spMkLst>
        </pc:spChg>
        <pc:spChg chg="del">
          <ac:chgData name="KRIPI BADONIA" userId="5875e0c1-f727-471f-be94-0832844896ec" providerId="ADAL" clId="{1803587A-7B7E-E343-A7B8-D348776F053B}" dt="2023-08-17T12:04:34.157" v="669" actId="478"/>
          <ac:spMkLst>
            <pc:docMk/>
            <pc:sldMk cId="3721233451" sldId="308"/>
            <ac:spMk id="3" creationId="{1FA4B6B3-5091-2A45-8C42-9AD56C1FC8BC}"/>
          </ac:spMkLst>
        </pc:spChg>
      </pc:sldChg>
      <pc:sldChg chg="addSp delSp modSp add mod">
        <pc:chgData name="KRIPI BADONIA" userId="5875e0c1-f727-471f-be94-0832844896ec" providerId="ADAL" clId="{1803587A-7B7E-E343-A7B8-D348776F053B}" dt="2023-08-17T17:45:23.704" v="2512" actId="20577"/>
        <pc:sldMkLst>
          <pc:docMk/>
          <pc:sldMk cId="3427162118" sldId="309"/>
        </pc:sldMkLst>
        <pc:spChg chg="mod">
          <ac:chgData name="KRIPI BADONIA" userId="5875e0c1-f727-471f-be94-0832844896ec" providerId="ADAL" clId="{1803587A-7B7E-E343-A7B8-D348776F053B}" dt="2023-08-17T17:45:23.704" v="2512" actId="20577"/>
          <ac:spMkLst>
            <pc:docMk/>
            <pc:sldMk cId="3427162118" sldId="309"/>
            <ac:spMk id="2" creationId="{A6AA2842-23D1-9D4C-8C34-54F396B0B405}"/>
          </ac:spMkLst>
        </pc:spChg>
        <pc:spChg chg="add del mod">
          <ac:chgData name="KRIPI BADONIA" userId="5875e0c1-f727-471f-be94-0832844896ec" providerId="ADAL" clId="{1803587A-7B7E-E343-A7B8-D348776F053B}" dt="2023-08-17T17:03:42.348" v="1365" actId="478"/>
          <ac:spMkLst>
            <pc:docMk/>
            <pc:sldMk cId="3427162118" sldId="309"/>
            <ac:spMk id="3" creationId="{F1FB833D-54D9-484F-A85C-0DB9F51A948D}"/>
          </ac:spMkLst>
        </pc:spChg>
      </pc:sldChg>
      <pc:sldChg chg="addSp modSp add mod">
        <pc:chgData name="KRIPI BADONIA" userId="5875e0c1-f727-471f-be94-0832844896ec" providerId="ADAL" clId="{1803587A-7B7E-E343-A7B8-D348776F053B}" dt="2023-08-17T17:44:37.589" v="2477" actId="20577"/>
        <pc:sldMkLst>
          <pc:docMk/>
          <pc:sldMk cId="2685883932" sldId="310"/>
        </pc:sldMkLst>
        <pc:spChg chg="mod">
          <ac:chgData name="KRIPI BADONIA" userId="5875e0c1-f727-471f-be94-0832844896ec" providerId="ADAL" clId="{1803587A-7B7E-E343-A7B8-D348776F053B}" dt="2023-08-17T17:44:37.589" v="2477" actId="20577"/>
          <ac:spMkLst>
            <pc:docMk/>
            <pc:sldMk cId="2685883932" sldId="310"/>
            <ac:spMk id="2" creationId="{A6AA2842-23D1-9D4C-8C34-54F396B0B405}"/>
          </ac:spMkLst>
        </pc:spChg>
        <pc:spChg chg="add mod">
          <ac:chgData name="KRIPI BADONIA" userId="5875e0c1-f727-471f-be94-0832844896ec" providerId="ADAL" clId="{1803587A-7B7E-E343-A7B8-D348776F053B}" dt="2023-08-17T16:53:46.290" v="1008" actId="1076"/>
          <ac:spMkLst>
            <pc:docMk/>
            <pc:sldMk cId="2685883932" sldId="310"/>
            <ac:spMk id="3" creationId="{AA46BF7E-54A8-7743-A027-6E001FB40A74}"/>
          </ac:spMkLst>
        </pc:spChg>
        <pc:spChg chg="add mod">
          <ac:chgData name="KRIPI BADONIA" userId="5875e0c1-f727-471f-be94-0832844896ec" providerId="ADAL" clId="{1803587A-7B7E-E343-A7B8-D348776F053B}" dt="2023-08-17T16:53:49.073" v="1010" actId="1076"/>
          <ac:spMkLst>
            <pc:docMk/>
            <pc:sldMk cId="2685883932" sldId="310"/>
            <ac:spMk id="4" creationId="{DCB8B527-5B92-2148-98E5-C7357AF8FC7C}"/>
          </ac:spMkLst>
        </pc:spChg>
        <pc:spChg chg="add mod">
          <ac:chgData name="KRIPI BADONIA" userId="5875e0c1-f727-471f-be94-0832844896ec" providerId="ADAL" clId="{1803587A-7B7E-E343-A7B8-D348776F053B}" dt="2023-08-17T16:54:05.937" v="1019" actId="207"/>
          <ac:spMkLst>
            <pc:docMk/>
            <pc:sldMk cId="2685883932" sldId="310"/>
            <ac:spMk id="5" creationId="{8E9170BC-37E2-064E-8181-241278FF9A9F}"/>
          </ac:spMkLst>
        </pc:spChg>
        <pc:spChg chg="add mod">
          <ac:chgData name="KRIPI BADONIA" userId="5875e0c1-f727-471f-be94-0832844896ec" providerId="ADAL" clId="{1803587A-7B7E-E343-A7B8-D348776F053B}" dt="2023-08-17T16:54:22.142" v="1023" actId="207"/>
          <ac:spMkLst>
            <pc:docMk/>
            <pc:sldMk cId="2685883932" sldId="310"/>
            <ac:spMk id="6" creationId="{85C3271F-84F0-2449-B499-8435A1BF632B}"/>
          </ac:spMkLst>
        </pc:spChg>
        <pc:spChg chg="add mod">
          <ac:chgData name="KRIPI BADONIA" userId="5875e0c1-f727-471f-be94-0832844896ec" providerId="ADAL" clId="{1803587A-7B7E-E343-A7B8-D348776F053B}" dt="2023-08-17T16:54:01.306" v="1017" actId="1076"/>
          <ac:spMkLst>
            <pc:docMk/>
            <pc:sldMk cId="2685883932" sldId="310"/>
            <ac:spMk id="7" creationId="{1CEFE234-6853-7E48-868F-24A2F1BA1E05}"/>
          </ac:spMkLst>
        </pc:spChg>
        <pc:spChg chg="add mod">
          <ac:chgData name="KRIPI BADONIA" userId="5875e0c1-f727-471f-be94-0832844896ec" providerId="ADAL" clId="{1803587A-7B7E-E343-A7B8-D348776F053B}" dt="2023-08-17T16:54:31.652" v="1024" actId="1076"/>
          <ac:spMkLst>
            <pc:docMk/>
            <pc:sldMk cId="2685883932" sldId="310"/>
            <ac:spMk id="8" creationId="{5FE61AC8-134D-7649-883D-BC3AE988645D}"/>
          </ac:spMkLst>
        </pc:spChg>
        <pc:spChg chg="add mod">
          <ac:chgData name="KRIPI BADONIA" userId="5875e0c1-f727-471f-be94-0832844896ec" providerId="ADAL" clId="{1803587A-7B7E-E343-A7B8-D348776F053B}" dt="2023-08-17T16:54:18.003" v="1022" actId="207"/>
          <ac:spMkLst>
            <pc:docMk/>
            <pc:sldMk cId="2685883932" sldId="310"/>
            <ac:spMk id="9" creationId="{EDB22EBC-5236-9343-8061-91107750745D}"/>
          </ac:spMkLst>
        </pc:spChg>
        <pc:spChg chg="add mod">
          <ac:chgData name="KRIPI BADONIA" userId="5875e0c1-f727-471f-be94-0832844896ec" providerId="ADAL" clId="{1803587A-7B7E-E343-A7B8-D348776F053B}" dt="2023-08-17T16:54:41.036" v="1028" actId="1076"/>
          <ac:spMkLst>
            <pc:docMk/>
            <pc:sldMk cId="2685883932" sldId="310"/>
            <ac:spMk id="10" creationId="{119FBDEE-FDD3-5547-987D-130053E1A131}"/>
          </ac:spMkLst>
        </pc:spChg>
        <pc:spChg chg="add mod">
          <ac:chgData name="KRIPI BADONIA" userId="5875e0c1-f727-471f-be94-0832844896ec" providerId="ADAL" clId="{1803587A-7B7E-E343-A7B8-D348776F053B}" dt="2023-08-17T16:54:37.986" v="1027" actId="1076"/>
          <ac:spMkLst>
            <pc:docMk/>
            <pc:sldMk cId="2685883932" sldId="310"/>
            <ac:spMk id="11" creationId="{68BFEB56-76C8-AC47-BFD9-BF9CC6161466}"/>
          </ac:spMkLst>
        </pc:spChg>
        <pc:spChg chg="add mod">
          <ac:chgData name="KRIPI BADONIA" userId="5875e0c1-f727-471f-be94-0832844896ec" providerId="ADAL" clId="{1803587A-7B7E-E343-A7B8-D348776F053B}" dt="2023-08-17T17:32:33.327" v="2285" actId="20577"/>
          <ac:spMkLst>
            <pc:docMk/>
            <pc:sldMk cId="2685883932" sldId="310"/>
            <ac:spMk id="12" creationId="{ADE1A110-0751-6B48-912B-8666F3EC86D4}"/>
          </ac:spMkLst>
        </pc:spChg>
      </pc:sldChg>
      <pc:sldChg chg="addSp delSp modSp add mod">
        <pc:chgData name="KRIPI BADONIA" userId="5875e0c1-f727-471f-be94-0832844896ec" providerId="ADAL" clId="{1803587A-7B7E-E343-A7B8-D348776F053B}" dt="2023-08-17T19:30:38.401" v="2522" actId="1076"/>
        <pc:sldMkLst>
          <pc:docMk/>
          <pc:sldMk cId="1168004033" sldId="311"/>
        </pc:sldMkLst>
        <pc:spChg chg="mod">
          <ac:chgData name="KRIPI BADONIA" userId="5875e0c1-f727-471f-be94-0832844896ec" providerId="ADAL" clId="{1803587A-7B7E-E343-A7B8-D348776F053B}" dt="2023-08-17T17:10:03.597" v="1583" actId="1076"/>
          <ac:spMkLst>
            <pc:docMk/>
            <pc:sldMk cId="1168004033" sldId="311"/>
            <ac:spMk id="2" creationId="{A6AA2842-23D1-9D4C-8C34-54F396B0B405}"/>
          </ac:spMkLst>
        </pc:spChg>
        <pc:spChg chg="add mod">
          <ac:chgData name="KRIPI BADONIA" userId="5875e0c1-f727-471f-be94-0832844896ec" providerId="ADAL" clId="{1803587A-7B7E-E343-A7B8-D348776F053B}" dt="2023-08-17T18:00:43.957" v="2517" actId="1036"/>
          <ac:spMkLst>
            <pc:docMk/>
            <pc:sldMk cId="1168004033" sldId="311"/>
            <ac:spMk id="3" creationId="{5E3AED40-AB5B-CC43-B639-BA6224F6417C}"/>
          </ac:spMkLst>
        </pc:spChg>
        <pc:spChg chg="add mod">
          <ac:chgData name="KRIPI BADONIA" userId="5875e0c1-f727-471f-be94-0832844896ec" providerId="ADAL" clId="{1803587A-7B7E-E343-A7B8-D348776F053B}" dt="2023-08-17T19:30:38.401" v="2522" actId="1076"/>
          <ac:spMkLst>
            <pc:docMk/>
            <pc:sldMk cId="1168004033" sldId="311"/>
            <ac:spMk id="4" creationId="{5D59E51F-6EA2-C044-8A2A-2FBFFAE0ADE0}"/>
          </ac:spMkLst>
        </pc:spChg>
        <pc:spChg chg="add del mod">
          <ac:chgData name="KRIPI BADONIA" userId="5875e0c1-f727-471f-be94-0832844896ec" providerId="ADAL" clId="{1803587A-7B7E-E343-A7B8-D348776F053B}" dt="2023-08-17T17:10:00.188" v="1582" actId="478"/>
          <ac:spMkLst>
            <pc:docMk/>
            <pc:sldMk cId="1168004033" sldId="311"/>
            <ac:spMk id="7" creationId="{1B9514F1-DD63-5D4A-BA06-1A42F1FD5129}"/>
          </ac:spMkLst>
        </pc:spChg>
        <pc:spChg chg="add mod">
          <ac:chgData name="KRIPI BADONIA" userId="5875e0c1-f727-471f-be94-0832844896ec" providerId="ADAL" clId="{1803587A-7B7E-E343-A7B8-D348776F053B}" dt="2023-08-17T17:10:36.680" v="1592" actId="14100"/>
          <ac:spMkLst>
            <pc:docMk/>
            <pc:sldMk cId="1168004033" sldId="311"/>
            <ac:spMk id="8" creationId="{E0CBD292-3309-EA4E-9672-EE57CEEB0833}"/>
          </ac:spMkLst>
        </pc:spChg>
        <pc:spChg chg="add mod">
          <ac:chgData name="KRIPI BADONIA" userId="5875e0c1-f727-471f-be94-0832844896ec" providerId="ADAL" clId="{1803587A-7B7E-E343-A7B8-D348776F053B}" dt="2023-08-17T17:10:32.547" v="1591" actId="1076"/>
          <ac:spMkLst>
            <pc:docMk/>
            <pc:sldMk cId="1168004033" sldId="311"/>
            <ac:spMk id="10" creationId="{36BBB0FC-8B0E-5344-806D-9E625F6AD51D}"/>
          </ac:spMkLst>
        </pc:spChg>
        <pc:spChg chg="add mod">
          <ac:chgData name="KRIPI BADONIA" userId="5875e0c1-f727-471f-be94-0832844896ec" providerId="ADAL" clId="{1803587A-7B7E-E343-A7B8-D348776F053B}" dt="2023-08-17T17:07:34.986" v="1509" actId="571"/>
          <ac:spMkLst>
            <pc:docMk/>
            <pc:sldMk cId="1168004033" sldId="311"/>
            <ac:spMk id="12" creationId="{6DF6C3E3-F49E-A24F-8523-B010B6992D6E}"/>
          </ac:spMkLst>
        </pc:spChg>
        <pc:spChg chg="add mod">
          <ac:chgData name="KRIPI BADONIA" userId="5875e0c1-f727-471f-be94-0832844896ec" providerId="ADAL" clId="{1803587A-7B7E-E343-A7B8-D348776F053B}" dt="2023-08-17T17:07:34.986" v="1509" actId="571"/>
          <ac:spMkLst>
            <pc:docMk/>
            <pc:sldMk cId="1168004033" sldId="311"/>
            <ac:spMk id="13" creationId="{EE94A16E-8A25-8F4B-AE6C-939AAAEB3C80}"/>
          </ac:spMkLst>
        </pc:spChg>
        <pc:spChg chg="add del mod">
          <ac:chgData name="KRIPI BADONIA" userId="5875e0c1-f727-471f-be94-0832844896ec" providerId="ADAL" clId="{1803587A-7B7E-E343-A7B8-D348776F053B}" dt="2023-08-17T17:08:08.375" v="1527"/>
          <ac:spMkLst>
            <pc:docMk/>
            <pc:sldMk cId="1168004033" sldId="311"/>
            <ac:spMk id="14" creationId="{A5A40A44-BEF9-BD41-8FCD-07CF20A8432D}"/>
          </ac:spMkLst>
        </pc:spChg>
        <pc:spChg chg="add del mod">
          <ac:chgData name="KRIPI BADONIA" userId="5875e0c1-f727-471f-be94-0832844896ec" providerId="ADAL" clId="{1803587A-7B7E-E343-A7B8-D348776F053B}" dt="2023-08-17T17:08:08.375" v="1527"/>
          <ac:spMkLst>
            <pc:docMk/>
            <pc:sldMk cId="1168004033" sldId="311"/>
            <ac:spMk id="16" creationId="{6C2A1EB9-C17D-1C45-9625-CCAF272B2AB9}"/>
          </ac:spMkLst>
        </pc:spChg>
        <pc:spChg chg="add mod">
          <ac:chgData name="KRIPI BADONIA" userId="5875e0c1-f727-471f-be94-0832844896ec" providerId="ADAL" clId="{1803587A-7B7E-E343-A7B8-D348776F053B}" dt="2023-08-17T17:10:32.547" v="1591" actId="1076"/>
          <ac:spMkLst>
            <pc:docMk/>
            <pc:sldMk cId="1168004033" sldId="311"/>
            <ac:spMk id="17" creationId="{FE0C41C2-10E9-5344-A075-DDC90A3C1670}"/>
          </ac:spMkLst>
        </pc:spChg>
        <pc:spChg chg="add mod">
          <ac:chgData name="KRIPI BADONIA" userId="5875e0c1-f727-471f-be94-0832844896ec" providerId="ADAL" clId="{1803587A-7B7E-E343-A7B8-D348776F053B}" dt="2023-08-17T17:11:26.044" v="1595" actId="14100"/>
          <ac:spMkLst>
            <pc:docMk/>
            <pc:sldMk cId="1168004033" sldId="311"/>
            <ac:spMk id="18" creationId="{FFACAEB5-8765-2E4A-A623-2855A3B4036B}"/>
          </ac:spMkLst>
        </pc:spChg>
        <pc:spChg chg="add mod">
          <ac:chgData name="KRIPI BADONIA" userId="5875e0c1-f727-471f-be94-0832844896ec" providerId="ADAL" clId="{1803587A-7B7E-E343-A7B8-D348776F053B}" dt="2023-08-17T19:26:47.885" v="2519" actId="14100"/>
          <ac:spMkLst>
            <pc:docMk/>
            <pc:sldMk cId="1168004033" sldId="311"/>
            <ac:spMk id="20" creationId="{2F1ADF02-981E-FB4A-A7B4-123ABAD57F62}"/>
          </ac:spMkLst>
        </pc:spChg>
        <pc:spChg chg="add mod">
          <ac:chgData name="KRIPI BADONIA" userId="5875e0c1-f727-471f-be94-0832844896ec" providerId="ADAL" clId="{1803587A-7B7E-E343-A7B8-D348776F053B}" dt="2023-08-17T17:10:32.547" v="1591" actId="1076"/>
          <ac:spMkLst>
            <pc:docMk/>
            <pc:sldMk cId="1168004033" sldId="311"/>
            <ac:spMk id="24" creationId="{3F501D42-B18D-2648-92B3-6C3C857C328A}"/>
          </ac:spMkLst>
        </pc:spChg>
        <pc:cxnChg chg="add del mod">
          <ac:chgData name="KRIPI BADONIA" userId="5875e0c1-f727-471f-be94-0832844896ec" providerId="ADAL" clId="{1803587A-7B7E-E343-A7B8-D348776F053B}" dt="2023-08-17T19:30:32.755" v="2521" actId="478"/>
          <ac:cxnSpMkLst>
            <pc:docMk/>
            <pc:sldMk cId="1168004033" sldId="311"/>
            <ac:cxnSpMk id="5" creationId="{00FD65DC-22FE-084F-BE42-525C4393044A}"/>
          </ac:cxnSpMkLst>
        </pc:cxnChg>
        <pc:cxnChg chg="add mod">
          <ac:chgData name="KRIPI BADONIA" userId="5875e0c1-f727-471f-be94-0832844896ec" providerId="ADAL" clId="{1803587A-7B7E-E343-A7B8-D348776F053B}" dt="2023-08-17T17:10:32.547" v="1591" actId="1076"/>
          <ac:cxnSpMkLst>
            <pc:docMk/>
            <pc:sldMk cId="1168004033" sldId="311"/>
            <ac:cxnSpMk id="9" creationId="{144F84C0-92ED-6244-A70E-2F2A72F5EEB1}"/>
          </ac:cxnSpMkLst>
        </pc:cxnChg>
        <pc:cxnChg chg="add del mod">
          <ac:chgData name="KRIPI BADONIA" userId="5875e0c1-f727-471f-be94-0832844896ec" providerId="ADAL" clId="{1803587A-7B7E-E343-A7B8-D348776F053B}" dt="2023-08-17T17:08:08.375" v="1527"/>
          <ac:cxnSpMkLst>
            <pc:docMk/>
            <pc:sldMk cId="1168004033" sldId="311"/>
            <ac:cxnSpMk id="15" creationId="{9C3814DA-106F-9744-A161-CBE1EAADEF1B}"/>
          </ac:cxnSpMkLst>
        </pc:cxnChg>
        <pc:cxnChg chg="add mod">
          <ac:chgData name="KRIPI BADONIA" userId="5875e0c1-f727-471f-be94-0832844896ec" providerId="ADAL" clId="{1803587A-7B7E-E343-A7B8-D348776F053B}" dt="2023-08-17T17:11:05.761" v="1593" actId="1076"/>
          <ac:cxnSpMkLst>
            <pc:docMk/>
            <pc:sldMk cId="1168004033" sldId="311"/>
            <ac:cxnSpMk id="19" creationId="{042F7622-7844-B74C-BBDA-6F30AC335E88}"/>
          </ac:cxnSpMkLst>
        </pc:cxnChg>
      </pc:sldChg>
      <pc:sldChg chg="addSp delSp modSp add mod">
        <pc:chgData name="KRIPI BADONIA" userId="5875e0c1-f727-471f-be94-0832844896ec" providerId="ADAL" clId="{1803587A-7B7E-E343-A7B8-D348776F053B}" dt="2023-08-17T17:35:27.861" v="2460"/>
        <pc:sldMkLst>
          <pc:docMk/>
          <pc:sldMk cId="2072548348" sldId="312"/>
        </pc:sldMkLst>
        <pc:spChg chg="mod">
          <ac:chgData name="KRIPI BADONIA" userId="5875e0c1-f727-471f-be94-0832844896ec" providerId="ADAL" clId="{1803587A-7B7E-E343-A7B8-D348776F053B}" dt="2023-08-17T12:07:59.623" v="873" actId="20577"/>
          <ac:spMkLst>
            <pc:docMk/>
            <pc:sldMk cId="2072548348" sldId="312"/>
            <ac:spMk id="2" creationId="{A6AA2842-23D1-9D4C-8C34-54F396B0B405}"/>
          </ac:spMkLst>
        </pc:spChg>
        <pc:spChg chg="add mod">
          <ac:chgData name="KRIPI BADONIA" userId="5875e0c1-f727-471f-be94-0832844896ec" providerId="ADAL" clId="{1803587A-7B7E-E343-A7B8-D348776F053B}" dt="2023-08-17T17:23:10.119" v="2264" actId="20577"/>
          <ac:spMkLst>
            <pc:docMk/>
            <pc:sldMk cId="2072548348" sldId="312"/>
            <ac:spMk id="3" creationId="{9766C25B-50FF-4F40-9299-BE57A2100C05}"/>
          </ac:spMkLst>
        </pc:spChg>
        <pc:spChg chg="add del mod">
          <ac:chgData name="KRIPI BADONIA" userId="5875e0c1-f727-471f-be94-0832844896ec" providerId="ADAL" clId="{1803587A-7B7E-E343-A7B8-D348776F053B}" dt="2023-08-17T12:08:24.651" v="877" actId="478"/>
          <ac:spMkLst>
            <pc:docMk/>
            <pc:sldMk cId="2072548348" sldId="312"/>
            <ac:spMk id="3" creationId="{A05406CF-D967-EB42-99C5-95709996D323}"/>
          </ac:spMkLst>
        </pc:spChg>
        <pc:spChg chg="add mod">
          <ac:chgData name="KRIPI BADONIA" userId="5875e0c1-f727-471f-be94-0832844896ec" providerId="ADAL" clId="{1803587A-7B7E-E343-A7B8-D348776F053B}" dt="2023-08-17T17:35:27.861" v="2460"/>
          <ac:spMkLst>
            <pc:docMk/>
            <pc:sldMk cId="2072548348" sldId="312"/>
            <ac:spMk id="4" creationId="{992B2F63-0A5A-F640-BF91-5C7004F8BC17}"/>
          </ac:spMkLst>
        </pc:spChg>
      </pc:sldChg>
      <pc:sldChg chg="modSp add mod">
        <pc:chgData name="KRIPI BADONIA" userId="5875e0c1-f727-471f-be94-0832844896ec" providerId="ADAL" clId="{1803587A-7B7E-E343-A7B8-D348776F053B}" dt="2023-08-17T17:44:46.646" v="2503" actId="20577"/>
        <pc:sldMkLst>
          <pc:docMk/>
          <pc:sldMk cId="2938042429" sldId="313"/>
        </pc:sldMkLst>
        <pc:spChg chg="mod">
          <ac:chgData name="KRIPI BADONIA" userId="5875e0c1-f727-471f-be94-0832844896ec" providerId="ADAL" clId="{1803587A-7B7E-E343-A7B8-D348776F053B}" dt="2023-08-17T17:44:46.646" v="2503" actId="20577"/>
          <ac:spMkLst>
            <pc:docMk/>
            <pc:sldMk cId="2938042429" sldId="313"/>
            <ac:spMk id="2" creationId="{2C3CE19A-D163-D672-E252-950B007F66D3}"/>
          </ac:spMkLst>
        </pc:spChg>
        <pc:spChg chg="mod">
          <ac:chgData name="KRIPI BADONIA" userId="5875e0c1-f727-471f-be94-0832844896ec" providerId="ADAL" clId="{1803587A-7B7E-E343-A7B8-D348776F053B}" dt="2023-08-17T12:08:34.583" v="879" actId="20577"/>
          <ac:spMkLst>
            <pc:docMk/>
            <pc:sldMk cId="2938042429" sldId="313"/>
            <ac:spMk id="3" creationId="{32A4C8F7-C76B-394A-9033-84522AEFC025}"/>
          </ac:spMkLst>
        </pc:spChg>
      </pc:sldChg>
      <pc:sldChg chg="add del">
        <pc:chgData name="KRIPI BADONIA" userId="5875e0c1-f727-471f-be94-0832844896ec" providerId="ADAL" clId="{1803587A-7B7E-E343-A7B8-D348776F053B}" dt="2023-08-17T12:06:21.847" v="678" actId="2696"/>
        <pc:sldMkLst>
          <pc:docMk/>
          <pc:sldMk cId="3005479458" sldId="313"/>
        </pc:sldMkLst>
      </pc:sldChg>
      <pc:sldChg chg="add del">
        <pc:chgData name="KRIPI BADONIA" userId="5875e0c1-f727-471f-be94-0832844896ec" providerId="ADAL" clId="{1803587A-7B7E-E343-A7B8-D348776F053B}" dt="2023-08-17T12:06:21.845" v="677" actId="2696"/>
        <pc:sldMkLst>
          <pc:docMk/>
          <pc:sldMk cId="1279570212" sldId="314"/>
        </pc:sldMkLst>
      </pc:sldChg>
      <pc:sldChg chg="addSp modSp add mod">
        <pc:chgData name="KRIPI BADONIA" userId="5875e0c1-f727-471f-be94-0832844896ec" providerId="ADAL" clId="{1803587A-7B7E-E343-A7B8-D348776F053B}" dt="2023-08-17T20:31:22.944" v="2596" actId="20577"/>
        <pc:sldMkLst>
          <pc:docMk/>
          <pc:sldMk cId="2564456597" sldId="314"/>
        </pc:sldMkLst>
        <pc:spChg chg="mod">
          <ac:chgData name="KRIPI BADONIA" userId="5875e0c1-f727-471f-be94-0832844896ec" providerId="ADAL" clId="{1803587A-7B7E-E343-A7B8-D348776F053B}" dt="2023-08-17T19:32:02.641" v="2547" actId="20577"/>
          <ac:spMkLst>
            <pc:docMk/>
            <pc:sldMk cId="2564456597" sldId="314"/>
            <ac:spMk id="2" creationId="{A6AA2842-23D1-9D4C-8C34-54F396B0B405}"/>
          </ac:spMkLst>
        </pc:spChg>
        <pc:spChg chg="add mod">
          <ac:chgData name="KRIPI BADONIA" userId="5875e0c1-f727-471f-be94-0832844896ec" providerId="ADAL" clId="{1803587A-7B7E-E343-A7B8-D348776F053B}" dt="2023-08-17T19:32:15.266" v="2548" actId="1076"/>
          <ac:spMkLst>
            <pc:docMk/>
            <pc:sldMk cId="2564456597" sldId="314"/>
            <ac:spMk id="3" creationId="{6320B5A0-D203-E84F-A2D0-8DA8E903C9E9}"/>
          </ac:spMkLst>
        </pc:spChg>
        <pc:spChg chg="add mod">
          <ac:chgData name="KRIPI BADONIA" userId="5875e0c1-f727-471f-be94-0832844896ec" providerId="ADAL" clId="{1803587A-7B7E-E343-A7B8-D348776F053B}" dt="2023-08-17T19:32:34.121" v="2580" actId="120"/>
          <ac:spMkLst>
            <pc:docMk/>
            <pc:sldMk cId="2564456597" sldId="314"/>
            <ac:spMk id="4" creationId="{E2DE7244-BDFD-A648-BB48-70D2A942EDDF}"/>
          </ac:spMkLst>
        </pc:spChg>
        <pc:spChg chg="add mod">
          <ac:chgData name="KRIPI BADONIA" userId="5875e0c1-f727-471f-be94-0832844896ec" providerId="ADAL" clId="{1803587A-7B7E-E343-A7B8-D348776F053B}" dt="2023-08-17T20:07:59.613" v="2584" actId="14100"/>
          <ac:spMkLst>
            <pc:docMk/>
            <pc:sldMk cId="2564456597" sldId="314"/>
            <ac:spMk id="5" creationId="{8A8E7DB8-964B-8B43-A9BC-D9B82DA166CF}"/>
          </ac:spMkLst>
        </pc:spChg>
        <pc:spChg chg="add mod">
          <ac:chgData name="KRIPI BADONIA" userId="5875e0c1-f727-471f-be94-0832844896ec" providerId="ADAL" clId="{1803587A-7B7E-E343-A7B8-D348776F053B}" dt="2023-08-17T20:07:45.830" v="2582" actId="1076"/>
          <ac:spMkLst>
            <pc:docMk/>
            <pc:sldMk cId="2564456597" sldId="314"/>
            <ac:spMk id="6" creationId="{ED41B5A2-3DDB-0244-96D4-644FA9C3CE28}"/>
          </ac:spMkLst>
        </pc:spChg>
        <pc:spChg chg="add mod">
          <ac:chgData name="KRIPI BADONIA" userId="5875e0c1-f727-471f-be94-0832844896ec" providerId="ADAL" clId="{1803587A-7B7E-E343-A7B8-D348776F053B}" dt="2023-08-17T20:08:25.964" v="2590" actId="14100"/>
          <ac:spMkLst>
            <pc:docMk/>
            <pc:sldMk cId="2564456597" sldId="314"/>
            <ac:spMk id="7" creationId="{A9762378-766F-4941-B4FE-9D288D6E4E80}"/>
          </ac:spMkLst>
        </pc:spChg>
        <pc:spChg chg="add mod">
          <ac:chgData name="KRIPI BADONIA" userId="5875e0c1-f727-471f-be94-0832844896ec" providerId="ADAL" clId="{1803587A-7B7E-E343-A7B8-D348776F053B}" dt="2023-08-17T20:31:22.944" v="2596" actId="20577"/>
          <ac:spMkLst>
            <pc:docMk/>
            <pc:sldMk cId="2564456597" sldId="314"/>
            <ac:spMk id="8" creationId="{890747FC-6584-EA47-B969-6F3BC58AFF79}"/>
          </ac:spMkLst>
        </pc:spChg>
      </pc:sldChg>
      <pc:sldChg chg="add">
        <pc:chgData name="KRIPI BADONIA" userId="5875e0c1-f727-471f-be94-0832844896ec" providerId="ADAL" clId="{1803587A-7B7E-E343-A7B8-D348776F053B}" dt="2023-08-17T19:31:23.982" v="2525"/>
        <pc:sldMkLst>
          <pc:docMk/>
          <pc:sldMk cId="907593752" sldId="315"/>
        </pc:sldMkLst>
      </pc:sldChg>
      <pc:sldChg chg="addSp modSp add del">
        <pc:chgData name="KRIPI BADONIA" userId="5875e0c1-f727-471f-be94-0832844896ec" providerId="ADAL" clId="{1803587A-7B7E-E343-A7B8-D348776F053B}" dt="2023-08-17T12:08:18.330" v="875" actId="2696"/>
        <pc:sldMkLst>
          <pc:docMk/>
          <pc:sldMk cId="2015101022" sldId="315"/>
        </pc:sldMkLst>
        <pc:spChg chg="add mod">
          <ac:chgData name="KRIPI BADONIA" userId="5875e0c1-f727-471f-be94-0832844896ec" providerId="ADAL" clId="{1803587A-7B7E-E343-A7B8-D348776F053B}" dt="2023-08-17T12:06:27.855" v="679" actId="767"/>
          <ac:spMkLst>
            <pc:docMk/>
            <pc:sldMk cId="2015101022" sldId="315"/>
            <ac:spMk id="2" creationId="{F6F88B87-6155-704D-A644-4359AB15B15C}"/>
          </ac:spMkLst>
        </pc:spChg>
        <pc:spChg chg="add mod">
          <ac:chgData name="KRIPI BADONIA" userId="5875e0c1-f727-471f-be94-0832844896ec" providerId="ADAL" clId="{1803587A-7B7E-E343-A7B8-D348776F053B}" dt="2023-08-17T12:06:29.258" v="680" actId="767"/>
          <ac:spMkLst>
            <pc:docMk/>
            <pc:sldMk cId="2015101022" sldId="315"/>
            <ac:spMk id="3" creationId="{09575652-70B7-3A4A-8A14-4117B88ED2E4}"/>
          </ac:spMkLst>
        </pc:spChg>
      </pc:sldChg>
      <pc:sldChg chg="addSp delSp modSp add mod">
        <pc:chgData name="KRIPI BADONIA" userId="5875e0c1-f727-471f-be94-0832844896ec" providerId="ADAL" clId="{1803587A-7B7E-E343-A7B8-D348776F053B}" dt="2023-08-17T21:10:10.369" v="2616" actId="14100"/>
        <pc:sldMkLst>
          <pc:docMk/>
          <pc:sldMk cId="4188307515" sldId="316"/>
        </pc:sldMkLst>
        <pc:picChg chg="add del mod">
          <ac:chgData name="KRIPI BADONIA" userId="5875e0c1-f727-471f-be94-0832844896ec" providerId="ADAL" clId="{1803587A-7B7E-E343-A7B8-D348776F053B}" dt="2023-08-17T21:08:17.178" v="2609" actId="478"/>
          <ac:picMkLst>
            <pc:docMk/>
            <pc:sldMk cId="4188307515" sldId="316"/>
            <ac:picMk id="3" creationId="{C33ED89F-18B3-F444-B326-B717A710F595}"/>
          </ac:picMkLst>
        </pc:picChg>
        <pc:picChg chg="add mod">
          <ac:chgData name="KRIPI BADONIA" userId="5875e0c1-f727-471f-be94-0832844896ec" providerId="ADAL" clId="{1803587A-7B7E-E343-A7B8-D348776F053B}" dt="2023-08-17T21:10:10.369" v="2616" actId="14100"/>
          <ac:picMkLst>
            <pc:docMk/>
            <pc:sldMk cId="4188307515" sldId="316"/>
            <ac:picMk id="5" creationId="{C34EAE79-A658-284C-ABEB-E719869E0C14}"/>
          </ac:picMkLst>
        </pc:picChg>
      </pc:sldChg>
      <pc:sldChg chg="add">
        <pc:chgData name="KRIPI BADONIA" userId="5875e0c1-f727-471f-be94-0832844896ec" providerId="ADAL" clId="{1803587A-7B7E-E343-A7B8-D348776F053B}" dt="2023-08-17T19:31:24.541" v="2527"/>
        <pc:sldMkLst>
          <pc:docMk/>
          <pc:sldMk cId="2701717150" sldId="317"/>
        </pc:sldMkLst>
      </pc:sldChg>
      <pc:sldChg chg="add">
        <pc:chgData name="KRIPI BADONIA" userId="5875e0c1-f727-471f-be94-0832844896ec" providerId="ADAL" clId="{1803587A-7B7E-E343-A7B8-D348776F053B}" dt="2023-08-17T19:31:24.839" v="2528"/>
        <pc:sldMkLst>
          <pc:docMk/>
          <pc:sldMk cId="2580202144" sldId="318"/>
        </pc:sldMkLst>
      </pc:sldChg>
      <pc:sldChg chg="add">
        <pc:chgData name="KRIPI BADONIA" userId="5875e0c1-f727-471f-be94-0832844896ec" providerId="ADAL" clId="{1803587A-7B7E-E343-A7B8-D348776F053B}" dt="2023-08-17T19:31:25.099" v="2529"/>
        <pc:sldMkLst>
          <pc:docMk/>
          <pc:sldMk cId="3557623162" sldId="319"/>
        </pc:sldMkLst>
      </pc:sldChg>
      <pc:sldChg chg="add">
        <pc:chgData name="KRIPI BADONIA" userId="5875e0c1-f727-471f-be94-0832844896ec" providerId="ADAL" clId="{1803587A-7B7E-E343-A7B8-D348776F053B}" dt="2023-08-17T19:31:32.742" v="2530"/>
        <pc:sldMkLst>
          <pc:docMk/>
          <pc:sldMk cId="982315962" sldId="320"/>
        </pc:sldMkLst>
      </pc:sldChg>
      <pc:sldChg chg="add del">
        <pc:chgData name="KRIPI BADONIA" userId="5875e0c1-f727-471f-be94-0832844896ec" providerId="ADAL" clId="{1803587A-7B7E-E343-A7B8-D348776F053B}" dt="2023-08-17T19:31:48.975" v="2535"/>
        <pc:sldMkLst>
          <pc:docMk/>
          <pc:sldMk cId="1329233835" sldId="321"/>
        </pc:sldMkLst>
      </pc:sldChg>
    </pc:docChg>
  </pc:docChgLst>
  <pc:docChgLst>
    <pc:chgData name="SHIVAM PATHAK" userId="98657f1d-a575-4ed8-ae6e-c7768e70acff" providerId="ADAL" clId="{60F79532-FB4D-42D5-A4C9-BB6FEBE70D53}"/>
    <pc:docChg chg="modSld">
      <pc:chgData name="SHIVAM PATHAK" userId="98657f1d-a575-4ed8-ae6e-c7768e70acff" providerId="ADAL" clId="{60F79532-FB4D-42D5-A4C9-BB6FEBE70D53}" dt="2023-08-17T20:55:54.803" v="34" actId="20577"/>
      <pc:docMkLst>
        <pc:docMk/>
      </pc:docMkLst>
      <pc:sldChg chg="modSp mod">
        <pc:chgData name="SHIVAM PATHAK" userId="98657f1d-a575-4ed8-ae6e-c7768e70acff" providerId="ADAL" clId="{60F79532-FB4D-42D5-A4C9-BB6FEBE70D53}" dt="2023-08-17T20:55:54.803" v="34" actId="20577"/>
        <pc:sldMkLst>
          <pc:docMk/>
          <pc:sldMk cId="2564456597" sldId="314"/>
        </pc:sldMkLst>
        <pc:spChg chg="mod">
          <ac:chgData name="SHIVAM PATHAK" userId="98657f1d-a575-4ed8-ae6e-c7768e70acff" providerId="ADAL" clId="{60F79532-FB4D-42D5-A4C9-BB6FEBE70D53}" dt="2023-08-17T20:55:54.803" v="34" actId="20577"/>
          <ac:spMkLst>
            <pc:docMk/>
            <pc:sldMk cId="2564456597" sldId="314"/>
            <ac:spMk id="2" creationId="{A6AA2842-23D1-9D4C-8C34-54F396B0B40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42FF2D-58AF-586E-C3D0-82CC7FC55E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DFDDB-E968-E7C7-8E73-1566FEA81C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9068D-5EA1-7844-9A6A-149FA7EB4DF8}" type="datetimeFigureOut">
              <a:rPr lang="en-FR" smtClean="0"/>
              <a:t>08/17/2023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62E6-69EE-C53F-04EE-337A99E111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2FC99-9668-51B6-A8C1-6401018DF7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F9C04-B9A8-894E-BDFA-A209B34E9030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97124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262AB-B44A-1A4A-874E-5D8224A34BC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FA511-7CE7-5C42-956E-04E62B4D9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04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V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Logo_WH" descr="Accenture logo in white">
            <a:extLst>
              <a:ext uri="{FF2B5EF4-FFF2-40B4-BE49-F238E27FC236}">
                <a16:creationId xmlns:a16="http://schemas.microsoft.com/office/drawing/2014/main" id="{7CC626E0-40D0-5F04-1044-245D345DE68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609600" y="412796"/>
            <a:ext cx="1883664" cy="496247"/>
            <a:chOff x="1561" y="187"/>
            <a:chExt cx="4536" cy="1195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02DC7B-A111-C51E-DD09-04A824EC0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Graphik Regular" panose="020B0503030202060203" pitchFamily="34" charset="-18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3C76F4C-D746-C5A4-2DC4-862D03515AA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Graphik Regular" panose="020B0503030202060203" pitchFamily="34" charset="-1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8568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option with tex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Logo_WH" descr="Accenture logo in white">
            <a:extLst>
              <a:ext uri="{FF2B5EF4-FFF2-40B4-BE49-F238E27FC236}">
                <a16:creationId xmlns:a16="http://schemas.microsoft.com/office/drawing/2014/main" id="{7CC626E0-40D0-5F04-1044-245D345DE68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609600" y="412796"/>
            <a:ext cx="1883664" cy="496247"/>
            <a:chOff x="1561" y="187"/>
            <a:chExt cx="4536" cy="1195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02DC7B-A111-C51E-DD09-04A824EC0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Graphik Regular" panose="020B0503030202060203" pitchFamily="34" charset="-18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3C76F4C-D746-C5A4-2DC4-862D03515AA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Graphik Regular" panose="020B0503030202060203" pitchFamily="34" charset="-1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9986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option with tex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1C8DF0-885B-D4C8-B9B3-BF69A6CF15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76"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grpSp>
        <p:nvGrpSpPr>
          <p:cNvPr id="24" name="Logo_WH" descr="Accenture logo in white">
            <a:extLst>
              <a:ext uri="{FF2B5EF4-FFF2-40B4-BE49-F238E27FC236}">
                <a16:creationId xmlns:a16="http://schemas.microsoft.com/office/drawing/2014/main" id="{7CC626E0-40D0-5F04-1044-245D345DE68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49842" y="729971"/>
            <a:ext cx="1883664" cy="496247"/>
            <a:chOff x="1561" y="187"/>
            <a:chExt cx="4536" cy="1195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A02DC7B-A111-C51E-DD09-04A824EC05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Graphik Regular" panose="020B0503030202060203" pitchFamily="34" charset="-18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3C76F4C-D746-C5A4-2DC4-862D03515AA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Graphik Regular" panose="020B0503030202060203" pitchFamily="34" charset="-18"/>
              </a:endParaRP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08B71D-19A7-0ADA-60CF-70131C85EA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9842" y="2452437"/>
            <a:ext cx="5387163" cy="2455247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6000" b="1" i="0">
                <a:solidFill>
                  <a:schemeClr val="bg1"/>
                </a:solidFill>
                <a:latin typeface="Graphik Semibold" panose="020B0503030202060203" pitchFamily="34" charset="77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7F2630-1EA7-C8DA-4E37-34D0FEF1C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9842" y="5449456"/>
            <a:ext cx="4924425" cy="338394"/>
          </a:xfrm>
        </p:spPr>
        <p:txBody>
          <a:bodyPr/>
          <a:lstStyle>
            <a:lvl1pPr>
              <a:spcAft>
                <a:spcPts val="600"/>
              </a:spcAft>
              <a:defRPr sz="2100" b="1" i="0">
                <a:solidFill>
                  <a:schemeClr val="bg1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/>
            </a:lvl2pPr>
            <a:lvl3pPr marL="274320" indent="0">
              <a:buNone/>
              <a:defRPr/>
            </a:lvl3pPr>
            <a:lvl4pPr marL="548640" indent="0">
              <a:buNone/>
              <a:defRPr/>
            </a:lvl4pPr>
            <a:lvl5pPr marL="822960" indent="0">
              <a:buNone/>
              <a:defRPr/>
            </a:lvl5pPr>
          </a:lstStyle>
          <a:p>
            <a:pPr lvl="0"/>
            <a:r>
              <a:rPr lang="en-US"/>
              <a:t>Speaker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CA1C50B2-C689-B012-4A6A-5182B2982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9842" y="5879762"/>
            <a:ext cx="4924425" cy="338394"/>
          </a:xfrm>
        </p:spPr>
        <p:txBody>
          <a:bodyPr/>
          <a:lstStyle>
            <a:lvl1pPr>
              <a:spcAft>
                <a:spcPts val="600"/>
              </a:spcAft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74320" indent="0">
              <a:buNone/>
              <a:defRPr/>
            </a:lvl3pPr>
            <a:lvl4pPr marL="548640" indent="0">
              <a:buNone/>
              <a:defRPr/>
            </a:lvl4pPr>
            <a:lvl5pPr marL="822960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48DD2B2-FF2E-8E14-18D6-CDF6C97F74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9842" y="6236787"/>
            <a:ext cx="4924425" cy="338394"/>
          </a:xfrm>
        </p:spPr>
        <p:txBody>
          <a:bodyPr/>
          <a:lstStyle>
            <a:lvl1pPr>
              <a:spcAft>
                <a:spcPts val="600"/>
              </a:spcAft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74320" indent="0">
              <a:buNone/>
              <a:defRPr/>
            </a:lvl3pPr>
            <a:lvl4pPr marL="548640" indent="0">
              <a:buNone/>
              <a:defRPr/>
            </a:lvl4pPr>
            <a:lvl5pPr marL="822960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9136880-59B9-B952-EED3-02D1BC438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842" y="6562103"/>
            <a:ext cx="4924425" cy="338394"/>
          </a:xfrm>
        </p:spPr>
        <p:txBody>
          <a:bodyPr/>
          <a:lstStyle>
            <a:lvl1pPr>
              <a:spcAft>
                <a:spcPts val="600"/>
              </a:spcAft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74320" indent="0">
              <a:buNone/>
              <a:defRPr/>
            </a:lvl3pPr>
            <a:lvl4pPr marL="548640" indent="0">
              <a:buNone/>
              <a:defRPr/>
            </a:lvl4pPr>
            <a:lvl5pPr marL="822960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EB14AF5-2472-CD4A-98BC-D6BCDF0D4A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0194" y="6922850"/>
            <a:ext cx="4924425" cy="338394"/>
          </a:xfrm>
        </p:spPr>
        <p:txBody>
          <a:bodyPr/>
          <a:lstStyle>
            <a:lvl1pPr>
              <a:spcAft>
                <a:spcPts val="600"/>
              </a:spcAft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/>
            </a:lvl2pPr>
            <a:lvl3pPr marL="274320" indent="0">
              <a:buNone/>
              <a:defRPr/>
            </a:lvl3pPr>
            <a:lvl4pPr marL="548640" indent="0">
              <a:buNone/>
              <a:defRPr/>
            </a:lvl4pPr>
            <a:lvl5pPr marL="822960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10" name="Picture 9" descr="A person's face on a cell phone&#10;&#10;Description automatically generated">
            <a:extLst>
              <a:ext uri="{FF2B5EF4-FFF2-40B4-BE49-F238E27FC236}">
                <a16:creationId xmlns:a16="http://schemas.microsoft.com/office/drawing/2014/main" id="{06D25DBD-3647-8831-DE6C-E49A4747C4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804" y="585295"/>
            <a:ext cx="6401693" cy="705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97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DBF8BAFF-84A2-7755-0509-BB37C42FF4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2309835"/>
            <a:ext cx="5582055" cy="46772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lang="en-GB" sz="3200" b="1" i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b="1" i="0">
                <a:solidFill>
                  <a:srgbClr val="7500C0"/>
                </a:solidFill>
                <a:latin typeface="Graphik Semibold" panose="020B0503030202060203" pitchFamily="34" charset="77"/>
              </a:defRPr>
            </a:lvl2pPr>
            <a:lvl3pPr>
              <a:defRPr b="1" i="0">
                <a:solidFill>
                  <a:srgbClr val="7500C0"/>
                </a:solidFill>
                <a:latin typeface="Graphik Semibold" panose="020B0503030202060203" pitchFamily="34" charset="77"/>
              </a:defRPr>
            </a:lvl3pPr>
            <a:lvl4pPr>
              <a:defRPr b="1" i="0">
                <a:solidFill>
                  <a:srgbClr val="7500C0"/>
                </a:solidFill>
                <a:latin typeface="Graphik Semibold" panose="020B0503030202060203" pitchFamily="34" charset="77"/>
              </a:defRPr>
            </a:lvl4pPr>
            <a:lvl5pPr>
              <a:defRPr b="1" i="0">
                <a:solidFill>
                  <a:srgbClr val="7500C0"/>
                </a:solidFill>
                <a:latin typeface="Graphik Semibold" panose="020B0503030202060203" pitchFamily="34" charset="77"/>
              </a:defRPr>
            </a:lvl5pPr>
          </a:lstStyle>
          <a:p>
            <a:pPr marL="0" lvl="0" indent="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7" name="GTS_Purple" descr="Accenture Greater Than symbol in purple">
            <a:extLst>
              <a:ext uri="{FF2B5EF4-FFF2-40B4-BE49-F238E27FC236}">
                <a16:creationId xmlns:a16="http://schemas.microsoft.com/office/drawing/2014/main" id="{9C0AC52E-B5F8-90CD-69FC-19A9EEAAEF4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09600" y="7678958"/>
            <a:ext cx="229304" cy="251800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0177" tIns="40088" rIns="80177" bIns="40088" numCol="1" anchor="t" anchorCtr="0" compatLnSpc="1">
            <a:prstTxWarp prst="textNoShape">
              <a:avLst/>
            </a:prstTxWarp>
          </a:bodyPr>
          <a:lstStyle/>
          <a:p>
            <a:endParaRPr lang="en-US" sz="1578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585F42-E75A-194F-95DD-A49C983CEF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37329"/>
            <a:ext cx="347663" cy="365355"/>
          </a:xfrm>
        </p:spPr>
        <p:txBody>
          <a:bodyPr/>
          <a:lstStyle>
            <a:lvl1pPr>
              <a:spcAft>
                <a:spcPts val="600"/>
              </a:spcAft>
              <a:defRPr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CBC314-8B1D-DFC4-AE8E-1FB47E28C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9025" y="3137330"/>
            <a:ext cx="5102630" cy="365355"/>
          </a:xfrm>
        </p:spPr>
        <p:txBody>
          <a:bodyPr/>
          <a:lstStyle>
            <a:lvl1pPr>
              <a:spcAft>
                <a:spcPts val="6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13A2A164-3A2B-E4CD-37E1-F39540ABCF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3700065"/>
            <a:ext cx="347663" cy="365355"/>
          </a:xfrm>
        </p:spPr>
        <p:txBody>
          <a:bodyPr/>
          <a:lstStyle>
            <a:lvl1pPr>
              <a:spcAft>
                <a:spcPts val="600"/>
              </a:spcAft>
              <a:defRPr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705723C-92D1-4BED-A882-FEA09A883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9025" y="3700065"/>
            <a:ext cx="5102630" cy="365355"/>
          </a:xfrm>
        </p:spPr>
        <p:txBody>
          <a:bodyPr/>
          <a:lstStyle>
            <a:lvl1pPr>
              <a:spcAft>
                <a:spcPts val="6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45D0A51B-2FD0-A44C-9823-24B5ECDAF1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4262800"/>
            <a:ext cx="347663" cy="365355"/>
          </a:xfrm>
        </p:spPr>
        <p:txBody>
          <a:bodyPr/>
          <a:lstStyle>
            <a:lvl1pPr>
              <a:spcAft>
                <a:spcPts val="600"/>
              </a:spcAft>
              <a:defRPr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4A588F-6FF2-4505-B49B-833FF026A365}"/>
              </a:ext>
            </a:extLst>
          </p:cNvPr>
          <p:cNvSpPr/>
          <p:nvPr userDrawn="1"/>
        </p:nvSpPr>
        <p:spPr>
          <a:xfrm>
            <a:off x="7569429" y="0"/>
            <a:ext cx="7060971" cy="822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1EAF944-1FF2-CF5D-1FC6-D1B5BEB426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89025" y="4262800"/>
            <a:ext cx="5102630" cy="365355"/>
          </a:xfrm>
        </p:spPr>
        <p:txBody>
          <a:bodyPr/>
          <a:lstStyle>
            <a:lvl1pPr>
              <a:spcAft>
                <a:spcPts val="6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801BDFDF-0F5B-C8D1-211F-675A17F2DD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4825535"/>
            <a:ext cx="347663" cy="365355"/>
          </a:xfrm>
        </p:spPr>
        <p:txBody>
          <a:bodyPr/>
          <a:lstStyle>
            <a:lvl1pPr>
              <a:spcAft>
                <a:spcPts val="600"/>
              </a:spcAft>
              <a:defRPr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D8E9E30C-B331-ED7E-8DA3-A4E01EE2A6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89025" y="4825535"/>
            <a:ext cx="5102630" cy="365355"/>
          </a:xfrm>
        </p:spPr>
        <p:txBody>
          <a:bodyPr/>
          <a:lstStyle>
            <a:lvl1pPr>
              <a:spcAft>
                <a:spcPts val="6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FE46ACDB-B70A-125E-786A-501A58EC05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" y="5388270"/>
            <a:ext cx="347663" cy="365355"/>
          </a:xfrm>
        </p:spPr>
        <p:txBody>
          <a:bodyPr/>
          <a:lstStyle>
            <a:lvl1pPr>
              <a:spcAft>
                <a:spcPts val="600"/>
              </a:spcAft>
              <a:defRPr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6BC4C91-71DB-91AF-C49F-0E10712110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89025" y="5388270"/>
            <a:ext cx="5102630" cy="365355"/>
          </a:xfrm>
        </p:spPr>
        <p:txBody>
          <a:bodyPr/>
          <a:lstStyle>
            <a:lvl1pPr>
              <a:spcAft>
                <a:spcPts val="6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FD9C6F1-F93D-D0C1-CB68-BD82E78C6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047" t="6387" r="85848" b="5742"/>
          <a:stretch/>
        </p:blipFill>
        <p:spPr>
          <a:xfrm>
            <a:off x="7122862" y="1"/>
            <a:ext cx="446567" cy="8229599"/>
          </a:xfrm>
          <a:prstGeom prst="rect">
            <a:avLst/>
          </a:prstGeom>
        </p:spPr>
      </p:pic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461F6402-56A5-E6F0-D359-7D9DB4915C2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72375" y="0"/>
            <a:ext cx="7058025" cy="822960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709833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4F4F8886-3938-CABE-7A0C-44F12CDA94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233"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B22BF80-2528-5932-A7DB-7E55B0B9F633}"/>
              </a:ext>
            </a:extLst>
          </p:cNvPr>
          <p:cNvSpPr/>
          <p:nvPr userDrawn="1"/>
        </p:nvSpPr>
        <p:spPr>
          <a:xfrm>
            <a:off x="0" y="0"/>
            <a:ext cx="14630401" cy="737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80DA26-1D2C-09C8-3705-1088C7DD7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981" b="23302"/>
          <a:stretch/>
        </p:blipFill>
        <p:spPr>
          <a:xfrm>
            <a:off x="0" y="1179443"/>
            <a:ext cx="7315200" cy="540550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315ABB2-D549-868D-CDCB-3A69B62AA79C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D68520-CF99-5F8D-D27C-EF9204EC43E5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bg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0283AEB-C1C0-3F6E-BEDC-5C7FA9D0C8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" y="7605806"/>
            <a:ext cx="229304" cy="242794"/>
          </a:xfrm>
          <a:prstGeom prst="rect">
            <a:avLst/>
          </a:prstGeom>
        </p:spPr>
      </p:pic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66265214-3B2D-4B1F-D5DE-091932CF79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41239" y="2075920"/>
            <a:ext cx="5582055" cy="46772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1200"/>
              </a:spcAft>
              <a:buNone/>
              <a:defRPr lang="en-GB" sz="3200" b="1" i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b="1" i="0">
                <a:solidFill>
                  <a:srgbClr val="7500C0"/>
                </a:solidFill>
                <a:latin typeface="Graphik Semibold" panose="020B0503030202060203" pitchFamily="34" charset="77"/>
              </a:defRPr>
            </a:lvl2pPr>
            <a:lvl3pPr>
              <a:defRPr b="1" i="0">
                <a:solidFill>
                  <a:srgbClr val="7500C0"/>
                </a:solidFill>
                <a:latin typeface="Graphik Semibold" panose="020B0503030202060203" pitchFamily="34" charset="77"/>
              </a:defRPr>
            </a:lvl3pPr>
            <a:lvl4pPr>
              <a:defRPr b="1" i="0">
                <a:solidFill>
                  <a:srgbClr val="7500C0"/>
                </a:solidFill>
                <a:latin typeface="Graphik Semibold" panose="020B0503030202060203" pitchFamily="34" charset="77"/>
              </a:defRPr>
            </a:lvl4pPr>
            <a:lvl5pPr>
              <a:defRPr b="1" i="0">
                <a:solidFill>
                  <a:srgbClr val="7500C0"/>
                </a:solidFill>
                <a:latin typeface="Graphik Semibold" panose="020B0503030202060203" pitchFamily="34" charset="77"/>
              </a:defRPr>
            </a:lvl5pPr>
          </a:lstStyle>
          <a:p>
            <a:pPr marL="0" lvl="0" indent="0" algn="l" defTabSz="2743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"/>
              </a:spcAft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77A6A6A-BBBC-7BF6-31DB-43AA32C0CB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41239" y="2903414"/>
            <a:ext cx="347663" cy="365355"/>
          </a:xfrm>
        </p:spPr>
        <p:txBody>
          <a:bodyPr/>
          <a:lstStyle>
            <a:lvl1pPr>
              <a:spcAft>
                <a:spcPts val="1200"/>
              </a:spcAft>
              <a:defRPr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504A330A-6F88-22FD-CED3-03E93D38B9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20664" y="2903415"/>
            <a:ext cx="5102630" cy="365355"/>
          </a:xfrm>
        </p:spPr>
        <p:txBody>
          <a:bodyPr/>
          <a:lstStyle>
            <a:lvl1pPr>
              <a:spcAft>
                <a:spcPts val="12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0B664DB1-F35F-FB79-16F1-A1264B0E64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41239" y="3466150"/>
            <a:ext cx="347663" cy="365355"/>
          </a:xfrm>
        </p:spPr>
        <p:txBody>
          <a:bodyPr/>
          <a:lstStyle>
            <a:lvl1pPr>
              <a:spcAft>
                <a:spcPts val="1200"/>
              </a:spcAft>
              <a:defRPr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42D5F55-B357-32A1-CE3C-529A9F9A53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20664" y="3466150"/>
            <a:ext cx="5102630" cy="365355"/>
          </a:xfrm>
        </p:spPr>
        <p:txBody>
          <a:bodyPr/>
          <a:lstStyle>
            <a:lvl1pPr>
              <a:spcAft>
                <a:spcPts val="12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67FCE84D-19FB-17D8-323B-0BD7DD901C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1239" y="4028885"/>
            <a:ext cx="347663" cy="365355"/>
          </a:xfrm>
        </p:spPr>
        <p:txBody>
          <a:bodyPr/>
          <a:lstStyle>
            <a:lvl1pPr>
              <a:spcAft>
                <a:spcPts val="1200"/>
              </a:spcAft>
              <a:defRPr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46040E31-3C10-9F36-5204-7AEFC2A351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20664" y="4028885"/>
            <a:ext cx="5102630" cy="365355"/>
          </a:xfrm>
        </p:spPr>
        <p:txBody>
          <a:bodyPr/>
          <a:lstStyle>
            <a:lvl1pPr>
              <a:spcAft>
                <a:spcPts val="12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A8771A9A-ADC3-8654-AE6E-D20C3FCF1F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41239" y="4591620"/>
            <a:ext cx="347663" cy="365355"/>
          </a:xfrm>
        </p:spPr>
        <p:txBody>
          <a:bodyPr/>
          <a:lstStyle>
            <a:lvl1pPr>
              <a:spcAft>
                <a:spcPts val="1200"/>
              </a:spcAft>
              <a:defRPr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B6123CFF-666D-4C6F-90A7-5EBA158892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20664" y="4591620"/>
            <a:ext cx="5102630" cy="365355"/>
          </a:xfrm>
        </p:spPr>
        <p:txBody>
          <a:bodyPr/>
          <a:lstStyle>
            <a:lvl1pPr>
              <a:spcAft>
                <a:spcPts val="12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35824258-6AFD-C82A-F1B9-E8024D4D49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1239" y="5154355"/>
            <a:ext cx="347663" cy="365355"/>
          </a:xfrm>
        </p:spPr>
        <p:txBody>
          <a:bodyPr/>
          <a:lstStyle>
            <a:lvl1pPr>
              <a:spcAft>
                <a:spcPts val="1200"/>
              </a:spcAft>
              <a:defRPr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FontTx/>
              <a:buNone/>
              <a:defRPr/>
            </a:lvl2pPr>
            <a:lvl3pPr marL="274320" indent="0">
              <a:buFontTx/>
              <a:buNone/>
              <a:defRPr/>
            </a:lvl3pPr>
            <a:lvl4pPr marL="548640" indent="0">
              <a:buFontTx/>
              <a:buNone/>
              <a:defRPr/>
            </a:lvl4pPr>
            <a:lvl5pPr marL="82296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1E83E5-A993-7D80-1131-D042563E19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20664" y="5154355"/>
            <a:ext cx="5102630" cy="365355"/>
          </a:xfrm>
        </p:spPr>
        <p:txBody>
          <a:bodyPr/>
          <a:lstStyle>
            <a:lvl1pPr>
              <a:spcAft>
                <a:spcPts val="12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6E65B11-C4FB-BE47-1732-074E472ED13B}"/>
              </a:ext>
            </a:extLst>
          </p:cNvPr>
          <p:cNvSpPr/>
          <p:nvPr userDrawn="1"/>
        </p:nvSpPr>
        <p:spPr>
          <a:xfrm>
            <a:off x="-16042" y="1555611"/>
            <a:ext cx="6868633" cy="46531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49" name="Picture Placeholder 4">
            <a:extLst>
              <a:ext uri="{FF2B5EF4-FFF2-40B4-BE49-F238E27FC236}">
                <a16:creationId xmlns:a16="http://schemas.microsoft.com/office/drawing/2014/main" id="{7DF8845E-02AF-6B64-7A9B-E454E46F66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555611"/>
            <a:ext cx="6868633" cy="465317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269648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9C43FEFF-5767-1F49-1138-C7A05D5F6D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233"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3A0FD18-7E43-B196-AF23-135599265983}"/>
              </a:ext>
            </a:extLst>
          </p:cNvPr>
          <p:cNvSpPr/>
          <p:nvPr userDrawn="1"/>
        </p:nvSpPr>
        <p:spPr>
          <a:xfrm>
            <a:off x="0" y="0"/>
            <a:ext cx="14630401" cy="737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EB9CE-C1C4-8AF4-319B-9C7FD8ACA2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822325"/>
            <a:ext cx="13404709" cy="739775"/>
          </a:xfrm>
        </p:spPr>
        <p:txBody>
          <a:bodyPr/>
          <a:lstStyle>
            <a:lvl1pPr>
              <a:spcAft>
                <a:spcPts val="120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058E894-35A9-49D0-E3FB-C4785E59DF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961067"/>
            <a:ext cx="13411059" cy="5290633"/>
          </a:xfrm>
        </p:spPr>
        <p:txBody>
          <a:bodyPr/>
          <a:lstStyle>
            <a:lvl1pPr>
              <a:spcAft>
                <a:spcPts val="12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D3CA7F-C375-C155-9455-F4C79BB2840E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82DF77-28DA-B400-E7A0-12D2AC30C499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bg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845E71-5463-AB55-3C01-7A5B51FBD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" y="7605806"/>
            <a:ext cx="229304" cy="24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99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F6362568-7A46-664B-8452-26AB71B1B9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233"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FCEBCBD-1797-28F4-DD50-2DAF909CE94C}"/>
              </a:ext>
            </a:extLst>
          </p:cNvPr>
          <p:cNvSpPr/>
          <p:nvPr userDrawn="1"/>
        </p:nvSpPr>
        <p:spPr>
          <a:xfrm>
            <a:off x="0" y="0"/>
            <a:ext cx="14630401" cy="737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>
              <a:spcAft>
                <a:spcPts val="1200"/>
              </a:spcAft>
            </a:pPr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EB9CE-C1C4-8AF4-319B-9C7FD8ACA2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822325"/>
            <a:ext cx="13404709" cy="739775"/>
          </a:xfrm>
        </p:spPr>
        <p:txBody>
          <a:bodyPr/>
          <a:lstStyle>
            <a:lvl1pPr>
              <a:spcAft>
                <a:spcPts val="120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058E894-35A9-49D0-E3FB-C4785E59DF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961067"/>
            <a:ext cx="4076699" cy="5290633"/>
          </a:xfrm>
        </p:spPr>
        <p:txBody>
          <a:bodyPr/>
          <a:lstStyle>
            <a:lvl1pPr>
              <a:spcAft>
                <a:spcPts val="12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9EB83AF6-34EF-7C4A-7B7C-46E06F23C0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76850" y="1961067"/>
            <a:ext cx="4076699" cy="5290633"/>
          </a:xfrm>
        </p:spPr>
        <p:txBody>
          <a:bodyPr/>
          <a:lstStyle>
            <a:lvl1pPr>
              <a:spcAft>
                <a:spcPts val="12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77997AD-7A68-2769-082B-913EB5ADA0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4101" y="1961067"/>
            <a:ext cx="4076699" cy="5290633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20ECF-33E1-BA93-C318-1771DE0A8207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72D4D2-51B9-A985-92A4-ACCF81F75390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bg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EBEAEE-B6E6-2284-0DB9-B8D045C0C0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" y="7605806"/>
            <a:ext cx="229304" cy="24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3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B8D82727-5921-F63F-F720-95C93269A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233"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0C544B5-F4B9-68F6-FE8A-6F51FC8E1A42}"/>
              </a:ext>
            </a:extLst>
          </p:cNvPr>
          <p:cNvSpPr/>
          <p:nvPr userDrawn="1"/>
        </p:nvSpPr>
        <p:spPr>
          <a:xfrm>
            <a:off x="0" y="0"/>
            <a:ext cx="14630401" cy="737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EB9CE-C1C4-8AF4-319B-9C7FD8ACA2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822325"/>
            <a:ext cx="13404709" cy="739775"/>
          </a:xfrm>
        </p:spPr>
        <p:txBody>
          <a:bodyPr/>
          <a:lstStyle>
            <a:lvl1pPr>
              <a:spcAft>
                <a:spcPts val="24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058E894-35A9-49D0-E3FB-C4785E59DF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4114800"/>
            <a:ext cx="4076699" cy="3136900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9EB83AF6-34EF-7C4A-7B7C-46E06F23C0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76850" y="4114800"/>
            <a:ext cx="4076699" cy="3136900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77997AD-7A68-2769-082B-913EB5ADA0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44101" y="4114800"/>
            <a:ext cx="4076699" cy="3136900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4CE95D-94AD-0886-F190-073CDAC4A7E3}"/>
              </a:ext>
            </a:extLst>
          </p:cNvPr>
          <p:cNvSpPr/>
          <p:nvPr userDrawn="1"/>
        </p:nvSpPr>
        <p:spPr>
          <a:xfrm>
            <a:off x="609600" y="1961067"/>
            <a:ext cx="4076699" cy="19632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D8AD2C0-450E-BC30-5A23-82F16413E3D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460" y="1961067"/>
            <a:ext cx="4076699" cy="1963233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47ADFA-FB04-805B-902F-26E29A067A32}"/>
              </a:ext>
            </a:extLst>
          </p:cNvPr>
          <p:cNvSpPr/>
          <p:nvPr userDrawn="1"/>
        </p:nvSpPr>
        <p:spPr>
          <a:xfrm>
            <a:off x="5295900" y="1958946"/>
            <a:ext cx="4076698" cy="19632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1E3459-75E9-D0CC-7BE0-D3A9BDC453A2}"/>
              </a:ext>
            </a:extLst>
          </p:cNvPr>
          <p:cNvSpPr/>
          <p:nvPr userDrawn="1"/>
        </p:nvSpPr>
        <p:spPr>
          <a:xfrm>
            <a:off x="9943960" y="1968045"/>
            <a:ext cx="4076699" cy="19632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0BDC4116-F42C-52BF-D765-6BEF59937AF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43679" y="1961067"/>
            <a:ext cx="4076698" cy="1963233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181DF4A-167D-46CE-A60D-1C556200F4B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95619" y="1961067"/>
            <a:ext cx="4076698" cy="1963233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46D460-FFA7-45C4-0487-74E9CE94D6BA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8A963-624A-E52D-63C6-DA19DF6876A4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bg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B6FE2EC-B09D-E3EC-351D-A667AA081B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" y="7605806"/>
            <a:ext cx="229304" cy="24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8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80DA26-1D2C-09C8-3705-1088C7DD7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87" b="5742"/>
          <a:stretch/>
        </p:blipFill>
        <p:spPr>
          <a:xfrm>
            <a:off x="0" y="0"/>
            <a:ext cx="7315200" cy="8229599"/>
          </a:xfrm>
          <a:prstGeom prst="rect">
            <a:avLst/>
          </a:prstGeom>
        </p:spPr>
      </p:pic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E0241A3-1D2A-6A7A-E6F9-E0646F67B6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868633" cy="822959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Insert an image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DD413B-2B56-48DD-FE81-51ECE308C0F7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tx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CC0CFD-51DD-FB8C-F09C-8E45A43F7C23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tx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DBFE9A4-05CC-1359-EE6E-B3923BFD0E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91156" y="822325"/>
            <a:ext cx="6029503" cy="739775"/>
          </a:xfrm>
        </p:spPr>
        <p:txBody>
          <a:bodyPr/>
          <a:lstStyle>
            <a:lvl1pPr>
              <a:spcAft>
                <a:spcPts val="120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001080-31F8-358F-213C-6DAC5554A8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88300" y="1961067"/>
            <a:ext cx="6032359" cy="5290633"/>
          </a:xfrm>
        </p:spPr>
        <p:txBody>
          <a:bodyPr/>
          <a:lstStyle>
            <a:lvl1pPr>
              <a:spcAft>
                <a:spcPts val="12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3112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_0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35C2BF-2FE1-A47F-E3F1-8CFE1657EA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5388864" y="43281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74320">
              <a:spcAft>
                <a:spcPts val="1440"/>
              </a:spcAft>
            </a:pPr>
            <a:endParaRPr lang="en-US" sz="2160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7AEAE-C8F1-6D76-12A9-5BBE33CA45BB}"/>
              </a:ext>
            </a:extLst>
          </p:cNvPr>
          <p:cNvSpPr txBox="1"/>
          <p:nvPr userDrawn="1"/>
        </p:nvSpPr>
        <p:spPr>
          <a:xfrm>
            <a:off x="15803217" y="-89452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62683-9F69-179F-06BF-1201B30A82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9700" y="3390900"/>
            <a:ext cx="11811000" cy="1447800"/>
          </a:xfrm>
        </p:spPr>
        <p:txBody>
          <a:bodyPr/>
          <a:lstStyle>
            <a:lvl1pPr marL="0" algn="l" defTabSz="914400" rtl="0" eaLnBrk="1" latinLnBrk="0" hangingPunct="1">
              <a:spcAft>
                <a:spcPts val="1200"/>
              </a:spcAft>
              <a:defRPr lang="en-GB" sz="36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Key Message goes here</a:t>
            </a:r>
          </a:p>
        </p:txBody>
      </p:sp>
    </p:spTree>
    <p:extLst>
      <p:ext uri="{BB962C8B-B14F-4D97-AF65-F5344CB8AC3E}">
        <p14:creationId xmlns:p14="http://schemas.microsoft.com/office/powerpoint/2010/main" val="2149825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058E894-35A9-49D0-E3FB-C4785E59DF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400" y="2118464"/>
            <a:ext cx="8280259" cy="231036"/>
          </a:xfrm>
        </p:spPr>
        <p:txBody>
          <a:bodyPr/>
          <a:lstStyle>
            <a:lvl1pPr>
              <a:spcAft>
                <a:spcPts val="1200"/>
              </a:spcAft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24E8C9-28E2-5EDB-B381-914B40157C8E}"/>
              </a:ext>
            </a:extLst>
          </p:cNvPr>
          <p:cNvSpPr/>
          <p:nvPr userDrawn="1"/>
        </p:nvSpPr>
        <p:spPr>
          <a:xfrm>
            <a:off x="0" y="0"/>
            <a:ext cx="4670499" cy="8229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EE65DCF-FD41-5E2C-F377-6D5B19E45BF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686300" cy="822960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Insert image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783335-3F2F-E513-F152-13A4F5E4B3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047" t="6387" r="85848" b="5742"/>
          <a:stretch/>
        </p:blipFill>
        <p:spPr>
          <a:xfrm>
            <a:off x="4670499" y="1"/>
            <a:ext cx="446567" cy="8229599"/>
          </a:xfrm>
          <a:prstGeom prst="rect">
            <a:avLst/>
          </a:prstGeom>
        </p:spPr>
      </p:pic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0BB68B9-6C5F-06DC-8488-A9F5C91AE1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40541" y="2481767"/>
            <a:ext cx="8280259" cy="4668333"/>
          </a:xfrm>
        </p:spPr>
        <p:txBody>
          <a:bodyPr/>
          <a:lstStyle>
            <a:lvl1pPr>
              <a:spcAft>
                <a:spcPts val="1200"/>
              </a:spcAft>
              <a:defRPr sz="16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39F8C-B179-B819-A569-E5B9D71F70F4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tx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653950-F934-536F-770A-73944CAE92C6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tx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D073C0D-945D-C2D4-26D1-F976D95A81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0400" y="822325"/>
            <a:ext cx="8280259" cy="739775"/>
          </a:xfrm>
        </p:spPr>
        <p:txBody>
          <a:bodyPr/>
          <a:lstStyle>
            <a:lvl1pPr>
              <a:spcAft>
                <a:spcPts val="120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20" name="GTS_Purple" descr="Accenture Greater Than symbol in purple">
            <a:extLst>
              <a:ext uri="{FF2B5EF4-FFF2-40B4-BE49-F238E27FC236}">
                <a16:creationId xmlns:a16="http://schemas.microsoft.com/office/drawing/2014/main" id="{C012BEEC-3422-F61A-797A-E530C7BF8F6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3801526" y="247758"/>
            <a:ext cx="229304" cy="251800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0177" tIns="40088" rIns="80177" bIns="40088" numCol="1" anchor="t" anchorCtr="0" compatLnSpc="1">
            <a:prstTxWarp prst="textNoShape">
              <a:avLst/>
            </a:prstTxWarp>
          </a:bodyPr>
          <a:lstStyle/>
          <a:p>
            <a:endParaRPr lang="en-US" sz="1578"/>
          </a:p>
        </p:txBody>
      </p:sp>
    </p:spTree>
    <p:extLst>
      <p:ext uri="{BB962C8B-B14F-4D97-AF65-F5344CB8AC3E}">
        <p14:creationId xmlns:p14="http://schemas.microsoft.com/office/powerpoint/2010/main" val="611941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0B209D3B-1893-972D-98AB-C86CB61B8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01A57D-3417-D65D-6CBC-0AEF7A8C1AE1}"/>
              </a:ext>
            </a:extLst>
          </p:cNvPr>
          <p:cNvSpPr/>
          <p:nvPr userDrawn="1"/>
        </p:nvSpPr>
        <p:spPr>
          <a:xfrm>
            <a:off x="282389" y="0"/>
            <a:ext cx="14348012" cy="7960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39F8C-B179-B819-A569-E5B9D71F70F4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tx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653950-F934-536F-770A-73944CAE92C6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tx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310F823-CB2E-57A4-7EC0-FDA598DC6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822325"/>
            <a:ext cx="13404709" cy="739775"/>
          </a:xfrm>
        </p:spPr>
        <p:txBody>
          <a:bodyPr/>
          <a:lstStyle>
            <a:lvl1pPr>
              <a:spcAft>
                <a:spcPts val="240"/>
              </a:spcAft>
              <a:defRPr sz="30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722219A-4457-0EF3-99DE-E6CC4CEBC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960563"/>
            <a:ext cx="13421230" cy="5290633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GTS_Purple" descr="Accenture Greater Than symbol in purple">
            <a:extLst>
              <a:ext uri="{FF2B5EF4-FFF2-40B4-BE49-F238E27FC236}">
                <a16:creationId xmlns:a16="http://schemas.microsoft.com/office/drawing/2014/main" id="{8A4488AF-CFCB-1A1D-561C-14AE89F8CBB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3801526" y="247758"/>
            <a:ext cx="229304" cy="251800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0177" tIns="40088" rIns="80177" bIns="40088" numCol="1" anchor="t" anchorCtr="0" compatLnSpc="1">
            <a:prstTxWarp prst="textNoShape">
              <a:avLst/>
            </a:prstTxWarp>
          </a:bodyPr>
          <a:lstStyle/>
          <a:p>
            <a:endParaRPr lang="en-US" sz="1578"/>
          </a:p>
        </p:txBody>
      </p:sp>
    </p:spTree>
    <p:extLst>
      <p:ext uri="{BB962C8B-B14F-4D97-AF65-F5344CB8AC3E}">
        <p14:creationId xmlns:p14="http://schemas.microsoft.com/office/powerpoint/2010/main" val="1237311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0B209D3B-1893-972D-98AB-C86CB61B8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01A57D-3417-D65D-6CBC-0AEF7A8C1AE1}"/>
              </a:ext>
            </a:extLst>
          </p:cNvPr>
          <p:cNvSpPr/>
          <p:nvPr userDrawn="1"/>
        </p:nvSpPr>
        <p:spPr>
          <a:xfrm>
            <a:off x="282389" y="0"/>
            <a:ext cx="14348012" cy="7960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39F8C-B179-B819-A569-E5B9D71F70F4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tx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653950-F934-536F-770A-73944CAE92C6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tx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310F823-CB2E-57A4-7EC0-FDA598DC6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822325"/>
            <a:ext cx="13404709" cy="739775"/>
          </a:xfrm>
        </p:spPr>
        <p:txBody>
          <a:bodyPr/>
          <a:lstStyle>
            <a:lvl1pPr>
              <a:spcAft>
                <a:spcPts val="24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722219A-4457-0EF3-99DE-E6CC4CEBC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960563"/>
            <a:ext cx="4090988" cy="5290633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GTS_Purple" descr="Accenture Greater Than symbol in purple">
            <a:extLst>
              <a:ext uri="{FF2B5EF4-FFF2-40B4-BE49-F238E27FC236}">
                <a16:creationId xmlns:a16="http://schemas.microsoft.com/office/drawing/2014/main" id="{8A4488AF-CFCB-1A1D-561C-14AE89F8CBB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3801526" y="247758"/>
            <a:ext cx="229304" cy="251800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0177" tIns="40088" rIns="80177" bIns="40088" numCol="1" anchor="t" anchorCtr="0" compatLnSpc="1">
            <a:prstTxWarp prst="textNoShape">
              <a:avLst/>
            </a:prstTxWarp>
          </a:bodyPr>
          <a:lstStyle/>
          <a:p>
            <a:endParaRPr lang="en-US" sz="1578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628F7AC-4843-E3B5-E131-DFD23BBBA6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4220" y="1960563"/>
            <a:ext cx="4090988" cy="5290633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FD07EB-F311-66E5-B718-6E87D5944C2D}"/>
              </a:ext>
            </a:extLst>
          </p:cNvPr>
          <p:cNvSpPr/>
          <p:nvPr userDrawn="1"/>
        </p:nvSpPr>
        <p:spPr>
          <a:xfrm>
            <a:off x="9878840" y="1960563"/>
            <a:ext cx="4151990" cy="52906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162E4D9-D448-A57B-3C92-E622183186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878840" y="1960563"/>
            <a:ext cx="4151990" cy="5291137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3485957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78D6C9-E5EE-DDA8-6399-7E20AC0E6A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01688" y="0"/>
            <a:ext cx="7028711" cy="82295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01A57D-3417-D65D-6CBC-0AEF7A8C1AE1}"/>
              </a:ext>
            </a:extLst>
          </p:cNvPr>
          <p:cNvSpPr/>
          <p:nvPr userDrawn="1"/>
        </p:nvSpPr>
        <p:spPr>
          <a:xfrm>
            <a:off x="0" y="0"/>
            <a:ext cx="14348012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39F8C-B179-B819-A569-E5B9D71F70F4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tx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653950-F934-536F-770A-73944CAE92C6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tx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tx1">
                  <a:alpha val="75000"/>
                </a:schemeClr>
              </a:solidFill>
            </a:endParaRPr>
          </a:p>
        </p:txBody>
      </p:sp>
      <p:pic>
        <p:nvPicPr>
          <p:cNvPr id="9" name="Picture 8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7DB1C121-5947-1D01-55A3-28711822BE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988827" y="988827"/>
            <a:ext cx="8229600" cy="6251943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310F823-CB2E-57A4-7EC0-FDA598DC6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6533" y="822325"/>
            <a:ext cx="7044126" cy="739775"/>
          </a:xfrm>
        </p:spPr>
        <p:txBody>
          <a:bodyPr/>
          <a:lstStyle>
            <a:lvl1pPr>
              <a:spcAft>
                <a:spcPts val="24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722219A-4457-0EF3-99DE-E6CC4CEBC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6532" y="1960563"/>
            <a:ext cx="7054297" cy="5290633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GTS_Purple" descr="Accenture Greater Than symbol in purple">
            <a:extLst>
              <a:ext uri="{FF2B5EF4-FFF2-40B4-BE49-F238E27FC236}">
                <a16:creationId xmlns:a16="http://schemas.microsoft.com/office/drawing/2014/main" id="{8A4488AF-CFCB-1A1D-561C-14AE89F8CBB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3801526" y="247758"/>
            <a:ext cx="229304" cy="251800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0177" tIns="40088" rIns="80177" bIns="40088" numCol="1" anchor="t" anchorCtr="0" compatLnSpc="1">
            <a:prstTxWarp prst="textNoShape">
              <a:avLst/>
            </a:prstTxWarp>
          </a:bodyPr>
          <a:lstStyle/>
          <a:p>
            <a:endParaRPr lang="en-US" sz="1578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3C9375A-D799-F2EC-2F51-DBC916459C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275" y="822325"/>
            <a:ext cx="5147592" cy="6428871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E5CB82-9F61-2844-BDE3-614049FAB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6018"/>
          <a:stretch/>
        </p:blipFill>
        <p:spPr>
          <a:xfrm>
            <a:off x="14348012" y="1"/>
            <a:ext cx="279879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701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s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0B209D3B-1893-972D-98AB-C86CB61B8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01A57D-3417-D65D-6CBC-0AEF7A8C1AE1}"/>
              </a:ext>
            </a:extLst>
          </p:cNvPr>
          <p:cNvSpPr/>
          <p:nvPr userDrawn="1"/>
        </p:nvSpPr>
        <p:spPr>
          <a:xfrm>
            <a:off x="282389" y="0"/>
            <a:ext cx="14348012" cy="7960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650641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s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0B209D3B-1893-972D-98AB-C86CB61B8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01A57D-3417-D65D-6CBC-0AEF7A8C1AE1}"/>
              </a:ext>
            </a:extLst>
          </p:cNvPr>
          <p:cNvSpPr/>
          <p:nvPr userDrawn="1"/>
        </p:nvSpPr>
        <p:spPr>
          <a:xfrm>
            <a:off x="282389" y="0"/>
            <a:ext cx="14348012" cy="7960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97DC8A-95A7-4D50-6E70-621AAAABE9D5}"/>
              </a:ext>
            </a:extLst>
          </p:cNvPr>
          <p:cNvSpPr/>
          <p:nvPr userDrawn="1"/>
        </p:nvSpPr>
        <p:spPr>
          <a:xfrm>
            <a:off x="282389" y="0"/>
            <a:ext cx="4707272" cy="7960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0D45D1C-DF9C-F03B-2DDE-505E1144BE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2574" y="0"/>
            <a:ext cx="4675189" cy="796131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Image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332D5-A8DB-DE7F-DDDA-01AFEA9DCEA4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tx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F0D7B-43C1-F6C9-501E-D0F51EA935DC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tx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9650C6-E502-5189-2CB0-2B0CA27BE2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2815" y="822325"/>
            <a:ext cx="8307844" cy="739775"/>
          </a:xfrm>
        </p:spPr>
        <p:txBody>
          <a:bodyPr/>
          <a:lstStyle>
            <a:lvl1pPr>
              <a:spcAft>
                <a:spcPts val="120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EB5E1DF-4160-6550-FD0A-49F0AF65A8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0990" y="1960563"/>
            <a:ext cx="8319840" cy="5290633"/>
          </a:xfrm>
        </p:spPr>
        <p:txBody>
          <a:bodyPr/>
          <a:lstStyle>
            <a:lvl1pPr>
              <a:spcAft>
                <a:spcPts val="12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B37D7B64-C47C-8A8B-B152-0C9B4BC87FF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3801526" y="247758"/>
            <a:ext cx="229304" cy="251800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0177" tIns="40088" rIns="80177" bIns="40088" numCol="1" anchor="t" anchorCtr="0" compatLnSpc="1">
            <a:prstTxWarp prst="textNoShape">
              <a:avLst/>
            </a:prstTxWarp>
          </a:bodyPr>
          <a:lstStyle/>
          <a:p>
            <a:endParaRPr lang="en-US" sz="1578"/>
          </a:p>
        </p:txBody>
      </p:sp>
    </p:spTree>
    <p:extLst>
      <p:ext uri="{BB962C8B-B14F-4D97-AF65-F5344CB8AC3E}">
        <p14:creationId xmlns:p14="http://schemas.microsoft.com/office/powerpoint/2010/main" val="353481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_02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FFC802-51DB-D285-06AB-0EF4E0867AEA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5C2BF-2FE1-A47F-E3F1-8CFE1657EA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30" t="4133" r="1930" b="4393"/>
          <a:stretch/>
        </p:blipFill>
        <p:spPr>
          <a:xfrm>
            <a:off x="282388" y="340242"/>
            <a:ext cx="14065624" cy="7527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5388864" y="43281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74320">
              <a:spcAft>
                <a:spcPts val="1440"/>
              </a:spcAft>
            </a:pPr>
            <a:endParaRPr lang="en-US" sz="2160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7AEAE-C8F1-6D76-12A9-5BBE33CA45BB}"/>
              </a:ext>
            </a:extLst>
          </p:cNvPr>
          <p:cNvSpPr txBox="1"/>
          <p:nvPr userDrawn="1"/>
        </p:nvSpPr>
        <p:spPr>
          <a:xfrm>
            <a:off x="15803217" y="-89452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62683-9F69-179F-06BF-1201B30A82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09700" y="3390900"/>
            <a:ext cx="11811000" cy="1447800"/>
          </a:xfrm>
        </p:spPr>
        <p:txBody>
          <a:bodyPr/>
          <a:lstStyle>
            <a:lvl1pPr marL="0" algn="l" defTabSz="914400" rtl="0" eaLnBrk="1" latinLnBrk="0" hangingPunct="1">
              <a:spcAft>
                <a:spcPts val="240"/>
              </a:spcAft>
              <a:defRPr lang="en-GB" sz="2400" b="0" i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Key Message goes here</a:t>
            </a:r>
          </a:p>
        </p:txBody>
      </p:sp>
    </p:spTree>
    <p:extLst>
      <p:ext uri="{BB962C8B-B14F-4D97-AF65-F5344CB8AC3E}">
        <p14:creationId xmlns:p14="http://schemas.microsoft.com/office/powerpoint/2010/main" val="3482174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s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F2D4C36F-E75D-C30D-D8CC-A1A37B5CFC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233"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AC2EAEC-027B-19A8-A92F-BEF7CBE9BB8B}"/>
              </a:ext>
            </a:extLst>
          </p:cNvPr>
          <p:cNvSpPr/>
          <p:nvPr userDrawn="1"/>
        </p:nvSpPr>
        <p:spPr>
          <a:xfrm>
            <a:off x="0" y="0"/>
            <a:ext cx="14630401" cy="737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0D484-5757-241B-7A81-A5564B60B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822325"/>
            <a:ext cx="13404709" cy="739775"/>
          </a:xfrm>
        </p:spPr>
        <p:txBody>
          <a:bodyPr/>
          <a:lstStyle>
            <a:lvl1pPr>
              <a:spcAft>
                <a:spcPts val="24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9950B7-4CC8-CD6F-FDD8-1598B2FFBBCF}"/>
              </a:ext>
            </a:extLst>
          </p:cNvPr>
          <p:cNvSpPr/>
          <p:nvPr userDrawn="1"/>
        </p:nvSpPr>
        <p:spPr>
          <a:xfrm>
            <a:off x="635151" y="2032507"/>
            <a:ext cx="2965474" cy="29654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243FD2C-BA81-878B-886E-E0F1E98462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8559" y="2236360"/>
            <a:ext cx="2518659" cy="2518659"/>
          </a:xfrm>
          <a:custGeom>
            <a:avLst/>
            <a:gdLst>
              <a:gd name="connsiteX0" fmla="*/ 1044575 w 2089150"/>
              <a:gd name="connsiteY0" fmla="*/ 0 h 2089150"/>
              <a:gd name="connsiteX1" fmla="*/ 2089150 w 2089150"/>
              <a:gd name="connsiteY1" fmla="*/ 1044575 h 2089150"/>
              <a:gd name="connsiteX2" fmla="*/ 1044575 w 2089150"/>
              <a:gd name="connsiteY2" fmla="*/ 2089150 h 2089150"/>
              <a:gd name="connsiteX3" fmla="*/ 0 w 2089150"/>
              <a:gd name="connsiteY3" fmla="*/ 1044575 h 2089150"/>
              <a:gd name="connsiteX4" fmla="*/ 305949 w 2089150"/>
              <a:gd name="connsiteY4" fmla="*/ 305949 h 2089150"/>
              <a:gd name="connsiteX5" fmla="*/ 341070 w 2089150"/>
              <a:gd name="connsiteY5" fmla="*/ 274029 h 2089150"/>
              <a:gd name="connsiteX6" fmla="*/ 341070 w 2089150"/>
              <a:gd name="connsiteY6" fmla="*/ 267261 h 2089150"/>
              <a:gd name="connsiteX7" fmla="*/ 348516 w 2089150"/>
              <a:gd name="connsiteY7" fmla="*/ 267261 h 2089150"/>
              <a:gd name="connsiteX8" fmla="*/ 380128 w 2089150"/>
              <a:gd name="connsiteY8" fmla="*/ 238530 h 2089150"/>
              <a:gd name="connsiteX9" fmla="*/ 1044575 w 2089150"/>
              <a:gd name="connsiteY9" fmla="*/ 0 h 208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89150" h="2089150">
                <a:moveTo>
                  <a:pt x="1044575" y="0"/>
                </a:moveTo>
                <a:cubicBezTo>
                  <a:pt x="1621478" y="0"/>
                  <a:pt x="2089150" y="467672"/>
                  <a:pt x="2089150" y="1044575"/>
                </a:cubicBezTo>
                <a:cubicBezTo>
                  <a:pt x="2089150" y="1621478"/>
                  <a:pt x="1621478" y="2089150"/>
                  <a:pt x="1044575" y="2089150"/>
                </a:cubicBezTo>
                <a:cubicBezTo>
                  <a:pt x="467672" y="2089150"/>
                  <a:pt x="0" y="1621478"/>
                  <a:pt x="0" y="1044575"/>
                </a:cubicBezTo>
                <a:cubicBezTo>
                  <a:pt x="0" y="756124"/>
                  <a:pt x="116918" y="494980"/>
                  <a:pt x="305949" y="305949"/>
                </a:cubicBezTo>
                <a:lnTo>
                  <a:pt x="341070" y="274029"/>
                </a:lnTo>
                <a:lnTo>
                  <a:pt x="341070" y="267261"/>
                </a:lnTo>
                <a:lnTo>
                  <a:pt x="348516" y="267261"/>
                </a:lnTo>
                <a:lnTo>
                  <a:pt x="380128" y="238530"/>
                </a:lnTo>
                <a:cubicBezTo>
                  <a:pt x="560692" y="89515"/>
                  <a:pt x="792180" y="0"/>
                  <a:pt x="1044575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Insert image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CB1A305-73B0-6FFC-7D98-4824169205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9607" y="5468388"/>
            <a:ext cx="2976563" cy="686988"/>
          </a:xfrm>
        </p:spPr>
        <p:txBody>
          <a:bodyPr/>
          <a:lstStyle>
            <a:lvl1pPr>
              <a:spcAft>
                <a:spcPts val="1200"/>
              </a:spcAft>
              <a:defRPr sz="21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r>
              <a:rPr lang="en-US" sz="2100"/>
              <a:t>Name of Speaker</a:t>
            </a:r>
            <a:br>
              <a:rPr lang="en-US"/>
            </a:br>
            <a:r>
              <a:rPr lang="en-US" sz="1600" b="0"/>
              <a:t>Designation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21341B-3583-E919-0223-871B255E7BF4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B1E7EF-9392-2913-10CA-8BC060ABC30B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bg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E52EFD5-6322-0901-17E4-E8169A332D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" y="7605806"/>
            <a:ext cx="229304" cy="24279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ADE81E0-8217-F482-8AF8-0489920430B3}"/>
              </a:ext>
            </a:extLst>
          </p:cNvPr>
          <p:cNvSpPr/>
          <p:nvPr userDrawn="1"/>
        </p:nvSpPr>
        <p:spPr>
          <a:xfrm>
            <a:off x="11028020" y="2032507"/>
            <a:ext cx="2965474" cy="29654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85C2CE57-19FB-DD89-7A79-A298E98FBE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251428" y="2236360"/>
            <a:ext cx="2518659" cy="2518659"/>
          </a:xfrm>
          <a:custGeom>
            <a:avLst/>
            <a:gdLst>
              <a:gd name="connsiteX0" fmla="*/ 1044575 w 2089150"/>
              <a:gd name="connsiteY0" fmla="*/ 0 h 2089150"/>
              <a:gd name="connsiteX1" fmla="*/ 2089150 w 2089150"/>
              <a:gd name="connsiteY1" fmla="*/ 1044575 h 2089150"/>
              <a:gd name="connsiteX2" fmla="*/ 1044575 w 2089150"/>
              <a:gd name="connsiteY2" fmla="*/ 2089150 h 2089150"/>
              <a:gd name="connsiteX3" fmla="*/ 0 w 2089150"/>
              <a:gd name="connsiteY3" fmla="*/ 1044575 h 2089150"/>
              <a:gd name="connsiteX4" fmla="*/ 305949 w 2089150"/>
              <a:gd name="connsiteY4" fmla="*/ 305949 h 2089150"/>
              <a:gd name="connsiteX5" fmla="*/ 341070 w 2089150"/>
              <a:gd name="connsiteY5" fmla="*/ 274029 h 2089150"/>
              <a:gd name="connsiteX6" fmla="*/ 341070 w 2089150"/>
              <a:gd name="connsiteY6" fmla="*/ 267261 h 2089150"/>
              <a:gd name="connsiteX7" fmla="*/ 348516 w 2089150"/>
              <a:gd name="connsiteY7" fmla="*/ 267261 h 2089150"/>
              <a:gd name="connsiteX8" fmla="*/ 380128 w 2089150"/>
              <a:gd name="connsiteY8" fmla="*/ 238530 h 2089150"/>
              <a:gd name="connsiteX9" fmla="*/ 1044575 w 2089150"/>
              <a:gd name="connsiteY9" fmla="*/ 0 h 208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89150" h="2089150">
                <a:moveTo>
                  <a:pt x="1044575" y="0"/>
                </a:moveTo>
                <a:cubicBezTo>
                  <a:pt x="1621478" y="0"/>
                  <a:pt x="2089150" y="467672"/>
                  <a:pt x="2089150" y="1044575"/>
                </a:cubicBezTo>
                <a:cubicBezTo>
                  <a:pt x="2089150" y="1621478"/>
                  <a:pt x="1621478" y="2089150"/>
                  <a:pt x="1044575" y="2089150"/>
                </a:cubicBezTo>
                <a:cubicBezTo>
                  <a:pt x="467672" y="2089150"/>
                  <a:pt x="0" y="1621478"/>
                  <a:pt x="0" y="1044575"/>
                </a:cubicBezTo>
                <a:cubicBezTo>
                  <a:pt x="0" y="756124"/>
                  <a:pt x="116918" y="494980"/>
                  <a:pt x="305949" y="305949"/>
                </a:cubicBezTo>
                <a:lnTo>
                  <a:pt x="341070" y="274029"/>
                </a:lnTo>
                <a:lnTo>
                  <a:pt x="341070" y="267261"/>
                </a:lnTo>
                <a:lnTo>
                  <a:pt x="348516" y="267261"/>
                </a:lnTo>
                <a:lnTo>
                  <a:pt x="380128" y="238530"/>
                </a:lnTo>
                <a:cubicBezTo>
                  <a:pt x="560692" y="89515"/>
                  <a:pt x="792180" y="0"/>
                  <a:pt x="1044575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Insert image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DC40E8-5BB3-F015-44FD-2EDEA0928B4A}"/>
              </a:ext>
            </a:extLst>
          </p:cNvPr>
          <p:cNvSpPr/>
          <p:nvPr userDrawn="1"/>
        </p:nvSpPr>
        <p:spPr>
          <a:xfrm>
            <a:off x="5832463" y="2032507"/>
            <a:ext cx="2965474" cy="29654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286C7E1A-2666-14E8-5994-B4DE53C1465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55871" y="2236360"/>
            <a:ext cx="2518659" cy="2518659"/>
          </a:xfrm>
          <a:custGeom>
            <a:avLst/>
            <a:gdLst>
              <a:gd name="connsiteX0" fmla="*/ 1044575 w 2089150"/>
              <a:gd name="connsiteY0" fmla="*/ 0 h 2089150"/>
              <a:gd name="connsiteX1" fmla="*/ 2089150 w 2089150"/>
              <a:gd name="connsiteY1" fmla="*/ 1044575 h 2089150"/>
              <a:gd name="connsiteX2" fmla="*/ 1044575 w 2089150"/>
              <a:gd name="connsiteY2" fmla="*/ 2089150 h 2089150"/>
              <a:gd name="connsiteX3" fmla="*/ 0 w 2089150"/>
              <a:gd name="connsiteY3" fmla="*/ 1044575 h 2089150"/>
              <a:gd name="connsiteX4" fmla="*/ 305949 w 2089150"/>
              <a:gd name="connsiteY4" fmla="*/ 305949 h 2089150"/>
              <a:gd name="connsiteX5" fmla="*/ 341070 w 2089150"/>
              <a:gd name="connsiteY5" fmla="*/ 274029 h 2089150"/>
              <a:gd name="connsiteX6" fmla="*/ 341070 w 2089150"/>
              <a:gd name="connsiteY6" fmla="*/ 267261 h 2089150"/>
              <a:gd name="connsiteX7" fmla="*/ 348516 w 2089150"/>
              <a:gd name="connsiteY7" fmla="*/ 267261 h 2089150"/>
              <a:gd name="connsiteX8" fmla="*/ 380128 w 2089150"/>
              <a:gd name="connsiteY8" fmla="*/ 238530 h 2089150"/>
              <a:gd name="connsiteX9" fmla="*/ 1044575 w 2089150"/>
              <a:gd name="connsiteY9" fmla="*/ 0 h 208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89150" h="2089150">
                <a:moveTo>
                  <a:pt x="1044575" y="0"/>
                </a:moveTo>
                <a:cubicBezTo>
                  <a:pt x="1621478" y="0"/>
                  <a:pt x="2089150" y="467672"/>
                  <a:pt x="2089150" y="1044575"/>
                </a:cubicBezTo>
                <a:cubicBezTo>
                  <a:pt x="2089150" y="1621478"/>
                  <a:pt x="1621478" y="2089150"/>
                  <a:pt x="1044575" y="2089150"/>
                </a:cubicBezTo>
                <a:cubicBezTo>
                  <a:pt x="467672" y="2089150"/>
                  <a:pt x="0" y="1621478"/>
                  <a:pt x="0" y="1044575"/>
                </a:cubicBezTo>
                <a:cubicBezTo>
                  <a:pt x="0" y="756124"/>
                  <a:pt x="116918" y="494980"/>
                  <a:pt x="305949" y="305949"/>
                </a:cubicBezTo>
                <a:lnTo>
                  <a:pt x="341070" y="274029"/>
                </a:lnTo>
                <a:lnTo>
                  <a:pt x="341070" y="267261"/>
                </a:lnTo>
                <a:lnTo>
                  <a:pt x="348516" y="267261"/>
                </a:lnTo>
                <a:lnTo>
                  <a:pt x="380128" y="238530"/>
                </a:lnTo>
                <a:cubicBezTo>
                  <a:pt x="560692" y="89515"/>
                  <a:pt x="792180" y="0"/>
                  <a:pt x="1044575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Insert image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962A9C48-B503-407D-85B5-98D390BD508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32463" y="5464306"/>
            <a:ext cx="2976563" cy="686988"/>
          </a:xfrm>
        </p:spPr>
        <p:txBody>
          <a:bodyPr/>
          <a:lstStyle>
            <a:lvl1pPr>
              <a:spcAft>
                <a:spcPts val="1200"/>
              </a:spcAft>
              <a:defRPr sz="21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r>
              <a:rPr lang="en-US" sz="2100"/>
              <a:t>Name of Speaker</a:t>
            </a:r>
            <a:br>
              <a:rPr lang="en-US"/>
            </a:br>
            <a:r>
              <a:rPr lang="en-US" sz="1600" b="0"/>
              <a:t>Designation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6C0A908-BDA8-3E2B-A0D6-FD6E412C16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022476" y="5464306"/>
            <a:ext cx="2976563" cy="686988"/>
          </a:xfrm>
        </p:spPr>
        <p:txBody>
          <a:bodyPr/>
          <a:lstStyle>
            <a:lvl1pPr>
              <a:spcAft>
                <a:spcPts val="1200"/>
              </a:spcAft>
              <a:defRPr sz="21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r>
              <a:rPr lang="en-US" sz="2100"/>
              <a:t>Name of Speaker</a:t>
            </a:r>
            <a:br>
              <a:rPr lang="en-US"/>
            </a:br>
            <a:r>
              <a:rPr lang="en-US" sz="1600" b="0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2022203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s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F2D4C36F-E75D-C30D-D8CC-A1A37B5CFC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233"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AC2EAEC-027B-19A8-A92F-BEF7CBE9BB8B}"/>
              </a:ext>
            </a:extLst>
          </p:cNvPr>
          <p:cNvSpPr/>
          <p:nvPr userDrawn="1"/>
        </p:nvSpPr>
        <p:spPr>
          <a:xfrm>
            <a:off x="0" y="0"/>
            <a:ext cx="14630401" cy="737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0D484-5757-241B-7A81-A5564B60B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822325"/>
            <a:ext cx="13404709" cy="739775"/>
          </a:xfrm>
        </p:spPr>
        <p:txBody>
          <a:bodyPr/>
          <a:lstStyle>
            <a:lvl1pPr>
              <a:spcAft>
                <a:spcPts val="24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9950B7-4CC8-CD6F-FDD8-1598B2FFBBCF}"/>
              </a:ext>
            </a:extLst>
          </p:cNvPr>
          <p:cNvSpPr/>
          <p:nvPr userDrawn="1"/>
        </p:nvSpPr>
        <p:spPr>
          <a:xfrm>
            <a:off x="620689" y="1961067"/>
            <a:ext cx="1498600" cy="149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7A657E-9647-3583-DCC5-826AFE7C002C}"/>
              </a:ext>
            </a:extLst>
          </p:cNvPr>
          <p:cNvSpPr/>
          <p:nvPr userDrawn="1"/>
        </p:nvSpPr>
        <p:spPr>
          <a:xfrm>
            <a:off x="838905" y="2608768"/>
            <a:ext cx="3733096" cy="4510490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243FD2C-BA81-878B-886E-E0F1E98462F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8904" y="2172932"/>
            <a:ext cx="1062171" cy="1062171"/>
          </a:xfrm>
          <a:custGeom>
            <a:avLst/>
            <a:gdLst>
              <a:gd name="connsiteX0" fmla="*/ 1044575 w 2089150"/>
              <a:gd name="connsiteY0" fmla="*/ 0 h 2089150"/>
              <a:gd name="connsiteX1" fmla="*/ 2089150 w 2089150"/>
              <a:gd name="connsiteY1" fmla="*/ 1044575 h 2089150"/>
              <a:gd name="connsiteX2" fmla="*/ 1044575 w 2089150"/>
              <a:gd name="connsiteY2" fmla="*/ 2089150 h 2089150"/>
              <a:gd name="connsiteX3" fmla="*/ 0 w 2089150"/>
              <a:gd name="connsiteY3" fmla="*/ 1044575 h 2089150"/>
              <a:gd name="connsiteX4" fmla="*/ 305949 w 2089150"/>
              <a:gd name="connsiteY4" fmla="*/ 305949 h 2089150"/>
              <a:gd name="connsiteX5" fmla="*/ 341070 w 2089150"/>
              <a:gd name="connsiteY5" fmla="*/ 274029 h 2089150"/>
              <a:gd name="connsiteX6" fmla="*/ 341070 w 2089150"/>
              <a:gd name="connsiteY6" fmla="*/ 267261 h 2089150"/>
              <a:gd name="connsiteX7" fmla="*/ 348516 w 2089150"/>
              <a:gd name="connsiteY7" fmla="*/ 267261 h 2089150"/>
              <a:gd name="connsiteX8" fmla="*/ 380128 w 2089150"/>
              <a:gd name="connsiteY8" fmla="*/ 238530 h 2089150"/>
              <a:gd name="connsiteX9" fmla="*/ 1044575 w 2089150"/>
              <a:gd name="connsiteY9" fmla="*/ 0 h 208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89150" h="2089150">
                <a:moveTo>
                  <a:pt x="1044575" y="0"/>
                </a:moveTo>
                <a:cubicBezTo>
                  <a:pt x="1621478" y="0"/>
                  <a:pt x="2089150" y="467672"/>
                  <a:pt x="2089150" y="1044575"/>
                </a:cubicBezTo>
                <a:cubicBezTo>
                  <a:pt x="2089150" y="1621478"/>
                  <a:pt x="1621478" y="2089150"/>
                  <a:pt x="1044575" y="2089150"/>
                </a:cubicBezTo>
                <a:cubicBezTo>
                  <a:pt x="467672" y="2089150"/>
                  <a:pt x="0" y="1621478"/>
                  <a:pt x="0" y="1044575"/>
                </a:cubicBezTo>
                <a:cubicBezTo>
                  <a:pt x="0" y="756124"/>
                  <a:pt x="116918" y="494980"/>
                  <a:pt x="305949" y="305949"/>
                </a:cubicBezTo>
                <a:lnTo>
                  <a:pt x="341070" y="274029"/>
                </a:lnTo>
                <a:lnTo>
                  <a:pt x="341070" y="267261"/>
                </a:lnTo>
                <a:lnTo>
                  <a:pt x="348516" y="267261"/>
                </a:lnTo>
                <a:lnTo>
                  <a:pt x="380128" y="238530"/>
                </a:lnTo>
                <a:cubicBezTo>
                  <a:pt x="560692" y="89515"/>
                  <a:pt x="792180" y="0"/>
                  <a:pt x="1044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757A8-7E4D-7D1A-A370-2C243098C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885" y="3645538"/>
            <a:ext cx="3220248" cy="3303902"/>
          </a:xfrm>
        </p:spPr>
        <p:txBody>
          <a:bodyPr/>
          <a:lstStyle>
            <a:lvl1pPr>
              <a:spcAft>
                <a:spcPts val="12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CB1A305-73B0-6FFC-7D98-4824169205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41885" y="2772680"/>
            <a:ext cx="2077248" cy="686988"/>
          </a:xfrm>
        </p:spPr>
        <p:txBody>
          <a:bodyPr/>
          <a:lstStyle>
            <a:lvl1pPr>
              <a:spcAft>
                <a:spcPts val="1200"/>
              </a:spcAft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21341B-3583-E919-0223-871B255E7BF4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B1E7EF-9392-2913-10CA-8BC060ABC30B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bg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E52EFD5-6322-0901-17E4-E8169A332D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" y="7605806"/>
            <a:ext cx="229304" cy="24279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FA02651-6A79-95D2-7695-DF0445B7B5EE}"/>
              </a:ext>
            </a:extLst>
          </p:cNvPr>
          <p:cNvSpPr/>
          <p:nvPr userDrawn="1"/>
        </p:nvSpPr>
        <p:spPr>
          <a:xfrm>
            <a:off x="5312411" y="1961067"/>
            <a:ext cx="1498600" cy="149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E0AEF-DC42-DC33-231B-4F6786A8D8AC}"/>
              </a:ext>
            </a:extLst>
          </p:cNvPr>
          <p:cNvSpPr/>
          <p:nvPr userDrawn="1"/>
        </p:nvSpPr>
        <p:spPr>
          <a:xfrm>
            <a:off x="5530627" y="2608768"/>
            <a:ext cx="3733096" cy="4510490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7130CF42-223A-710E-29D2-2BF930CACB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30626" y="2172932"/>
            <a:ext cx="1062171" cy="1062171"/>
          </a:xfrm>
          <a:custGeom>
            <a:avLst/>
            <a:gdLst>
              <a:gd name="connsiteX0" fmla="*/ 1044575 w 2089150"/>
              <a:gd name="connsiteY0" fmla="*/ 0 h 2089150"/>
              <a:gd name="connsiteX1" fmla="*/ 2089150 w 2089150"/>
              <a:gd name="connsiteY1" fmla="*/ 1044575 h 2089150"/>
              <a:gd name="connsiteX2" fmla="*/ 1044575 w 2089150"/>
              <a:gd name="connsiteY2" fmla="*/ 2089150 h 2089150"/>
              <a:gd name="connsiteX3" fmla="*/ 0 w 2089150"/>
              <a:gd name="connsiteY3" fmla="*/ 1044575 h 2089150"/>
              <a:gd name="connsiteX4" fmla="*/ 305949 w 2089150"/>
              <a:gd name="connsiteY4" fmla="*/ 305949 h 2089150"/>
              <a:gd name="connsiteX5" fmla="*/ 341070 w 2089150"/>
              <a:gd name="connsiteY5" fmla="*/ 274029 h 2089150"/>
              <a:gd name="connsiteX6" fmla="*/ 341070 w 2089150"/>
              <a:gd name="connsiteY6" fmla="*/ 267261 h 2089150"/>
              <a:gd name="connsiteX7" fmla="*/ 348516 w 2089150"/>
              <a:gd name="connsiteY7" fmla="*/ 267261 h 2089150"/>
              <a:gd name="connsiteX8" fmla="*/ 380128 w 2089150"/>
              <a:gd name="connsiteY8" fmla="*/ 238530 h 2089150"/>
              <a:gd name="connsiteX9" fmla="*/ 1044575 w 2089150"/>
              <a:gd name="connsiteY9" fmla="*/ 0 h 208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89150" h="2089150">
                <a:moveTo>
                  <a:pt x="1044575" y="0"/>
                </a:moveTo>
                <a:cubicBezTo>
                  <a:pt x="1621478" y="0"/>
                  <a:pt x="2089150" y="467672"/>
                  <a:pt x="2089150" y="1044575"/>
                </a:cubicBezTo>
                <a:cubicBezTo>
                  <a:pt x="2089150" y="1621478"/>
                  <a:pt x="1621478" y="2089150"/>
                  <a:pt x="1044575" y="2089150"/>
                </a:cubicBezTo>
                <a:cubicBezTo>
                  <a:pt x="467672" y="2089150"/>
                  <a:pt x="0" y="1621478"/>
                  <a:pt x="0" y="1044575"/>
                </a:cubicBezTo>
                <a:cubicBezTo>
                  <a:pt x="0" y="756124"/>
                  <a:pt x="116918" y="494980"/>
                  <a:pt x="305949" y="305949"/>
                </a:cubicBezTo>
                <a:lnTo>
                  <a:pt x="341070" y="274029"/>
                </a:lnTo>
                <a:lnTo>
                  <a:pt x="341070" y="267261"/>
                </a:lnTo>
                <a:lnTo>
                  <a:pt x="348516" y="267261"/>
                </a:lnTo>
                <a:lnTo>
                  <a:pt x="380128" y="238530"/>
                </a:lnTo>
                <a:cubicBezTo>
                  <a:pt x="560692" y="89515"/>
                  <a:pt x="792180" y="0"/>
                  <a:pt x="1044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9DAD5AF-6524-BFA5-9972-9FD86000AC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0607" y="3645538"/>
            <a:ext cx="3220248" cy="3303902"/>
          </a:xfrm>
        </p:spPr>
        <p:txBody>
          <a:bodyPr/>
          <a:lstStyle>
            <a:lvl1pPr>
              <a:spcAft>
                <a:spcPts val="12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15431534-F4B3-10A7-656D-E4895A7378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933607" y="2772680"/>
            <a:ext cx="2077248" cy="686988"/>
          </a:xfrm>
        </p:spPr>
        <p:txBody>
          <a:bodyPr/>
          <a:lstStyle>
            <a:lvl1pPr>
              <a:spcAft>
                <a:spcPts val="1200"/>
              </a:spcAft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95C5926-289F-1D94-F5BF-393FEFD35CFB}"/>
              </a:ext>
            </a:extLst>
          </p:cNvPr>
          <p:cNvSpPr/>
          <p:nvPr userDrawn="1"/>
        </p:nvSpPr>
        <p:spPr>
          <a:xfrm>
            <a:off x="10044088" y="1961067"/>
            <a:ext cx="1498600" cy="149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4E4A3A-C094-4929-8E84-2CAC9D258A6A}"/>
              </a:ext>
            </a:extLst>
          </p:cNvPr>
          <p:cNvSpPr/>
          <p:nvPr userDrawn="1"/>
        </p:nvSpPr>
        <p:spPr>
          <a:xfrm>
            <a:off x="10262304" y="2608768"/>
            <a:ext cx="3733096" cy="4510490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C2C6F5D0-8D32-E5D3-4676-7BCC764B85B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262303" y="2172932"/>
            <a:ext cx="1062171" cy="1062171"/>
          </a:xfrm>
          <a:custGeom>
            <a:avLst/>
            <a:gdLst>
              <a:gd name="connsiteX0" fmla="*/ 1044575 w 2089150"/>
              <a:gd name="connsiteY0" fmla="*/ 0 h 2089150"/>
              <a:gd name="connsiteX1" fmla="*/ 2089150 w 2089150"/>
              <a:gd name="connsiteY1" fmla="*/ 1044575 h 2089150"/>
              <a:gd name="connsiteX2" fmla="*/ 1044575 w 2089150"/>
              <a:gd name="connsiteY2" fmla="*/ 2089150 h 2089150"/>
              <a:gd name="connsiteX3" fmla="*/ 0 w 2089150"/>
              <a:gd name="connsiteY3" fmla="*/ 1044575 h 2089150"/>
              <a:gd name="connsiteX4" fmla="*/ 305949 w 2089150"/>
              <a:gd name="connsiteY4" fmla="*/ 305949 h 2089150"/>
              <a:gd name="connsiteX5" fmla="*/ 341070 w 2089150"/>
              <a:gd name="connsiteY5" fmla="*/ 274029 h 2089150"/>
              <a:gd name="connsiteX6" fmla="*/ 341070 w 2089150"/>
              <a:gd name="connsiteY6" fmla="*/ 267261 h 2089150"/>
              <a:gd name="connsiteX7" fmla="*/ 348516 w 2089150"/>
              <a:gd name="connsiteY7" fmla="*/ 267261 h 2089150"/>
              <a:gd name="connsiteX8" fmla="*/ 380128 w 2089150"/>
              <a:gd name="connsiteY8" fmla="*/ 238530 h 2089150"/>
              <a:gd name="connsiteX9" fmla="*/ 1044575 w 2089150"/>
              <a:gd name="connsiteY9" fmla="*/ 0 h 208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89150" h="2089150">
                <a:moveTo>
                  <a:pt x="1044575" y="0"/>
                </a:moveTo>
                <a:cubicBezTo>
                  <a:pt x="1621478" y="0"/>
                  <a:pt x="2089150" y="467672"/>
                  <a:pt x="2089150" y="1044575"/>
                </a:cubicBezTo>
                <a:cubicBezTo>
                  <a:pt x="2089150" y="1621478"/>
                  <a:pt x="1621478" y="2089150"/>
                  <a:pt x="1044575" y="2089150"/>
                </a:cubicBezTo>
                <a:cubicBezTo>
                  <a:pt x="467672" y="2089150"/>
                  <a:pt x="0" y="1621478"/>
                  <a:pt x="0" y="1044575"/>
                </a:cubicBezTo>
                <a:cubicBezTo>
                  <a:pt x="0" y="756124"/>
                  <a:pt x="116918" y="494980"/>
                  <a:pt x="305949" y="305949"/>
                </a:cubicBezTo>
                <a:lnTo>
                  <a:pt x="341070" y="274029"/>
                </a:lnTo>
                <a:lnTo>
                  <a:pt x="341070" y="267261"/>
                </a:lnTo>
                <a:lnTo>
                  <a:pt x="348516" y="267261"/>
                </a:lnTo>
                <a:lnTo>
                  <a:pt x="380128" y="238530"/>
                </a:lnTo>
                <a:cubicBezTo>
                  <a:pt x="560692" y="89515"/>
                  <a:pt x="792180" y="0"/>
                  <a:pt x="1044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BE7AA6-1EE5-B646-5EB6-BFDD901A0D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522284" y="3645538"/>
            <a:ext cx="3220248" cy="3303902"/>
          </a:xfrm>
        </p:spPr>
        <p:txBody>
          <a:bodyPr/>
          <a:lstStyle>
            <a:lvl1pPr>
              <a:spcAft>
                <a:spcPts val="12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B6A0D541-84D8-CC99-C782-2EF1EA5653E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665284" y="2772680"/>
            <a:ext cx="2077248" cy="686988"/>
          </a:xfrm>
        </p:spPr>
        <p:txBody>
          <a:bodyPr/>
          <a:lstStyle>
            <a:lvl1pPr>
              <a:spcAft>
                <a:spcPts val="1200"/>
              </a:spcAft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5230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_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F2D4C36F-E75D-C30D-D8CC-A1A37B5CFC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233"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AC2EAEC-027B-19A8-A92F-BEF7CBE9BB8B}"/>
              </a:ext>
            </a:extLst>
          </p:cNvPr>
          <p:cNvSpPr/>
          <p:nvPr userDrawn="1"/>
        </p:nvSpPr>
        <p:spPr>
          <a:xfrm>
            <a:off x="0" y="0"/>
            <a:ext cx="14630401" cy="737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0D484-5757-241B-7A81-A5564B60B2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822325"/>
            <a:ext cx="13404709" cy="739775"/>
          </a:xfrm>
        </p:spPr>
        <p:txBody>
          <a:bodyPr/>
          <a:lstStyle>
            <a:lvl1pPr>
              <a:spcAft>
                <a:spcPts val="240"/>
              </a:spcAft>
              <a:defRPr sz="3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9950B7-4CC8-CD6F-FDD8-1598B2FFBBCF}"/>
              </a:ext>
            </a:extLst>
          </p:cNvPr>
          <p:cNvSpPr/>
          <p:nvPr userDrawn="1"/>
        </p:nvSpPr>
        <p:spPr>
          <a:xfrm>
            <a:off x="620689" y="1961067"/>
            <a:ext cx="1498600" cy="149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7A657E-9647-3583-DCC5-826AFE7C002C}"/>
              </a:ext>
            </a:extLst>
          </p:cNvPr>
          <p:cNvSpPr/>
          <p:nvPr userDrawn="1"/>
        </p:nvSpPr>
        <p:spPr>
          <a:xfrm>
            <a:off x="838904" y="2608768"/>
            <a:ext cx="12952592" cy="4510490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243FD2C-BA81-878B-886E-E0F1E98462F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8904" y="2172932"/>
            <a:ext cx="1062171" cy="1062171"/>
          </a:xfrm>
          <a:custGeom>
            <a:avLst/>
            <a:gdLst>
              <a:gd name="connsiteX0" fmla="*/ 1044575 w 2089150"/>
              <a:gd name="connsiteY0" fmla="*/ 0 h 2089150"/>
              <a:gd name="connsiteX1" fmla="*/ 2089150 w 2089150"/>
              <a:gd name="connsiteY1" fmla="*/ 1044575 h 2089150"/>
              <a:gd name="connsiteX2" fmla="*/ 1044575 w 2089150"/>
              <a:gd name="connsiteY2" fmla="*/ 2089150 h 2089150"/>
              <a:gd name="connsiteX3" fmla="*/ 0 w 2089150"/>
              <a:gd name="connsiteY3" fmla="*/ 1044575 h 2089150"/>
              <a:gd name="connsiteX4" fmla="*/ 305949 w 2089150"/>
              <a:gd name="connsiteY4" fmla="*/ 305949 h 2089150"/>
              <a:gd name="connsiteX5" fmla="*/ 341070 w 2089150"/>
              <a:gd name="connsiteY5" fmla="*/ 274029 h 2089150"/>
              <a:gd name="connsiteX6" fmla="*/ 341070 w 2089150"/>
              <a:gd name="connsiteY6" fmla="*/ 267261 h 2089150"/>
              <a:gd name="connsiteX7" fmla="*/ 348516 w 2089150"/>
              <a:gd name="connsiteY7" fmla="*/ 267261 h 2089150"/>
              <a:gd name="connsiteX8" fmla="*/ 380128 w 2089150"/>
              <a:gd name="connsiteY8" fmla="*/ 238530 h 2089150"/>
              <a:gd name="connsiteX9" fmla="*/ 1044575 w 2089150"/>
              <a:gd name="connsiteY9" fmla="*/ 0 h 208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89150" h="2089150">
                <a:moveTo>
                  <a:pt x="1044575" y="0"/>
                </a:moveTo>
                <a:cubicBezTo>
                  <a:pt x="1621478" y="0"/>
                  <a:pt x="2089150" y="467672"/>
                  <a:pt x="2089150" y="1044575"/>
                </a:cubicBezTo>
                <a:cubicBezTo>
                  <a:pt x="2089150" y="1621478"/>
                  <a:pt x="1621478" y="2089150"/>
                  <a:pt x="1044575" y="2089150"/>
                </a:cubicBezTo>
                <a:cubicBezTo>
                  <a:pt x="467672" y="2089150"/>
                  <a:pt x="0" y="1621478"/>
                  <a:pt x="0" y="1044575"/>
                </a:cubicBezTo>
                <a:cubicBezTo>
                  <a:pt x="0" y="756124"/>
                  <a:pt x="116918" y="494980"/>
                  <a:pt x="305949" y="305949"/>
                </a:cubicBezTo>
                <a:lnTo>
                  <a:pt x="341070" y="274029"/>
                </a:lnTo>
                <a:lnTo>
                  <a:pt x="341070" y="267261"/>
                </a:lnTo>
                <a:lnTo>
                  <a:pt x="348516" y="267261"/>
                </a:lnTo>
                <a:lnTo>
                  <a:pt x="380128" y="238530"/>
                </a:lnTo>
                <a:cubicBezTo>
                  <a:pt x="560692" y="89515"/>
                  <a:pt x="792180" y="0"/>
                  <a:pt x="1044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757A8-7E4D-7D1A-A370-2C243098C4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884" y="3645538"/>
            <a:ext cx="12420600" cy="3303902"/>
          </a:xfrm>
        </p:spPr>
        <p:txBody>
          <a:bodyPr/>
          <a:lstStyle>
            <a:lvl1pPr>
              <a:defRPr sz="13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CB1A305-73B0-6FFC-7D98-4824169205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41884" y="2772680"/>
            <a:ext cx="11277600" cy="686988"/>
          </a:xfrm>
        </p:spPr>
        <p:txBody>
          <a:bodyPr/>
          <a:lstStyle>
            <a:lvl1pPr>
              <a:defRPr sz="13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21341B-3583-E919-0223-871B255E7BF4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B1E7EF-9392-2913-10CA-8BC060ABC30B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bg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E52EFD5-6322-0901-17E4-E8169A332D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" y="7605806"/>
            <a:ext cx="229304" cy="24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05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F135C2BF-2FE1-A47F-E3F1-8CFE1657EA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5388864" y="43281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74320">
              <a:spcAft>
                <a:spcPts val="1440"/>
              </a:spcAft>
            </a:pPr>
            <a:endParaRPr lang="en-US" sz="2160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016B2-DE94-F885-29D9-ADABE6B39827}"/>
              </a:ext>
            </a:extLst>
          </p:cNvPr>
          <p:cNvSpPr txBox="1"/>
          <p:nvPr userDrawn="1"/>
        </p:nvSpPr>
        <p:spPr>
          <a:xfrm>
            <a:off x="3647661" y="3683913"/>
            <a:ext cx="733507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50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7AEAE-C8F1-6D76-12A9-5BBE33CA45BB}"/>
              </a:ext>
            </a:extLst>
          </p:cNvPr>
          <p:cNvSpPr txBox="1"/>
          <p:nvPr userDrawn="1"/>
        </p:nvSpPr>
        <p:spPr>
          <a:xfrm>
            <a:off x="15803217" y="-89452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83010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blue and pink background&#10;&#10;Description automatically generated with low confidence">
            <a:extLst>
              <a:ext uri="{FF2B5EF4-FFF2-40B4-BE49-F238E27FC236}">
                <a16:creationId xmlns:a16="http://schemas.microsoft.com/office/drawing/2014/main" id="{9C43FEFF-5767-1F49-1138-C7A05D5F6D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233"/>
          <a:stretch/>
        </p:blipFill>
        <p:spPr>
          <a:xfrm rot="5400000">
            <a:off x="3200400" y="-3200400"/>
            <a:ext cx="8229600" cy="146304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3A0FD18-7E43-B196-AF23-135599265983}"/>
              </a:ext>
            </a:extLst>
          </p:cNvPr>
          <p:cNvSpPr/>
          <p:nvPr userDrawn="1"/>
        </p:nvSpPr>
        <p:spPr>
          <a:xfrm>
            <a:off x="0" y="0"/>
            <a:ext cx="14630401" cy="737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EB9CE-C1C4-8AF4-319B-9C7FD8ACA2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" y="822325"/>
            <a:ext cx="13404709" cy="739775"/>
          </a:xfrm>
        </p:spPr>
        <p:txBody>
          <a:bodyPr/>
          <a:lstStyle>
            <a:lvl1pPr>
              <a:spcAft>
                <a:spcPts val="1200"/>
              </a:spcAft>
              <a:defRPr sz="30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Insert title</a:t>
            </a:r>
            <a:endParaRPr lang="en-FR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058E894-35A9-49D0-E3FB-C4785E59DF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961067"/>
            <a:ext cx="13411059" cy="5290633"/>
          </a:xfrm>
        </p:spPr>
        <p:txBody>
          <a:bodyPr/>
          <a:lstStyle>
            <a:lvl1pPr>
              <a:spcAft>
                <a:spcPts val="1200"/>
              </a:spcAft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/>
            </a:lvl2pPr>
            <a:lvl3pPr marL="274320" indent="0">
              <a:buNone/>
              <a:defRPr sz="2400"/>
            </a:lvl3pPr>
            <a:lvl4pPr marL="548640" indent="0">
              <a:buNone/>
              <a:defRPr sz="2400"/>
            </a:lvl4pPr>
            <a:lvl5pPr marL="82296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D3CA7F-C375-C155-9455-F4C79BB2840E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bg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82DF77-28DA-B400-E7A0-12D2AC30C499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bg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845E71-5463-AB55-3C01-7A5B51FBD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" y="7605806"/>
            <a:ext cx="229304" cy="24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38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5ACBF0"/>
          </p15:clr>
        </p15:guide>
        <p15:guide id="2" orient="horz" pos="576">
          <p15:clr>
            <a:srgbClr val="5ACBF0"/>
          </p15:clr>
        </p15:guide>
        <p15:guide id="3" orient="horz" pos="518">
          <p15:clr>
            <a:srgbClr val="5ACBF0"/>
          </p15:clr>
        </p15:guide>
        <p15:guide id="4" pos="883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3716000" cy="11887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45921"/>
            <a:ext cx="13716000" cy="59232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745533" y="0"/>
            <a:ext cx="2427667" cy="457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1097280" rtl="0" eaLnBrk="1" latinLnBrk="0" hangingPunct="1">
              <a:defRPr lang="en-US" sz="96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n-US" smtClean="0"/>
              <a:t>Thursday, August 17, 2023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F7311-7A60-9547-9122-6B2A6918446A}"/>
              </a:ext>
            </a:extLst>
          </p:cNvPr>
          <p:cNvSpPr txBox="1"/>
          <p:nvPr userDrawn="1"/>
        </p:nvSpPr>
        <p:spPr>
          <a:xfrm>
            <a:off x="8534400" y="7628374"/>
            <a:ext cx="5131740" cy="3350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r>
              <a:rPr lang="en-GB" sz="1000">
                <a:solidFill>
                  <a:schemeClr val="tx1">
                    <a:alpha val="75000"/>
                  </a:schemeClr>
                </a:solidFill>
              </a:rPr>
              <a:t>Copyright © 2023 Accenture. All rights reserved.</a:t>
            </a:r>
            <a:endParaRPr lang="en-US" sz="1000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45C7E4-6EEB-AE43-96D2-28409427E04F}"/>
              </a:ext>
            </a:extLst>
          </p:cNvPr>
          <p:cNvSpPr txBox="1"/>
          <p:nvPr userDrawn="1"/>
        </p:nvSpPr>
        <p:spPr>
          <a:xfrm>
            <a:off x="13487400" y="7626254"/>
            <a:ext cx="628253" cy="3393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3769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979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1319" smtClean="0">
                <a:solidFill>
                  <a:schemeClr val="tx1">
                    <a:alpha val="75000"/>
                  </a:schemeClr>
                </a:solidFill>
              </a:rPr>
              <a:pPr marL="0" marR="0" lvl="0" indent="0" algn="r" defTabSz="3769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979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968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2" name="GTS_Purple" descr="Accenture Greater Than symbol in purple">
            <a:extLst>
              <a:ext uri="{FF2B5EF4-FFF2-40B4-BE49-F238E27FC236}">
                <a16:creationId xmlns:a16="http://schemas.microsoft.com/office/drawing/2014/main" id="{8DAEEC9F-BE7C-86A1-F99A-26AD61BEA8F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09600" y="7678958"/>
            <a:ext cx="229304" cy="251800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80177" tIns="40088" rIns="80177" bIns="40088" numCol="1" anchor="t" anchorCtr="0" compatLnSpc="1">
            <a:prstTxWarp prst="textNoShape">
              <a:avLst/>
            </a:prstTxWarp>
          </a:bodyPr>
          <a:lstStyle/>
          <a:p>
            <a:endParaRPr lang="en-US" sz="1578"/>
          </a:p>
        </p:txBody>
      </p:sp>
    </p:spTree>
    <p:extLst>
      <p:ext uri="{BB962C8B-B14F-4D97-AF65-F5344CB8AC3E}">
        <p14:creationId xmlns:p14="http://schemas.microsoft.com/office/powerpoint/2010/main" val="137963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782" r:id="rId2"/>
    <p:sldLayoutId id="2147483811" r:id="rId3"/>
    <p:sldLayoutId id="2147483784" r:id="rId4"/>
    <p:sldLayoutId id="2147483785" r:id="rId5"/>
    <p:sldLayoutId id="2147483787" r:id="rId6"/>
    <p:sldLayoutId id="2147483788" r:id="rId7"/>
    <p:sldLayoutId id="2147483789" r:id="rId8"/>
    <p:sldLayoutId id="2147483791" r:id="rId9"/>
    <p:sldLayoutId id="2147483790" r:id="rId10"/>
    <p:sldLayoutId id="2147483793" r:id="rId11"/>
    <p:sldLayoutId id="2147483805" r:id="rId12"/>
    <p:sldLayoutId id="2147483804" r:id="rId13"/>
    <p:sldLayoutId id="2147483806" r:id="rId14"/>
    <p:sldLayoutId id="2147483809" r:id="rId15"/>
    <p:sldLayoutId id="2147483810" r:id="rId16"/>
    <p:sldLayoutId id="2147483807" r:id="rId17"/>
    <p:sldLayoutId id="2147483808" r:id="rId18"/>
    <p:sldLayoutId id="2147483796" r:id="rId19"/>
    <p:sldLayoutId id="2147483794" r:id="rId20"/>
    <p:sldLayoutId id="2147483740" r:id="rId21"/>
    <p:sldLayoutId id="2147483792" r:id="rId22"/>
  </p:sldLayoutIdLst>
  <p:txStyles>
    <p:titleStyle>
      <a:lvl1pPr algn="l" defTabSz="1097280" rtl="0" eaLnBrk="1" latinLnBrk="0" hangingPunct="1">
        <a:lnSpc>
          <a:spcPct val="8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Graphik Light" panose="020B0403030202060203" pitchFamily="34" charset="77"/>
          <a:ea typeface="+mj-ea"/>
          <a:cs typeface="+mj-cs"/>
        </a:defRPr>
      </a:lvl1pPr>
    </p:titleStyle>
    <p:bodyStyle>
      <a:lvl1pPr marL="0" indent="0" algn="l" defTabSz="274320" rtl="0" eaLnBrk="1" latinLnBrk="0" hangingPunct="1">
        <a:lnSpc>
          <a:spcPct val="100000"/>
        </a:lnSpc>
        <a:spcBef>
          <a:spcPts val="0"/>
        </a:spcBef>
        <a:spcAft>
          <a:spcPts val="144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274320" rtl="0" eaLnBrk="1" latinLnBrk="0" hangingPunct="1">
        <a:lnSpc>
          <a:spcPct val="100000"/>
        </a:lnSpc>
        <a:spcBef>
          <a:spcPts val="0"/>
        </a:spcBef>
        <a:spcAft>
          <a:spcPts val="144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74320" algn="l" defTabSz="274320" rtl="0" eaLnBrk="1" latinLnBrk="0" hangingPunct="1">
        <a:lnSpc>
          <a:spcPct val="100000"/>
        </a:lnSpc>
        <a:spcBef>
          <a:spcPts val="0"/>
        </a:spcBef>
        <a:spcAft>
          <a:spcPts val="144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74320" algn="l" defTabSz="274320" rtl="0" eaLnBrk="1" latinLnBrk="0" hangingPunct="1">
        <a:lnSpc>
          <a:spcPct val="100000"/>
        </a:lnSpc>
        <a:spcBef>
          <a:spcPts val="0"/>
        </a:spcBef>
        <a:spcAft>
          <a:spcPts val="144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74320" algn="l" defTabSz="274320" rtl="0" eaLnBrk="1" latinLnBrk="0" hangingPunct="1">
        <a:lnSpc>
          <a:spcPct val="100000"/>
        </a:lnSpc>
        <a:spcBef>
          <a:spcPts val="0"/>
        </a:spcBef>
        <a:spcAft>
          <a:spcPts val="144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336" indent="0" algn="l" defTabSz="274320" rtl="0" eaLnBrk="1" latinLnBrk="0" hangingPunct="1">
        <a:lnSpc>
          <a:spcPct val="90000"/>
        </a:lnSpc>
        <a:spcBef>
          <a:spcPts val="0"/>
        </a:spcBef>
        <a:spcAft>
          <a:spcPts val="1440"/>
        </a:spcAft>
        <a:buFont typeface="Graphik" panose="020B0503030202060203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74320" rtl="0" eaLnBrk="1" latinLnBrk="0" hangingPunct="1">
        <a:lnSpc>
          <a:spcPct val="90000"/>
        </a:lnSpc>
        <a:spcBef>
          <a:spcPts val="0"/>
        </a:spcBef>
        <a:spcAft>
          <a:spcPts val="144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74320" rtl="0" eaLnBrk="1" latinLnBrk="0" hangingPunct="1">
        <a:lnSpc>
          <a:spcPct val="90000"/>
        </a:lnSpc>
        <a:spcBef>
          <a:spcPts val="0"/>
        </a:spcBef>
        <a:spcAft>
          <a:spcPts val="1440"/>
        </a:spcAft>
        <a:buFont typeface="Arial" panose="020B0604020202020204" pitchFamily="34" charset="0"/>
        <a:buNone/>
        <a:defRPr sz="11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74320" rtl="0" eaLnBrk="1" latinLnBrk="0" hangingPunct="1">
        <a:lnSpc>
          <a:spcPct val="90000"/>
        </a:lnSpc>
        <a:spcBef>
          <a:spcPts val="0"/>
        </a:spcBef>
        <a:spcAft>
          <a:spcPts val="1440"/>
        </a:spcAft>
        <a:buFont typeface="Arial" panose="020B0604020202020204" pitchFamily="34" charset="0"/>
        <a:buNone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944" userDrawn="1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384" userDrawn="1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4483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standard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enture standard" id="{4BA4DB13-0BF8-9E45-B991-083A065DDA6D}" vid="{4495C069-7656-3F49-A836-D0C88C15C2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8aa063b-0001-4d87-ad89-14769d80cb2e" xsi:nil="true"/>
    <lcf76f155ced4ddcb4097134ff3c332f xmlns="b2876d7a-a18f-4378-bc34-6406561e654c">
      <Terms xmlns="http://schemas.microsoft.com/office/infopath/2007/PartnerControls"/>
    </lcf76f155ced4ddcb4097134ff3c332f>
    <SharedWithUsers xmlns="f8aa063b-0001-4d87-ad89-14769d80cb2e">
      <UserInfo>
        <DisplayName>Lynch, Paddy</DisplayName>
        <AccountId>58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08E749B68BBF4684BE646D680A202A" ma:contentTypeVersion="13" ma:contentTypeDescription="Create a new document." ma:contentTypeScope="" ma:versionID="096261050825a504dc1f7e28c2f4ea37">
  <xsd:schema xmlns:xsd="http://www.w3.org/2001/XMLSchema" xmlns:xs="http://www.w3.org/2001/XMLSchema" xmlns:p="http://schemas.microsoft.com/office/2006/metadata/properties" xmlns:ns2="b2876d7a-a18f-4378-bc34-6406561e654c" xmlns:ns3="f8aa063b-0001-4d87-ad89-14769d80cb2e" targetNamespace="http://schemas.microsoft.com/office/2006/metadata/properties" ma:root="true" ma:fieldsID="4dfeec813928ed3a3631969ea0c97c0d" ns2:_="" ns3:_="">
    <xsd:import namespace="b2876d7a-a18f-4378-bc34-6406561e654c"/>
    <xsd:import namespace="f8aa063b-0001-4d87-ad89-14769d80cb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76d7a-a18f-4378-bc34-6406561e65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a063b-0001-4d87-ad89-14769d80cb2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93656ec-cd4a-4227-ac93-e2a7287e74df}" ma:internalName="TaxCatchAll" ma:showField="CatchAllData" ma:web="f8aa063b-0001-4d87-ad89-14769d80cb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2865-7CB2-4064-90A8-146AB06910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4C33E7-6B14-4FFD-B8C3-CCD16CAE8327}">
  <ds:schemaRefs>
    <ds:schemaRef ds:uri="0bf96c10-4ea4-4dea-9d50-720ad50d01ab"/>
    <ds:schemaRef ds:uri="b2876d7a-a18f-4378-bc34-6406561e654c"/>
    <ds:schemaRef ds:uri="d8c34a64-d92d-4ba1-94e3-cbf0bf69196a"/>
    <ds:schemaRef ds:uri="f8aa063b-0001-4d87-ad89-14769d80cb2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DFEB61C-0297-45D3-B0FB-202EAC175736}">
  <ds:schemaRefs>
    <ds:schemaRef ds:uri="b2876d7a-a18f-4378-bc34-6406561e654c"/>
    <ds:schemaRef ds:uri="f8aa063b-0001-4d87-ad89-14769d80cb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Accenture standard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Compassion Guide_Final</dc:title>
  <dc:creator>Looney, Grace</dc:creator>
  <cp:revision>1</cp:revision>
  <dcterms:created xsi:type="dcterms:W3CDTF">2021-06-29T14:20:59Z</dcterms:created>
  <dcterms:modified xsi:type="dcterms:W3CDTF">2023-08-17T22:12:50Z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2021-05-27T00:00:00Z</vt:filetime>
  </property>
  <property fmtid="{D5CDD505-2E9C-101B-9397-08002B2CF9AE}" pid="3" name="Creator">
    <vt:lpwstr>Adobe Illustrator 25.2 (Macintosh)</vt:lpwstr>
  </property>
  <property fmtid="{D5CDD505-2E9C-101B-9397-08002B2CF9AE}" pid="4" name="LastSaved">
    <vt:filetime>2021-06-29T00:00:00Z</vt:filetime>
  </property>
  <property fmtid="{D5CDD505-2E9C-101B-9397-08002B2CF9AE}" pid="5" name="MediaServiceImageTags">
    <vt:lpwstr/>
  </property>
  <property fmtid="{D5CDD505-2E9C-101B-9397-08002B2CF9AE}" pid="6" name="ContentTypeId">
    <vt:lpwstr>0x0101004408E749B68BBF4684BE646D680A202A</vt:lpwstr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lpwstr/>
  </property>
  <property fmtid="{D5CDD505-2E9C-101B-9397-08002B2CF9AE}" pid="13" name="SharedWithUsers">
    <vt:lpwstr>58;#Lynch, Paddy</vt:lpwstr>
  </property>
  <property fmtid="{D5CDD505-2E9C-101B-9397-08002B2CF9AE}" pid="14" name="_SharedFileIndex">
    <vt:lpwstr/>
  </property>
  <property fmtid="{D5CDD505-2E9C-101B-9397-08002B2CF9AE}" pid="15" name="_SourceUrl">
    <vt:lpwstr/>
  </property>
</Properties>
</file>